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71" r:id="rId8"/>
    <p:sldId id="262" r:id="rId9"/>
    <p:sldId id="275" r:id="rId10"/>
    <p:sldId id="286" r:id="rId11"/>
    <p:sldId id="263" r:id="rId12"/>
    <p:sldId id="276" r:id="rId13"/>
    <p:sldId id="277" r:id="rId14"/>
    <p:sldId id="289" r:id="rId15"/>
    <p:sldId id="281" r:id="rId16"/>
    <p:sldId id="283" r:id="rId17"/>
    <p:sldId id="287" r:id="rId18"/>
    <p:sldId id="264" r:id="rId19"/>
    <p:sldId id="279" r:id="rId20"/>
    <p:sldId id="290" r:id="rId21"/>
    <p:sldId id="273" r:id="rId22"/>
    <p:sldId id="265" r:id="rId23"/>
    <p:sldId id="28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0" clrIdx="0"/>
  <p:cmAuthor id="2" name="Fengxian WU" initials="F" lastIdx="0" clrIdx="1"/>
  <p:cmAuthor id="3" name="作者" initials="A" lastIdx="0" clrIdx="2"/>
  <p:cmAuthor id="4" name="小杰" initials="小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6AB5"/>
    <a:srgbClr val="FFFFFF"/>
    <a:srgbClr val="AACEEE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5"/>
        <p:guide pos="378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EDE4AF-0C0C-4F83-AD1E-67A0FACAC5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image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Relationship Id="rId3" Type="http://schemas.openxmlformats.org/officeDocument/2006/relationships/image" Target="../media/image2.jpeg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65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6" Type="http://schemas.openxmlformats.org/officeDocument/2006/relationships/notesSlide" Target="../notesSlides/notesSlide2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12.jpeg"/><Relationship Id="rId33" Type="http://schemas.openxmlformats.org/officeDocument/2006/relationships/tags" Target="../tags/tag110.xml"/><Relationship Id="rId32" Type="http://schemas.openxmlformats.org/officeDocument/2006/relationships/tags" Target="../tags/tag109.xml"/><Relationship Id="rId31" Type="http://schemas.openxmlformats.org/officeDocument/2006/relationships/image" Target="../media/image11.jpeg"/><Relationship Id="rId30" Type="http://schemas.openxmlformats.org/officeDocument/2006/relationships/tags" Target="../tags/tag108.xml"/><Relationship Id="rId3" Type="http://schemas.openxmlformats.org/officeDocument/2006/relationships/tags" Target="../tags/tag83.xml"/><Relationship Id="rId29" Type="http://schemas.openxmlformats.org/officeDocument/2006/relationships/tags" Target="../tags/tag107.xml"/><Relationship Id="rId28" Type="http://schemas.openxmlformats.org/officeDocument/2006/relationships/tags" Target="../tags/tag106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image" Target="../media/image10.jpeg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image" Target="../media/image7.png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image" Target="../media/image9.jpeg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4" Type="http://schemas.openxmlformats.org/officeDocument/2006/relationships/notesSlide" Target="../notesSlides/notesSlide3.xml"/><Relationship Id="rId63" Type="http://schemas.openxmlformats.org/officeDocument/2006/relationships/slideLayout" Target="../slideLayouts/slideLayout1.xml"/><Relationship Id="rId62" Type="http://schemas.openxmlformats.org/officeDocument/2006/relationships/image" Target="../media/image19.png"/><Relationship Id="rId61" Type="http://schemas.openxmlformats.org/officeDocument/2006/relationships/tags" Target="../tags/tag166.xml"/><Relationship Id="rId60" Type="http://schemas.openxmlformats.org/officeDocument/2006/relationships/tags" Target="../tags/tag165.xml"/><Relationship Id="rId6" Type="http://schemas.openxmlformats.org/officeDocument/2006/relationships/tags" Target="../tags/tag117.xml"/><Relationship Id="rId59" Type="http://schemas.openxmlformats.org/officeDocument/2006/relationships/tags" Target="../tags/tag164.xml"/><Relationship Id="rId58" Type="http://schemas.openxmlformats.org/officeDocument/2006/relationships/tags" Target="../tags/tag163.xml"/><Relationship Id="rId57" Type="http://schemas.openxmlformats.org/officeDocument/2006/relationships/tags" Target="../tags/tag162.xml"/><Relationship Id="rId56" Type="http://schemas.openxmlformats.org/officeDocument/2006/relationships/tags" Target="../tags/tag161.xml"/><Relationship Id="rId55" Type="http://schemas.openxmlformats.org/officeDocument/2006/relationships/tags" Target="../tags/tag160.xml"/><Relationship Id="rId54" Type="http://schemas.openxmlformats.org/officeDocument/2006/relationships/tags" Target="../tags/tag159.xml"/><Relationship Id="rId53" Type="http://schemas.openxmlformats.org/officeDocument/2006/relationships/tags" Target="../tags/tag158.xml"/><Relationship Id="rId52" Type="http://schemas.openxmlformats.org/officeDocument/2006/relationships/tags" Target="../tags/tag157.xml"/><Relationship Id="rId51" Type="http://schemas.openxmlformats.org/officeDocument/2006/relationships/tags" Target="../tags/tag156.xml"/><Relationship Id="rId50" Type="http://schemas.openxmlformats.org/officeDocument/2006/relationships/tags" Target="../tags/tag155.xml"/><Relationship Id="rId5" Type="http://schemas.openxmlformats.org/officeDocument/2006/relationships/tags" Target="../tags/tag116.xml"/><Relationship Id="rId49" Type="http://schemas.openxmlformats.org/officeDocument/2006/relationships/tags" Target="../tags/tag154.xml"/><Relationship Id="rId48" Type="http://schemas.openxmlformats.org/officeDocument/2006/relationships/tags" Target="../tags/tag153.xml"/><Relationship Id="rId47" Type="http://schemas.openxmlformats.org/officeDocument/2006/relationships/tags" Target="../tags/tag152.xml"/><Relationship Id="rId46" Type="http://schemas.openxmlformats.org/officeDocument/2006/relationships/tags" Target="../tags/tag151.xml"/><Relationship Id="rId45" Type="http://schemas.openxmlformats.org/officeDocument/2006/relationships/tags" Target="../tags/tag150.xml"/><Relationship Id="rId44" Type="http://schemas.openxmlformats.org/officeDocument/2006/relationships/tags" Target="../tags/tag149.xml"/><Relationship Id="rId43" Type="http://schemas.openxmlformats.org/officeDocument/2006/relationships/tags" Target="../tags/tag148.xml"/><Relationship Id="rId42" Type="http://schemas.openxmlformats.org/officeDocument/2006/relationships/tags" Target="../tags/tag147.xml"/><Relationship Id="rId41" Type="http://schemas.openxmlformats.org/officeDocument/2006/relationships/tags" Target="../tags/tag146.xml"/><Relationship Id="rId40" Type="http://schemas.openxmlformats.org/officeDocument/2006/relationships/tags" Target="../tags/tag145.xml"/><Relationship Id="rId4" Type="http://schemas.openxmlformats.org/officeDocument/2006/relationships/tags" Target="../tags/tag115.xml"/><Relationship Id="rId39" Type="http://schemas.openxmlformats.org/officeDocument/2006/relationships/tags" Target="../tags/tag144.xml"/><Relationship Id="rId38" Type="http://schemas.openxmlformats.org/officeDocument/2006/relationships/tags" Target="../tags/tag143.xml"/><Relationship Id="rId37" Type="http://schemas.openxmlformats.org/officeDocument/2006/relationships/tags" Target="../tags/tag142.xml"/><Relationship Id="rId36" Type="http://schemas.openxmlformats.org/officeDocument/2006/relationships/image" Target="../media/image18.svg"/><Relationship Id="rId35" Type="http://schemas.openxmlformats.org/officeDocument/2006/relationships/image" Target="../media/image17.png"/><Relationship Id="rId34" Type="http://schemas.openxmlformats.org/officeDocument/2006/relationships/tags" Target="../tags/tag141.xml"/><Relationship Id="rId33" Type="http://schemas.openxmlformats.org/officeDocument/2006/relationships/tags" Target="../tags/tag140.xml"/><Relationship Id="rId32" Type="http://schemas.openxmlformats.org/officeDocument/2006/relationships/tags" Target="../tags/tag139.xml"/><Relationship Id="rId31" Type="http://schemas.openxmlformats.org/officeDocument/2006/relationships/image" Target="../media/image16.svg"/><Relationship Id="rId30" Type="http://schemas.openxmlformats.org/officeDocument/2006/relationships/image" Target="../media/image15.png"/><Relationship Id="rId3" Type="http://schemas.openxmlformats.org/officeDocument/2006/relationships/tags" Target="../tags/tag114.xml"/><Relationship Id="rId29" Type="http://schemas.openxmlformats.org/officeDocument/2006/relationships/tags" Target="../tags/tag138.xml"/><Relationship Id="rId28" Type="http://schemas.openxmlformats.org/officeDocument/2006/relationships/tags" Target="../tags/tag137.xml"/><Relationship Id="rId27" Type="http://schemas.openxmlformats.org/officeDocument/2006/relationships/tags" Target="../tags/tag136.xml"/><Relationship Id="rId26" Type="http://schemas.openxmlformats.org/officeDocument/2006/relationships/tags" Target="../tags/tag135.xml"/><Relationship Id="rId25" Type="http://schemas.openxmlformats.org/officeDocument/2006/relationships/tags" Target="../tags/tag134.xml"/><Relationship Id="rId24" Type="http://schemas.openxmlformats.org/officeDocument/2006/relationships/image" Target="../media/image14.svg"/><Relationship Id="rId23" Type="http://schemas.openxmlformats.org/officeDocument/2006/relationships/image" Target="../media/image13.png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image" Target="../media/image7.png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8" Type="http://schemas.openxmlformats.org/officeDocument/2006/relationships/notesSlide" Target="../notesSlides/notesSlide4.xml"/><Relationship Id="rId47" Type="http://schemas.openxmlformats.org/officeDocument/2006/relationships/slideLayout" Target="../slideLayouts/slideLayout1.xml"/><Relationship Id="rId46" Type="http://schemas.openxmlformats.org/officeDocument/2006/relationships/tags" Target="../tags/tag199.xml"/><Relationship Id="rId45" Type="http://schemas.openxmlformats.org/officeDocument/2006/relationships/image" Target="../media/image30.png"/><Relationship Id="rId44" Type="http://schemas.openxmlformats.org/officeDocument/2006/relationships/tags" Target="../tags/tag198.xml"/><Relationship Id="rId43" Type="http://schemas.openxmlformats.org/officeDocument/2006/relationships/tags" Target="../tags/tag197.xml"/><Relationship Id="rId42" Type="http://schemas.openxmlformats.org/officeDocument/2006/relationships/image" Target="../media/image29.svg"/><Relationship Id="rId41" Type="http://schemas.openxmlformats.org/officeDocument/2006/relationships/image" Target="../media/image28.png"/><Relationship Id="rId40" Type="http://schemas.openxmlformats.org/officeDocument/2006/relationships/tags" Target="../tags/tag196.xml"/><Relationship Id="rId4" Type="http://schemas.openxmlformats.org/officeDocument/2006/relationships/tags" Target="../tags/tag168.xml"/><Relationship Id="rId39" Type="http://schemas.openxmlformats.org/officeDocument/2006/relationships/tags" Target="../tags/tag195.xml"/><Relationship Id="rId38" Type="http://schemas.openxmlformats.org/officeDocument/2006/relationships/tags" Target="../tags/tag194.xml"/><Relationship Id="rId37" Type="http://schemas.openxmlformats.org/officeDocument/2006/relationships/tags" Target="../tags/tag193.xml"/><Relationship Id="rId36" Type="http://schemas.openxmlformats.org/officeDocument/2006/relationships/tags" Target="../tags/tag192.xml"/><Relationship Id="rId35" Type="http://schemas.openxmlformats.org/officeDocument/2006/relationships/image" Target="../media/image27.svg"/><Relationship Id="rId34" Type="http://schemas.openxmlformats.org/officeDocument/2006/relationships/image" Target="../media/image26.png"/><Relationship Id="rId33" Type="http://schemas.openxmlformats.org/officeDocument/2006/relationships/tags" Target="../tags/tag191.xml"/><Relationship Id="rId32" Type="http://schemas.openxmlformats.org/officeDocument/2006/relationships/tags" Target="../tags/tag190.xml"/><Relationship Id="rId31" Type="http://schemas.openxmlformats.org/officeDocument/2006/relationships/tags" Target="../tags/tag189.xml"/><Relationship Id="rId30" Type="http://schemas.openxmlformats.org/officeDocument/2006/relationships/tags" Target="../tags/tag188.xml"/><Relationship Id="rId3" Type="http://schemas.openxmlformats.org/officeDocument/2006/relationships/tags" Target="../tags/tag167.xml"/><Relationship Id="rId29" Type="http://schemas.openxmlformats.org/officeDocument/2006/relationships/tags" Target="../tags/tag187.xml"/><Relationship Id="rId28" Type="http://schemas.openxmlformats.org/officeDocument/2006/relationships/image" Target="../media/image25.svg"/><Relationship Id="rId27" Type="http://schemas.openxmlformats.org/officeDocument/2006/relationships/image" Target="../media/image24.png"/><Relationship Id="rId26" Type="http://schemas.openxmlformats.org/officeDocument/2006/relationships/tags" Target="../tags/tag186.xml"/><Relationship Id="rId25" Type="http://schemas.openxmlformats.org/officeDocument/2006/relationships/tags" Target="../tags/tag185.xml"/><Relationship Id="rId24" Type="http://schemas.openxmlformats.org/officeDocument/2006/relationships/tags" Target="../tags/tag184.xml"/><Relationship Id="rId23" Type="http://schemas.openxmlformats.org/officeDocument/2006/relationships/tags" Target="../tags/tag183.xml"/><Relationship Id="rId22" Type="http://schemas.openxmlformats.org/officeDocument/2006/relationships/tags" Target="../tags/tag182.xml"/><Relationship Id="rId21" Type="http://schemas.openxmlformats.org/officeDocument/2006/relationships/image" Target="../media/image23.svg"/><Relationship Id="rId20" Type="http://schemas.openxmlformats.org/officeDocument/2006/relationships/image" Target="../media/image22.png"/><Relationship Id="rId2" Type="http://schemas.openxmlformats.org/officeDocument/2006/relationships/image" Target="../media/image7.png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tags" Target="../tags/tag207.xml"/><Relationship Id="rId64" Type="http://schemas.openxmlformats.org/officeDocument/2006/relationships/notesSlide" Target="../notesSlides/notesSlide5.xml"/><Relationship Id="rId63" Type="http://schemas.openxmlformats.org/officeDocument/2006/relationships/slideLayout" Target="../slideLayouts/slideLayout1.xml"/><Relationship Id="rId62" Type="http://schemas.openxmlformats.org/officeDocument/2006/relationships/image" Target="../media/image47.png"/><Relationship Id="rId61" Type="http://schemas.openxmlformats.org/officeDocument/2006/relationships/tags" Target="../tags/tag245.xml"/><Relationship Id="rId60" Type="http://schemas.openxmlformats.org/officeDocument/2006/relationships/tags" Target="../tags/tag244.xml"/><Relationship Id="rId6" Type="http://schemas.openxmlformats.org/officeDocument/2006/relationships/tags" Target="../tags/tag206.xml"/><Relationship Id="rId59" Type="http://schemas.openxmlformats.org/officeDocument/2006/relationships/tags" Target="../tags/tag243.xml"/><Relationship Id="rId58" Type="http://schemas.openxmlformats.org/officeDocument/2006/relationships/tags" Target="../tags/tag242.xml"/><Relationship Id="rId57" Type="http://schemas.openxmlformats.org/officeDocument/2006/relationships/image" Target="../media/image46.svg"/><Relationship Id="rId56" Type="http://schemas.openxmlformats.org/officeDocument/2006/relationships/image" Target="../media/image45.png"/><Relationship Id="rId55" Type="http://schemas.openxmlformats.org/officeDocument/2006/relationships/tags" Target="../tags/tag241.xml"/><Relationship Id="rId54" Type="http://schemas.openxmlformats.org/officeDocument/2006/relationships/tags" Target="../tags/tag240.xml"/><Relationship Id="rId53" Type="http://schemas.openxmlformats.org/officeDocument/2006/relationships/tags" Target="../tags/tag239.xml"/><Relationship Id="rId52" Type="http://schemas.openxmlformats.org/officeDocument/2006/relationships/tags" Target="../tags/tag238.xml"/><Relationship Id="rId51" Type="http://schemas.openxmlformats.org/officeDocument/2006/relationships/image" Target="../media/image44.svg"/><Relationship Id="rId50" Type="http://schemas.openxmlformats.org/officeDocument/2006/relationships/image" Target="../media/image43.png"/><Relationship Id="rId5" Type="http://schemas.openxmlformats.org/officeDocument/2006/relationships/tags" Target="../tags/tag205.xml"/><Relationship Id="rId49" Type="http://schemas.openxmlformats.org/officeDocument/2006/relationships/tags" Target="../tags/tag237.xml"/><Relationship Id="rId48" Type="http://schemas.openxmlformats.org/officeDocument/2006/relationships/tags" Target="../tags/tag236.xml"/><Relationship Id="rId47" Type="http://schemas.openxmlformats.org/officeDocument/2006/relationships/tags" Target="../tags/tag235.xml"/><Relationship Id="rId46" Type="http://schemas.openxmlformats.org/officeDocument/2006/relationships/tags" Target="../tags/tag234.xml"/><Relationship Id="rId45" Type="http://schemas.openxmlformats.org/officeDocument/2006/relationships/image" Target="../media/image42.svg"/><Relationship Id="rId44" Type="http://schemas.openxmlformats.org/officeDocument/2006/relationships/image" Target="../media/image41.png"/><Relationship Id="rId43" Type="http://schemas.openxmlformats.org/officeDocument/2006/relationships/tags" Target="../tags/tag233.xml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image" Target="../media/image40.svg"/><Relationship Id="rId4" Type="http://schemas.openxmlformats.org/officeDocument/2006/relationships/tags" Target="../tags/tag204.xml"/><Relationship Id="rId39" Type="http://schemas.openxmlformats.org/officeDocument/2006/relationships/image" Target="../media/image39.png"/><Relationship Id="rId38" Type="http://schemas.openxmlformats.org/officeDocument/2006/relationships/tags" Target="../tags/tag230.xml"/><Relationship Id="rId37" Type="http://schemas.openxmlformats.org/officeDocument/2006/relationships/tags" Target="../tags/tag229.xml"/><Relationship Id="rId36" Type="http://schemas.openxmlformats.org/officeDocument/2006/relationships/tags" Target="../tags/tag228.xml"/><Relationship Id="rId35" Type="http://schemas.openxmlformats.org/officeDocument/2006/relationships/tags" Target="../tags/tag227.xml"/><Relationship Id="rId34" Type="http://schemas.openxmlformats.org/officeDocument/2006/relationships/tags" Target="../tags/tag226.xml"/><Relationship Id="rId33" Type="http://schemas.openxmlformats.org/officeDocument/2006/relationships/tags" Target="../tags/tag225.xml"/><Relationship Id="rId32" Type="http://schemas.openxmlformats.org/officeDocument/2006/relationships/image" Target="../media/image38.svg"/><Relationship Id="rId31" Type="http://schemas.openxmlformats.org/officeDocument/2006/relationships/image" Target="../media/image37.png"/><Relationship Id="rId30" Type="http://schemas.openxmlformats.org/officeDocument/2006/relationships/tags" Target="../tags/tag224.xml"/><Relationship Id="rId3" Type="http://schemas.openxmlformats.org/officeDocument/2006/relationships/tags" Target="../tags/tag203.xml"/><Relationship Id="rId29" Type="http://schemas.openxmlformats.org/officeDocument/2006/relationships/tags" Target="../tags/tag223.xml"/><Relationship Id="rId28" Type="http://schemas.openxmlformats.org/officeDocument/2006/relationships/tags" Target="../tags/tag222.xml"/><Relationship Id="rId27" Type="http://schemas.openxmlformats.org/officeDocument/2006/relationships/tags" Target="../tags/tag221.xml"/><Relationship Id="rId26" Type="http://schemas.openxmlformats.org/officeDocument/2006/relationships/tags" Target="../tags/tag220.xml"/><Relationship Id="rId25" Type="http://schemas.openxmlformats.org/officeDocument/2006/relationships/tags" Target="../tags/tag219.xml"/><Relationship Id="rId24" Type="http://schemas.openxmlformats.org/officeDocument/2006/relationships/image" Target="../media/image36.svg"/><Relationship Id="rId23" Type="http://schemas.openxmlformats.org/officeDocument/2006/relationships/image" Target="../media/image35.png"/><Relationship Id="rId22" Type="http://schemas.openxmlformats.org/officeDocument/2006/relationships/tags" Target="../tags/tag218.xml"/><Relationship Id="rId21" Type="http://schemas.openxmlformats.org/officeDocument/2006/relationships/tags" Target="../tags/tag217.xml"/><Relationship Id="rId20" Type="http://schemas.openxmlformats.org/officeDocument/2006/relationships/tags" Target="../tags/tag216.xml"/><Relationship Id="rId2" Type="http://schemas.openxmlformats.org/officeDocument/2006/relationships/image" Target="../media/image7.png"/><Relationship Id="rId19" Type="http://schemas.openxmlformats.org/officeDocument/2006/relationships/tags" Target="../tags/tag215.xml"/><Relationship Id="rId18" Type="http://schemas.openxmlformats.org/officeDocument/2006/relationships/tags" Target="../tags/tag214.xml"/><Relationship Id="rId17" Type="http://schemas.openxmlformats.org/officeDocument/2006/relationships/tags" Target="../tags/tag213.xml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264.xml"/><Relationship Id="rId3" Type="http://schemas.openxmlformats.org/officeDocument/2006/relationships/tags" Target="../tags/tag246.xml"/><Relationship Id="rId29" Type="http://schemas.openxmlformats.org/officeDocument/2006/relationships/image" Target="../media/image55.jpeg"/><Relationship Id="rId28" Type="http://schemas.openxmlformats.org/officeDocument/2006/relationships/tags" Target="../tags/tag263.xml"/><Relationship Id="rId27" Type="http://schemas.openxmlformats.org/officeDocument/2006/relationships/tags" Target="../tags/tag262.xml"/><Relationship Id="rId26" Type="http://schemas.openxmlformats.org/officeDocument/2006/relationships/tags" Target="../tags/tag261.xml"/><Relationship Id="rId25" Type="http://schemas.openxmlformats.org/officeDocument/2006/relationships/image" Target="../media/image54.svg"/><Relationship Id="rId24" Type="http://schemas.openxmlformats.org/officeDocument/2006/relationships/image" Target="../media/image15.png"/><Relationship Id="rId23" Type="http://schemas.openxmlformats.org/officeDocument/2006/relationships/tags" Target="../tags/tag260.xml"/><Relationship Id="rId22" Type="http://schemas.openxmlformats.org/officeDocument/2006/relationships/tags" Target="../tags/tag259.xml"/><Relationship Id="rId21" Type="http://schemas.openxmlformats.org/officeDocument/2006/relationships/tags" Target="../tags/tag258.xml"/><Relationship Id="rId20" Type="http://schemas.openxmlformats.org/officeDocument/2006/relationships/tags" Target="../tags/tag257.xml"/><Relationship Id="rId2" Type="http://schemas.openxmlformats.org/officeDocument/2006/relationships/image" Target="../media/image7.png"/><Relationship Id="rId19" Type="http://schemas.openxmlformats.org/officeDocument/2006/relationships/image" Target="../media/image53.svg"/><Relationship Id="rId18" Type="http://schemas.openxmlformats.org/officeDocument/2006/relationships/image" Target="../media/image52.png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image" Target="../media/image51.svg"/><Relationship Id="rId12" Type="http://schemas.openxmlformats.org/officeDocument/2006/relationships/image" Target="../media/image50.png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6.xml"/><Relationship Id="rId4" Type="http://schemas.openxmlformats.org/officeDocument/2006/relationships/tags" Target="../tags/tag26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image" Target="../media/image7.png"/><Relationship Id="rId29" Type="http://schemas.openxmlformats.org/officeDocument/2006/relationships/notesSlide" Target="../notesSlides/notesSlide9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286.xml"/><Relationship Id="rId26" Type="http://schemas.openxmlformats.org/officeDocument/2006/relationships/tags" Target="../tags/tag285.xml"/><Relationship Id="rId25" Type="http://schemas.openxmlformats.org/officeDocument/2006/relationships/image" Target="../media/image53.svg"/><Relationship Id="rId24" Type="http://schemas.openxmlformats.org/officeDocument/2006/relationships/image" Target="../media/image67.png"/><Relationship Id="rId23" Type="http://schemas.openxmlformats.org/officeDocument/2006/relationships/tags" Target="../tags/tag284.xml"/><Relationship Id="rId22" Type="http://schemas.openxmlformats.org/officeDocument/2006/relationships/tags" Target="../tags/tag283.xml"/><Relationship Id="rId21" Type="http://schemas.openxmlformats.org/officeDocument/2006/relationships/tags" Target="../tags/tag282.xml"/><Relationship Id="rId20" Type="http://schemas.openxmlformats.org/officeDocument/2006/relationships/tags" Target="../tags/tag281.xml"/><Relationship Id="rId2" Type="http://schemas.openxmlformats.org/officeDocument/2006/relationships/image" Target="../media/image6.png"/><Relationship Id="rId19" Type="http://schemas.openxmlformats.org/officeDocument/2006/relationships/image" Target="../media/image51.svg"/><Relationship Id="rId18" Type="http://schemas.openxmlformats.org/officeDocument/2006/relationships/image" Target="../media/image66.png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image" Target="../media/image49.svg"/><Relationship Id="rId12" Type="http://schemas.openxmlformats.org/officeDocument/2006/relationships/image" Target="../media/image65.png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tags" Target="../tags/tag27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3" Type="http://schemas.openxmlformats.org/officeDocument/2006/relationships/notesSlide" Target="../notesSlides/notesSlide10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307.xml"/><Relationship Id="rId30" Type="http://schemas.openxmlformats.org/officeDocument/2006/relationships/tags" Target="../tags/tag306.xml"/><Relationship Id="rId3" Type="http://schemas.openxmlformats.org/officeDocument/2006/relationships/tags" Target="../tags/tag287.xml"/><Relationship Id="rId29" Type="http://schemas.openxmlformats.org/officeDocument/2006/relationships/image" Target="../media/image51.svg"/><Relationship Id="rId28" Type="http://schemas.openxmlformats.org/officeDocument/2006/relationships/image" Target="../media/image66.png"/><Relationship Id="rId27" Type="http://schemas.openxmlformats.org/officeDocument/2006/relationships/tags" Target="../tags/tag305.xml"/><Relationship Id="rId26" Type="http://schemas.openxmlformats.org/officeDocument/2006/relationships/tags" Target="../tags/tag304.xml"/><Relationship Id="rId25" Type="http://schemas.openxmlformats.org/officeDocument/2006/relationships/tags" Target="../tags/tag303.xml"/><Relationship Id="rId24" Type="http://schemas.openxmlformats.org/officeDocument/2006/relationships/tags" Target="../tags/tag302.xml"/><Relationship Id="rId23" Type="http://schemas.openxmlformats.org/officeDocument/2006/relationships/tags" Target="../tags/tag301.xml"/><Relationship Id="rId22" Type="http://schemas.openxmlformats.org/officeDocument/2006/relationships/image" Target="../media/image73.svg"/><Relationship Id="rId21" Type="http://schemas.openxmlformats.org/officeDocument/2006/relationships/image" Target="../media/image72.png"/><Relationship Id="rId20" Type="http://schemas.openxmlformats.org/officeDocument/2006/relationships/tags" Target="../tags/tag300.xml"/><Relationship Id="rId2" Type="http://schemas.openxmlformats.org/officeDocument/2006/relationships/image" Target="../media/image7.png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image" Target="../media/image71.svg"/><Relationship Id="rId14" Type="http://schemas.openxmlformats.org/officeDocument/2006/relationships/image" Target="../media/image70.png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tags" Target="../tags/tag29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2" Type="http://schemas.openxmlformats.org/officeDocument/2006/relationships/notesSlide" Target="../notesSlides/notesSlide11.xml"/><Relationship Id="rId71" Type="http://schemas.openxmlformats.org/officeDocument/2006/relationships/slideLayout" Target="../slideLayouts/slideLayout1.xml"/><Relationship Id="rId70" Type="http://schemas.openxmlformats.org/officeDocument/2006/relationships/tags" Target="../tags/tag364.xml"/><Relationship Id="rId7" Type="http://schemas.openxmlformats.org/officeDocument/2006/relationships/image" Target="../media/image75.svg"/><Relationship Id="rId69" Type="http://schemas.openxmlformats.org/officeDocument/2006/relationships/tags" Target="../tags/tag363.xml"/><Relationship Id="rId68" Type="http://schemas.openxmlformats.org/officeDocument/2006/relationships/image" Target="../media/image85.svg"/><Relationship Id="rId67" Type="http://schemas.openxmlformats.org/officeDocument/2006/relationships/image" Target="../media/image84.png"/><Relationship Id="rId66" Type="http://schemas.openxmlformats.org/officeDocument/2006/relationships/tags" Target="../tags/tag362.xml"/><Relationship Id="rId65" Type="http://schemas.openxmlformats.org/officeDocument/2006/relationships/tags" Target="../tags/tag361.xml"/><Relationship Id="rId64" Type="http://schemas.openxmlformats.org/officeDocument/2006/relationships/tags" Target="../tags/tag360.xml"/><Relationship Id="rId63" Type="http://schemas.openxmlformats.org/officeDocument/2006/relationships/tags" Target="../tags/tag359.xml"/><Relationship Id="rId62" Type="http://schemas.openxmlformats.org/officeDocument/2006/relationships/tags" Target="../tags/tag358.xml"/><Relationship Id="rId61" Type="http://schemas.openxmlformats.org/officeDocument/2006/relationships/tags" Target="../tags/tag357.xml"/><Relationship Id="rId60" Type="http://schemas.openxmlformats.org/officeDocument/2006/relationships/image" Target="../media/image83.svg"/><Relationship Id="rId6" Type="http://schemas.openxmlformats.org/officeDocument/2006/relationships/image" Target="../media/image74.png"/><Relationship Id="rId59" Type="http://schemas.openxmlformats.org/officeDocument/2006/relationships/image" Target="../media/image82.png"/><Relationship Id="rId58" Type="http://schemas.openxmlformats.org/officeDocument/2006/relationships/tags" Target="../tags/tag356.xml"/><Relationship Id="rId57" Type="http://schemas.openxmlformats.org/officeDocument/2006/relationships/tags" Target="../tags/tag355.xml"/><Relationship Id="rId56" Type="http://schemas.openxmlformats.org/officeDocument/2006/relationships/tags" Target="../tags/tag354.xml"/><Relationship Id="rId55" Type="http://schemas.openxmlformats.org/officeDocument/2006/relationships/tags" Target="../tags/tag353.xml"/><Relationship Id="rId54" Type="http://schemas.openxmlformats.org/officeDocument/2006/relationships/image" Target="../media/image81.svg"/><Relationship Id="rId53" Type="http://schemas.openxmlformats.org/officeDocument/2006/relationships/image" Target="../media/image80.png"/><Relationship Id="rId52" Type="http://schemas.openxmlformats.org/officeDocument/2006/relationships/tags" Target="../tags/tag352.xml"/><Relationship Id="rId51" Type="http://schemas.openxmlformats.org/officeDocument/2006/relationships/tags" Target="../tags/tag351.xml"/><Relationship Id="rId50" Type="http://schemas.openxmlformats.org/officeDocument/2006/relationships/tags" Target="../tags/tag350.xml"/><Relationship Id="rId5" Type="http://schemas.openxmlformats.org/officeDocument/2006/relationships/tags" Target="../tags/tag313.xml"/><Relationship Id="rId49" Type="http://schemas.openxmlformats.org/officeDocument/2006/relationships/tags" Target="../tags/tag349.xml"/><Relationship Id="rId48" Type="http://schemas.openxmlformats.org/officeDocument/2006/relationships/tags" Target="../tags/tag348.xml"/><Relationship Id="rId47" Type="http://schemas.openxmlformats.org/officeDocument/2006/relationships/tags" Target="../tags/tag347.xml"/><Relationship Id="rId46" Type="http://schemas.openxmlformats.org/officeDocument/2006/relationships/tags" Target="../tags/tag346.xml"/><Relationship Id="rId45" Type="http://schemas.openxmlformats.org/officeDocument/2006/relationships/tags" Target="../tags/tag345.xml"/><Relationship Id="rId44" Type="http://schemas.openxmlformats.org/officeDocument/2006/relationships/tags" Target="../tags/tag344.xml"/><Relationship Id="rId43" Type="http://schemas.openxmlformats.org/officeDocument/2006/relationships/tags" Target="../tags/tag343.xml"/><Relationship Id="rId42" Type="http://schemas.openxmlformats.org/officeDocument/2006/relationships/tags" Target="../tags/tag342.xml"/><Relationship Id="rId41" Type="http://schemas.openxmlformats.org/officeDocument/2006/relationships/tags" Target="../tags/tag341.xml"/><Relationship Id="rId40" Type="http://schemas.openxmlformats.org/officeDocument/2006/relationships/tags" Target="../tags/tag340.xml"/><Relationship Id="rId4" Type="http://schemas.openxmlformats.org/officeDocument/2006/relationships/tags" Target="../tags/tag312.xml"/><Relationship Id="rId39" Type="http://schemas.openxmlformats.org/officeDocument/2006/relationships/tags" Target="../tags/tag339.xml"/><Relationship Id="rId38" Type="http://schemas.openxmlformats.org/officeDocument/2006/relationships/image" Target="../media/image79.svg"/><Relationship Id="rId37" Type="http://schemas.openxmlformats.org/officeDocument/2006/relationships/image" Target="../media/image78.png"/><Relationship Id="rId36" Type="http://schemas.openxmlformats.org/officeDocument/2006/relationships/tags" Target="../tags/tag338.xml"/><Relationship Id="rId35" Type="http://schemas.openxmlformats.org/officeDocument/2006/relationships/tags" Target="../tags/tag337.xml"/><Relationship Id="rId34" Type="http://schemas.openxmlformats.org/officeDocument/2006/relationships/tags" Target="../tags/tag336.xml"/><Relationship Id="rId33" Type="http://schemas.openxmlformats.org/officeDocument/2006/relationships/tags" Target="../tags/tag335.xml"/><Relationship Id="rId32" Type="http://schemas.openxmlformats.org/officeDocument/2006/relationships/tags" Target="../tags/tag334.xml"/><Relationship Id="rId31" Type="http://schemas.openxmlformats.org/officeDocument/2006/relationships/image" Target="../media/image53.svg"/><Relationship Id="rId30" Type="http://schemas.openxmlformats.org/officeDocument/2006/relationships/image" Target="../media/image67.png"/><Relationship Id="rId3" Type="http://schemas.openxmlformats.org/officeDocument/2006/relationships/tags" Target="../tags/tag311.xml"/><Relationship Id="rId29" Type="http://schemas.openxmlformats.org/officeDocument/2006/relationships/tags" Target="../tags/tag333.xml"/><Relationship Id="rId28" Type="http://schemas.openxmlformats.org/officeDocument/2006/relationships/tags" Target="../tags/tag332.xml"/><Relationship Id="rId27" Type="http://schemas.openxmlformats.org/officeDocument/2006/relationships/tags" Target="../tags/tag331.xml"/><Relationship Id="rId26" Type="http://schemas.openxmlformats.org/officeDocument/2006/relationships/tags" Target="../tags/tag330.xml"/><Relationship Id="rId25" Type="http://schemas.openxmlformats.org/officeDocument/2006/relationships/tags" Target="../tags/tag329.xml"/><Relationship Id="rId24" Type="http://schemas.openxmlformats.org/officeDocument/2006/relationships/tags" Target="../tags/tag328.xml"/><Relationship Id="rId23" Type="http://schemas.openxmlformats.org/officeDocument/2006/relationships/tags" Target="../tags/tag327.xml"/><Relationship Id="rId22" Type="http://schemas.openxmlformats.org/officeDocument/2006/relationships/tags" Target="../tags/tag326.xml"/><Relationship Id="rId21" Type="http://schemas.openxmlformats.org/officeDocument/2006/relationships/tags" Target="../tags/tag325.xml"/><Relationship Id="rId20" Type="http://schemas.openxmlformats.org/officeDocument/2006/relationships/tags" Target="../tags/tag324.xml"/><Relationship Id="rId2" Type="http://schemas.openxmlformats.org/officeDocument/2006/relationships/image" Target="../media/image7.png"/><Relationship Id="rId19" Type="http://schemas.openxmlformats.org/officeDocument/2006/relationships/image" Target="../media/image77.svg"/><Relationship Id="rId18" Type="http://schemas.openxmlformats.org/officeDocument/2006/relationships/image" Target="../media/image76.png"/><Relationship Id="rId17" Type="http://schemas.openxmlformats.org/officeDocument/2006/relationships/tags" Target="../tags/tag323.xml"/><Relationship Id="rId16" Type="http://schemas.openxmlformats.org/officeDocument/2006/relationships/tags" Target="../tags/tag322.xml"/><Relationship Id="rId15" Type="http://schemas.openxmlformats.org/officeDocument/2006/relationships/tags" Target="../tags/tag321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tags" Target="../tags/tag318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12.xml"/><Relationship Id="rId1" Type="http://schemas.openxmlformats.org/officeDocument/2006/relationships/tags" Target="../tags/tag36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372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376.xml"/><Relationship Id="rId1" Type="http://schemas.openxmlformats.org/officeDocument/2006/relationships/tags" Target="../tags/tag371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image" Target="../media/image89.svg"/><Relationship Id="rId6" Type="http://schemas.openxmlformats.org/officeDocument/2006/relationships/image" Target="../media/image88.png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2" Type="http://schemas.openxmlformats.org/officeDocument/2006/relationships/notesSlide" Target="../notesSlides/notesSlide14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99.xml"/><Relationship Id="rId3" Type="http://schemas.openxmlformats.org/officeDocument/2006/relationships/tags" Target="../tags/tag380.xml"/><Relationship Id="rId29" Type="http://schemas.openxmlformats.org/officeDocument/2006/relationships/tags" Target="../tags/tag398.xml"/><Relationship Id="rId28" Type="http://schemas.openxmlformats.org/officeDocument/2006/relationships/image" Target="../media/image95.svg"/><Relationship Id="rId27" Type="http://schemas.openxmlformats.org/officeDocument/2006/relationships/image" Target="../media/image94.png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image" Target="../media/image93.svg"/><Relationship Id="rId20" Type="http://schemas.openxmlformats.org/officeDocument/2006/relationships/image" Target="../media/image92.png"/><Relationship Id="rId2" Type="http://schemas.openxmlformats.org/officeDocument/2006/relationships/image" Target="../media/image7.png"/><Relationship Id="rId19" Type="http://schemas.openxmlformats.org/officeDocument/2006/relationships/tags" Target="../tags/tag392.xml"/><Relationship Id="rId18" Type="http://schemas.openxmlformats.org/officeDocument/2006/relationships/tags" Target="../tags/tag391.xml"/><Relationship Id="rId17" Type="http://schemas.openxmlformats.org/officeDocument/2006/relationships/tags" Target="../tags/tag390.xml"/><Relationship Id="rId16" Type="http://schemas.openxmlformats.org/officeDocument/2006/relationships/tags" Target="../tags/tag389.xml"/><Relationship Id="rId15" Type="http://schemas.openxmlformats.org/officeDocument/2006/relationships/tags" Target="../tags/tag388.xml"/><Relationship Id="rId14" Type="http://schemas.openxmlformats.org/officeDocument/2006/relationships/image" Target="../media/image91.svg"/><Relationship Id="rId13" Type="http://schemas.openxmlformats.org/officeDocument/2006/relationships/image" Target="../media/image90.png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NULL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image" Target="../media/image9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医生治疗师手里拿着一个蓝色手套听诊器。心脏病学、医疗保健、医疗服务的概念。近距离"/>
          <p:cNvPicPr>
            <a:picLocks noChangeAspect="1"/>
          </p:cNvPicPr>
          <p:nvPr/>
        </p:nvPicPr>
        <p:blipFill>
          <a:blip r:embed="rId1"/>
          <a:srcRect l="19793" t="-1115" r="46499" b="1115"/>
          <a:stretch>
            <a:fillRect/>
          </a:stretch>
        </p:blipFill>
        <p:spPr>
          <a:xfrm>
            <a:off x="-121" y="0"/>
            <a:ext cx="3457575" cy="6834453"/>
          </a:xfrm>
          <a:custGeom>
            <a:avLst/>
            <a:gdLst>
              <a:gd name="connsiteX0" fmla="*/ 0 w 3457575"/>
              <a:gd name="connsiteY0" fmla="*/ 0 h 6834453"/>
              <a:gd name="connsiteX1" fmla="*/ 3457575 w 3457575"/>
              <a:gd name="connsiteY1" fmla="*/ 0 h 6834453"/>
              <a:gd name="connsiteX2" fmla="*/ 3457575 w 3457575"/>
              <a:gd name="connsiteY2" fmla="*/ 6834453 h 6834453"/>
              <a:gd name="connsiteX3" fmla="*/ 0 w 3457575"/>
              <a:gd name="connsiteY3" fmla="*/ 6834453 h 683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7575" h="6834453">
                <a:moveTo>
                  <a:pt x="0" y="0"/>
                </a:moveTo>
                <a:lnTo>
                  <a:pt x="3457575" y="0"/>
                </a:lnTo>
                <a:lnTo>
                  <a:pt x="3457575" y="6834453"/>
                </a:lnTo>
                <a:lnTo>
                  <a:pt x="0" y="6834453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0" y="0"/>
            <a:ext cx="3457575" cy="6858000"/>
          </a:xfrm>
          <a:prstGeom prst="rect">
            <a:avLst/>
          </a:prstGeom>
          <a:solidFill>
            <a:srgbClr val="5392CE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65125" y="1238250"/>
            <a:ext cx="4612640" cy="4530090"/>
          </a:xfrm>
          <a:prstGeom prst="ellipse">
            <a:avLst/>
          </a:prstGeom>
          <a:noFill/>
          <a:ln w="25400">
            <a:solidFill>
              <a:srgbClr val="416A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糖尿病血糖检测控制血糖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6684" b="16684"/>
          <a:stretch>
            <a:fillRect/>
          </a:stretch>
        </p:blipFill>
        <p:spPr>
          <a:xfrm flipH="1">
            <a:off x="536575" y="1409700"/>
            <a:ext cx="4323715" cy="4323715"/>
          </a:xfrm>
          <a:custGeom>
            <a:avLst/>
            <a:gdLst>
              <a:gd name="connsiteX0" fmla="*/ 2564607 w 5129214"/>
              <a:gd name="connsiteY0" fmla="*/ 0 h 5129214"/>
              <a:gd name="connsiteX1" fmla="*/ 0 w 5129214"/>
              <a:gd name="connsiteY1" fmla="*/ 2564607 h 5129214"/>
              <a:gd name="connsiteX2" fmla="*/ 2564607 w 5129214"/>
              <a:gd name="connsiteY2" fmla="*/ 5129214 h 5129214"/>
              <a:gd name="connsiteX3" fmla="*/ 5129214 w 5129214"/>
              <a:gd name="connsiteY3" fmla="*/ 2564607 h 5129214"/>
              <a:gd name="connsiteX4" fmla="*/ 2564607 w 5129214"/>
              <a:gd name="connsiteY4" fmla="*/ 0 h 512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9214" h="5129214">
                <a:moveTo>
                  <a:pt x="2564607" y="0"/>
                </a:moveTo>
                <a:cubicBezTo>
                  <a:pt x="1148214" y="0"/>
                  <a:pt x="0" y="1148214"/>
                  <a:pt x="0" y="2564607"/>
                </a:cubicBezTo>
                <a:cubicBezTo>
                  <a:pt x="0" y="3981000"/>
                  <a:pt x="1148214" y="5129214"/>
                  <a:pt x="2564607" y="5129214"/>
                </a:cubicBezTo>
                <a:cubicBezTo>
                  <a:pt x="3981000" y="5129214"/>
                  <a:pt x="5129214" y="3981000"/>
                  <a:pt x="5129214" y="2564607"/>
                </a:cubicBezTo>
                <a:cubicBezTo>
                  <a:pt x="5129214" y="1148214"/>
                  <a:pt x="3981000" y="0"/>
                  <a:pt x="2564607" y="0"/>
                </a:cubicBezTo>
                <a:close/>
              </a:path>
            </a:pathLst>
          </a:custGeom>
        </p:spPr>
      </p:pic>
      <p:sp>
        <p:nvSpPr>
          <p:cNvPr id="8" name="文本框 7"/>
          <p:cNvSpPr txBox="1"/>
          <p:nvPr/>
        </p:nvSpPr>
        <p:spPr>
          <a:xfrm>
            <a:off x="5208905" y="1299845"/>
            <a:ext cx="55797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003E87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rPr>
              <a:t>基于逻辑回归的糖尿病患者饮食推荐分类</a:t>
            </a:r>
            <a:endParaRPr kumimoji="1" lang="zh-CN" altLang="en-US" sz="5400" b="1" i="0" u="none" strike="noStrike" kern="1200" cap="none" spc="0" normalizeH="0" baseline="0" noProof="0">
              <a:ln>
                <a:noFill/>
              </a:ln>
              <a:solidFill>
                <a:srgbClr val="003E87"/>
              </a:solidFill>
              <a:effectLst/>
              <a:uLnTx/>
              <a:uFillTx/>
              <a:latin typeface="HYYakuHei 65W" panose="020B0604020202020204" pitchFamily="34" charset="-122"/>
              <a:ea typeface="HYYakuHei 65W" panose="020B0604020202020204" pitchFamily="34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354953" y="6321811"/>
            <a:ext cx="1015461" cy="204082"/>
            <a:chOff x="4474642" y="5659814"/>
            <a:chExt cx="1570806" cy="315693"/>
          </a:xfrm>
          <a:solidFill>
            <a:schemeClr val="bg1"/>
          </a:solidFill>
        </p:grpSpPr>
        <p:sp>
          <p:nvSpPr>
            <p:cNvPr id="13" name="平行四边形 12"/>
            <p:cNvSpPr/>
            <p:nvPr/>
          </p:nvSpPr>
          <p:spPr>
            <a:xfrm>
              <a:off x="4474642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4795154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>
              <a:off x="5115666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6" name="平行四边形 15"/>
            <p:cNvSpPr/>
            <p:nvPr/>
          </p:nvSpPr>
          <p:spPr>
            <a:xfrm>
              <a:off x="5436178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7" name="平行四边形 16"/>
            <p:cNvSpPr/>
            <p:nvPr/>
          </p:nvSpPr>
          <p:spPr>
            <a:xfrm>
              <a:off x="5756690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</p:grpSp>
      <p:cxnSp>
        <p:nvCxnSpPr>
          <p:cNvPr id="19" name="直线连接符 18"/>
          <p:cNvCxnSpPr/>
          <p:nvPr/>
        </p:nvCxnSpPr>
        <p:spPr>
          <a:xfrm>
            <a:off x="6106779" y="4305333"/>
            <a:ext cx="3783531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1644313" y="0"/>
            <a:ext cx="547687" cy="6858000"/>
          </a:xfrm>
          <a:prstGeom prst="rect">
            <a:avLst/>
          </a:prstGeom>
          <a:solidFill>
            <a:srgbClr val="5392CE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5992755" y="4200562"/>
            <a:ext cx="209542" cy="209542"/>
          </a:xfrm>
          <a:prstGeom prst="diamond">
            <a:avLst/>
          </a:prstGeom>
          <a:solidFill>
            <a:srgbClr val="416A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27" name="对象 -2147482624"/>
          <p:cNvGraphicFramePr>
            <a:graphicFrameLocks noChangeAspect="1"/>
          </p:cNvGraphicFramePr>
          <p:nvPr/>
        </p:nvGraphicFramePr>
        <p:xfrm>
          <a:off x="9693275" y="81915"/>
          <a:ext cx="185991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4" imgW="1696085" imgH="698500" progId="PBrush">
                  <p:embed/>
                </p:oleObj>
              </mc:Choice>
              <mc:Fallback>
                <p:oleObj name="" r:id="rId4" imgW="1696085" imgH="6985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93275" y="81915"/>
                        <a:ext cx="1859915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 descr="http://www.gzu.edu.cn/gzu/biaoshi.png"/>
          <p:cNvPicPr>
            <a:picLocks noChangeAspect="1" noChangeArrowheads="1"/>
          </p:cNvPicPr>
          <p:nvPr/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04605" y="76200"/>
            <a:ext cx="90106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/>
          <p:cNvSpPr txBox="1"/>
          <p:nvPr/>
        </p:nvSpPr>
        <p:spPr>
          <a:xfrm>
            <a:off x="6845433" y="6179482"/>
            <a:ext cx="459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32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32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370445" y="4527550"/>
            <a:ext cx="3747770" cy="753745"/>
          </a:xfrm>
          <a:prstGeom prst="roundRect">
            <a:avLst/>
          </a:prstGeom>
          <a:solidFill>
            <a:srgbClr val="003E87"/>
          </a:solidFill>
          <a:ln>
            <a:solidFill>
              <a:srgbClr val="416A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 defTabSz="457200"/>
            <a:r>
              <a:rPr lang="zh-CN" altLang="en-US" b="1"/>
              <a:t>软工</a:t>
            </a:r>
            <a:r>
              <a:rPr lang="en-US" altLang="zh-CN" b="1"/>
              <a:t>2301-2300770279-</a:t>
            </a:r>
            <a:r>
              <a:rPr lang="zh-CN" altLang="en-US" b="1"/>
              <a:t>李蕊</a:t>
            </a:r>
            <a:endParaRPr lang="zh-CN" altLang="en-US" b="1"/>
          </a:p>
          <a:p>
            <a:pPr algn="l" defTabSz="457200"/>
            <a:r>
              <a:rPr lang="zh-CN" altLang="en-US" b="1"/>
              <a:t>软工</a:t>
            </a:r>
            <a:r>
              <a:rPr lang="en-US" altLang="zh-CN" b="1"/>
              <a:t>2303-2300770255-</a:t>
            </a:r>
            <a:r>
              <a:rPr lang="zh-CN" altLang="en-US" b="1"/>
              <a:t>李宇彤</a:t>
            </a:r>
            <a:endParaRPr lang="zh-CN" altLang="en-US" b="1"/>
          </a:p>
        </p:txBody>
      </p:sp>
      <p:sp>
        <p:nvSpPr>
          <p:cNvPr id="35" name="圆角矩形 34"/>
          <p:cNvSpPr/>
          <p:nvPr/>
        </p:nvSpPr>
        <p:spPr>
          <a:xfrm>
            <a:off x="5288915" y="4726305"/>
            <a:ext cx="1894840" cy="422910"/>
          </a:xfrm>
          <a:prstGeom prst="roundRect">
            <a:avLst/>
          </a:prstGeom>
          <a:solidFill>
            <a:srgbClr val="003E87"/>
          </a:solidFill>
          <a:ln>
            <a:solidFill>
              <a:srgbClr val="416A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r>
              <a:rPr lang="zh-CN" altLang="en-US" b="1"/>
              <a:t>指导老师：胡滨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descr="医疗技术的概念，听诊器与医疗背景的虚拟屏幕上的医疗图标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403" r="8403"/>
          <a:stretch>
            <a:fillRect/>
          </a:stretch>
        </p:blipFill>
        <p:spPr>
          <a:xfrm>
            <a:off x="-97155" y="-125095"/>
            <a:ext cx="12569190" cy="7553325"/>
          </a:xfrm>
          <a:prstGeom prst="rect">
            <a:avLst/>
          </a:prstGeom>
        </p:spPr>
      </p:pic>
      <p:sp>
        <p:nvSpPr>
          <p:cNvPr id="4" name="任意多边形 3"/>
          <p:cNvSpPr/>
          <p:nvPr/>
        </p:nvSpPr>
        <p:spPr>
          <a:xfrm>
            <a:off x="3716020" y="-361315"/>
            <a:ext cx="8856345" cy="79216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82" h="12475">
                <a:moveTo>
                  <a:pt x="0" y="0"/>
                </a:moveTo>
                <a:lnTo>
                  <a:pt x="15582" y="0"/>
                </a:lnTo>
                <a:lnTo>
                  <a:pt x="15582" y="12475"/>
                </a:lnTo>
                <a:lnTo>
                  <a:pt x="524" y="12475"/>
                </a:lnTo>
                <a:lnTo>
                  <a:pt x="541" y="12464"/>
                </a:lnTo>
                <a:cubicBezTo>
                  <a:pt x="2643" y="11164"/>
                  <a:pt x="4031" y="8927"/>
                  <a:pt x="4031" y="6385"/>
                </a:cubicBezTo>
                <a:cubicBezTo>
                  <a:pt x="4031" y="3655"/>
                  <a:pt x="2430" y="1276"/>
                  <a:pt x="62" y="3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457200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6859905" y="976630"/>
            <a:ext cx="481965" cy="490220"/>
          </a:xfrm>
          <a:prstGeom prst="ellipse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pic>
        <p:nvPicPr>
          <p:cNvPr id="29" name="图片 1" descr="http://www.gzu.edu.cn/gzu/biaoshi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457690" y="73660"/>
            <a:ext cx="901065" cy="7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/>
          <p:cNvSpPr txBox="1"/>
          <p:nvPr/>
        </p:nvSpPr>
        <p:spPr>
          <a:xfrm>
            <a:off x="7129278" y="6274732"/>
            <a:ext cx="459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32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32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pic>
        <p:nvPicPr>
          <p:cNvPr id="26" name="图片 25" descr="贵大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8755" y="19050"/>
            <a:ext cx="1833245" cy="7854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7820025" y="997585"/>
            <a:ext cx="253873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457200"/>
            <a:r>
              <a:rPr lang="zh-CN" altLang="en-US" sz="2400" b="1">
                <a:solidFill>
                  <a:srgbClr val="02549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02549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" name="矩形 34"/>
          <p:cNvSpPr>
            <a:spLocks noChangeArrowheads="1"/>
          </p:cNvSpPr>
          <p:nvPr/>
        </p:nvSpPr>
        <p:spPr bwMode="auto">
          <a:xfrm>
            <a:off x="318949" y="186055"/>
            <a:ext cx="1859280" cy="1106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5"/>
          <p:cNvSpPr>
            <a:spLocks noChangeArrowheads="1"/>
          </p:cNvSpPr>
          <p:nvPr/>
        </p:nvSpPr>
        <p:spPr bwMode="auto">
          <a:xfrm>
            <a:off x="396949" y="1221106"/>
            <a:ext cx="1738556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alpha val="91000"/>
                  </a:schemeClr>
                </a:solidFill>
                <a:effectLst/>
                <a:uLnTx/>
                <a:uFillTx/>
                <a:latin typeface="Arial Nova Light"/>
                <a:ea typeface="黑体" panose="02010609060101010101" charset="-122"/>
                <a:cs typeface="Times New Roman" panose="02020603050405020304" pitchFamily="18" charset="0"/>
              </a:rPr>
              <a:t>CONTENT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  <a:alpha val="91000"/>
                  </a:schemeClr>
                </a:solidFill>
                <a:effectLst/>
                <a:uLnTx/>
                <a:uFillTx/>
                <a:latin typeface="Arial Nova Light"/>
                <a:ea typeface="黑体" panose="02010609060101010101" charset="-122"/>
                <a:cs typeface="Times New Roman" panose="02020603050405020304" pitchFamily="18" charset="0"/>
              </a:rPr>
              <a:t>S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  <a:alpha val="91000"/>
                </a:schemeClr>
              </a:solidFill>
              <a:effectLst/>
              <a:uLnTx/>
              <a:uFillTx/>
              <a:latin typeface="Arial Nova Light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圆角矩形 38"/>
          <p:cNvSpPr/>
          <p:nvPr>
            <p:custDataLst>
              <p:tags r:id="rId7"/>
            </p:custDataLst>
          </p:nvPr>
        </p:nvSpPr>
        <p:spPr>
          <a:xfrm>
            <a:off x="7724140" y="975995"/>
            <a:ext cx="2703830" cy="544830"/>
          </a:xfrm>
          <a:prstGeom prst="roundRect">
            <a:avLst/>
          </a:prstGeom>
          <a:noFill/>
          <a:ln w="38100">
            <a:solidFill>
              <a:srgbClr val="538F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F9EC3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8"/>
            </p:custDataLst>
          </p:nvPr>
        </p:nvSpPr>
        <p:spPr>
          <a:xfrm>
            <a:off x="6859905" y="2092325"/>
            <a:ext cx="481965" cy="490220"/>
          </a:xfrm>
          <a:prstGeom prst="ellipse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7820025" y="2167255"/>
            <a:ext cx="253873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457200"/>
            <a:r>
              <a:rPr lang="zh-CN" altLang="en-US" sz="2400" b="1">
                <a:solidFill>
                  <a:srgbClr val="02549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02549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圆角矩形 26"/>
          <p:cNvSpPr/>
          <p:nvPr>
            <p:custDataLst>
              <p:tags r:id="rId10"/>
            </p:custDataLst>
          </p:nvPr>
        </p:nvSpPr>
        <p:spPr>
          <a:xfrm>
            <a:off x="7724140" y="2091690"/>
            <a:ext cx="2703830" cy="544830"/>
          </a:xfrm>
          <a:prstGeom prst="roundRect">
            <a:avLst/>
          </a:prstGeom>
          <a:noFill/>
          <a:ln w="38100">
            <a:solidFill>
              <a:srgbClr val="538F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F9EC3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1"/>
            </p:custDataLst>
          </p:nvPr>
        </p:nvSpPr>
        <p:spPr>
          <a:xfrm>
            <a:off x="6850380" y="3208655"/>
            <a:ext cx="481965" cy="490220"/>
          </a:xfrm>
          <a:prstGeom prst="ellipse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2"/>
            </p:custDataLst>
          </p:nvPr>
        </p:nvSpPr>
        <p:spPr>
          <a:xfrm>
            <a:off x="7810500" y="3283585"/>
            <a:ext cx="253873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457200"/>
            <a:r>
              <a:rPr lang="zh-CN" altLang="en-US" sz="2400" b="1">
                <a:solidFill>
                  <a:srgbClr val="02549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02549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圆角矩形 42"/>
          <p:cNvSpPr/>
          <p:nvPr>
            <p:custDataLst>
              <p:tags r:id="rId13"/>
            </p:custDataLst>
          </p:nvPr>
        </p:nvSpPr>
        <p:spPr>
          <a:xfrm>
            <a:off x="7714615" y="3208020"/>
            <a:ext cx="2703830" cy="544830"/>
          </a:xfrm>
          <a:prstGeom prst="roundRect">
            <a:avLst/>
          </a:prstGeom>
          <a:noFill/>
          <a:ln w="38100">
            <a:solidFill>
              <a:srgbClr val="538F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F9EC3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 sz="2400"/>
          </a:p>
        </p:txBody>
      </p:sp>
      <p:sp>
        <p:nvSpPr>
          <p:cNvPr id="44" name="椭圆 43"/>
          <p:cNvSpPr/>
          <p:nvPr>
            <p:custDataLst>
              <p:tags r:id="rId14"/>
            </p:custDataLst>
          </p:nvPr>
        </p:nvSpPr>
        <p:spPr>
          <a:xfrm>
            <a:off x="6859905" y="4324985"/>
            <a:ext cx="481965" cy="490220"/>
          </a:xfrm>
          <a:prstGeom prst="ellipse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7820025" y="4413250"/>
            <a:ext cx="253873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457200"/>
            <a:r>
              <a:rPr lang="zh-CN" altLang="en-US" sz="2400" b="1">
                <a:solidFill>
                  <a:srgbClr val="02549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02549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7724140" y="4324350"/>
            <a:ext cx="2703830" cy="544830"/>
          </a:xfrm>
          <a:prstGeom prst="roundRect">
            <a:avLst/>
          </a:prstGeom>
          <a:noFill/>
          <a:ln w="38100">
            <a:solidFill>
              <a:srgbClr val="538F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F9EC3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17"/>
            </p:custDataLst>
          </p:nvPr>
        </p:nvSpPr>
        <p:spPr>
          <a:xfrm>
            <a:off x="6850380" y="5440680"/>
            <a:ext cx="481965" cy="490220"/>
          </a:xfrm>
          <a:prstGeom prst="ellipse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18"/>
            </p:custDataLst>
          </p:nvPr>
        </p:nvSpPr>
        <p:spPr>
          <a:xfrm>
            <a:off x="7810500" y="5515610"/>
            <a:ext cx="253873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457200"/>
            <a:r>
              <a:rPr lang="zh-CN" altLang="en-US" sz="2400" b="1">
                <a:solidFill>
                  <a:srgbClr val="02549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02549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圆角矩形 49"/>
          <p:cNvSpPr/>
          <p:nvPr>
            <p:custDataLst>
              <p:tags r:id="rId19"/>
            </p:custDataLst>
          </p:nvPr>
        </p:nvSpPr>
        <p:spPr>
          <a:xfrm>
            <a:off x="7714615" y="5440045"/>
            <a:ext cx="2703830" cy="544830"/>
          </a:xfrm>
          <a:prstGeom prst="roundRect">
            <a:avLst/>
          </a:prstGeom>
          <a:noFill/>
          <a:ln w="38100">
            <a:solidFill>
              <a:srgbClr val="538F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F9EC3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圆角矩形 112"/>
          <p:cNvSpPr/>
          <p:nvPr/>
        </p:nvSpPr>
        <p:spPr>
          <a:xfrm>
            <a:off x="7350125" y="2647950"/>
            <a:ext cx="3145790" cy="702310"/>
          </a:xfrm>
          <a:prstGeom prst="roundRect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grpSp>
        <p:nvGrpSpPr>
          <p:cNvPr id="102" name="组合 101"/>
          <p:cNvGrpSpPr/>
          <p:nvPr>
            <p:custDataLst>
              <p:tags r:id="rId1"/>
            </p:custDataLst>
          </p:nvPr>
        </p:nvGrpSpPr>
        <p:grpSpPr>
          <a:xfrm rot="0">
            <a:off x="2310130" y="1511935"/>
            <a:ext cx="4457997" cy="3781731"/>
            <a:chOff x="2102" y="3422"/>
            <a:chExt cx="14997" cy="12359"/>
          </a:xfrm>
        </p:grpSpPr>
        <p:sp>
          <p:nvSpPr>
            <p:cNvPr id="103" name="任意多边形: 形状 2678"/>
            <p:cNvSpPr/>
            <p:nvPr>
              <p:custDataLst>
                <p:tags r:id="rId2"/>
              </p:custDataLst>
            </p:nvPr>
          </p:nvSpPr>
          <p:spPr>
            <a:xfrm>
              <a:off x="2102" y="3422"/>
              <a:ext cx="14997" cy="12359"/>
            </a:xfrm>
            <a:custGeom>
              <a:avLst/>
              <a:gdLst>
                <a:gd name="connsiteX0" fmla="*/ 1242647 w 3819074"/>
                <a:gd name="connsiteY0" fmla="*/ 3146242 h 3146477"/>
                <a:gd name="connsiteX1" fmla="*/ 920417 w 3819074"/>
                <a:gd name="connsiteY1" fmla="*/ 3039753 h 3146477"/>
                <a:gd name="connsiteX2" fmla="*/ 789924 w 3819074"/>
                <a:gd name="connsiteY2" fmla="*/ 2482445 h 3146477"/>
                <a:gd name="connsiteX3" fmla="*/ 746204 w 3819074"/>
                <a:gd name="connsiteY3" fmla="*/ 1937806 h 3146477"/>
                <a:gd name="connsiteX4" fmla="*/ 392065 w 3819074"/>
                <a:gd name="connsiteY4" fmla="*/ 1430885 h 3146477"/>
                <a:gd name="connsiteX5" fmla="*/ 82788 w 3819074"/>
                <a:gd name="connsiteY5" fmla="*/ 430760 h 3146477"/>
                <a:gd name="connsiteX6" fmla="*/ 884602 w 3819074"/>
                <a:gd name="connsiteY6" fmla="*/ 272550 h 3146477"/>
                <a:gd name="connsiteX7" fmla="*/ 1425051 w 3819074"/>
                <a:gd name="connsiteY7" fmla="*/ 288933 h 3146477"/>
                <a:gd name="connsiteX8" fmla="*/ 1948926 w 3819074"/>
                <a:gd name="connsiteY8" fmla="*/ 134438 h 3146477"/>
                <a:gd name="connsiteX9" fmla="*/ 2838942 w 3819074"/>
                <a:gd name="connsiteY9" fmla="*/ 109292 h 3146477"/>
                <a:gd name="connsiteX10" fmla="*/ 2859802 w 3819074"/>
                <a:gd name="connsiteY10" fmla="*/ 123008 h 3146477"/>
                <a:gd name="connsiteX11" fmla="*/ 3817445 w 3819074"/>
                <a:gd name="connsiteY11" fmla="*/ 1236575 h 3146477"/>
                <a:gd name="connsiteX12" fmla="*/ 3633803 w 3819074"/>
                <a:gd name="connsiteY12" fmla="*/ 1774262 h 3146477"/>
                <a:gd name="connsiteX13" fmla="*/ 3345672 w 3819074"/>
                <a:gd name="connsiteY13" fmla="*/ 2532071 h 3146477"/>
                <a:gd name="connsiteX14" fmla="*/ 3285760 w 3819074"/>
                <a:gd name="connsiteY14" fmla="*/ 2638655 h 3146477"/>
                <a:gd name="connsiteX15" fmla="*/ 2827893 w 3819074"/>
                <a:gd name="connsiteY15" fmla="*/ 2609318 h 3146477"/>
                <a:gd name="connsiteX16" fmla="*/ 2312686 w 3819074"/>
                <a:gd name="connsiteY16" fmla="*/ 2568647 h 3146477"/>
                <a:gd name="connsiteX17" fmla="*/ 1865011 w 3819074"/>
                <a:gd name="connsiteY17" fmla="*/ 2849444 h 3146477"/>
                <a:gd name="connsiteX18" fmla="*/ 1242647 w 3819074"/>
                <a:gd name="connsiteY18" fmla="*/ 3146242 h 3146477"/>
                <a:gd name="connsiteX19" fmla="*/ 529034 w 3819074"/>
                <a:gd name="connsiteY19" fmla="*/ 254548 h 3146477"/>
                <a:gd name="connsiteX20" fmla="*/ 90884 w 3819074"/>
                <a:gd name="connsiteY20" fmla="*/ 436189 h 3146477"/>
                <a:gd name="connsiteX21" fmla="*/ 399685 w 3819074"/>
                <a:gd name="connsiteY21" fmla="*/ 1424885 h 3146477"/>
                <a:gd name="connsiteX22" fmla="*/ 754872 w 3819074"/>
                <a:gd name="connsiteY22" fmla="*/ 1933424 h 3146477"/>
                <a:gd name="connsiteX23" fmla="*/ 799639 w 3819074"/>
                <a:gd name="connsiteY23" fmla="*/ 2483493 h 3146477"/>
                <a:gd name="connsiteX24" fmla="*/ 925846 w 3819074"/>
                <a:gd name="connsiteY24" fmla="*/ 3031752 h 3146477"/>
                <a:gd name="connsiteX25" fmla="*/ 1859867 w 3819074"/>
                <a:gd name="connsiteY25" fmla="*/ 2841728 h 3146477"/>
                <a:gd name="connsiteX26" fmla="*/ 2308876 w 3819074"/>
                <a:gd name="connsiteY26" fmla="*/ 2559979 h 3146477"/>
                <a:gd name="connsiteX27" fmla="*/ 2830370 w 3819074"/>
                <a:gd name="connsiteY27" fmla="*/ 2600079 h 3146477"/>
                <a:gd name="connsiteX28" fmla="*/ 3280616 w 3819074"/>
                <a:gd name="connsiteY28" fmla="*/ 2630845 h 3146477"/>
                <a:gd name="connsiteX29" fmla="*/ 3336433 w 3819074"/>
                <a:gd name="connsiteY29" fmla="*/ 2530832 h 3146477"/>
                <a:gd name="connsiteX30" fmla="*/ 3625707 w 3819074"/>
                <a:gd name="connsiteY30" fmla="*/ 1769594 h 3146477"/>
                <a:gd name="connsiteX31" fmla="*/ 3808206 w 3819074"/>
                <a:gd name="connsiteY31" fmla="*/ 1237337 h 3146477"/>
                <a:gd name="connsiteX32" fmla="*/ 2855706 w 3819074"/>
                <a:gd name="connsiteY32" fmla="*/ 131199 h 3146477"/>
                <a:gd name="connsiteX33" fmla="*/ 2834751 w 3819074"/>
                <a:gd name="connsiteY33" fmla="*/ 117483 h 3146477"/>
                <a:gd name="connsiteX34" fmla="*/ 1953212 w 3819074"/>
                <a:gd name="connsiteY34" fmla="*/ 143486 h 3146477"/>
                <a:gd name="connsiteX35" fmla="*/ 1427147 w 3819074"/>
                <a:gd name="connsiteY35" fmla="*/ 298553 h 3146477"/>
                <a:gd name="connsiteX36" fmla="*/ 884221 w 3819074"/>
                <a:gd name="connsiteY36" fmla="*/ 282170 h 3146477"/>
                <a:gd name="connsiteX37" fmla="*/ 529034 w 3819074"/>
                <a:gd name="connsiteY37" fmla="*/ 254548 h 3146477"/>
                <a:gd name="connsiteX38" fmla="*/ 1241981 w 3819074"/>
                <a:gd name="connsiteY38" fmla="*/ 2764386 h 3146477"/>
                <a:gd name="connsiteX39" fmla="*/ 1241981 w 3819074"/>
                <a:gd name="connsiteY39" fmla="*/ 2764386 h 3146477"/>
                <a:gd name="connsiteX40" fmla="*/ 1157589 w 3819074"/>
                <a:gd name="connsiteY40" fmla="*/ 2737906 h 3146477"/>
                <a:gd name="connsiteX41" fmla="*/ 1155303 w 3819074"/>
                <a:gd name="connsiteY41" fmla="*/ 2736667 h 3146477"/>
                <a:gd name="connsiteX42" fmla="*/ 1155303 w 3819074"/>
                <a:gd name="connsiteY42" fmla="*/ 2734096 h 3146477"/>
                <a:gd name="connsiteX43" fmla="*/ 1169305 w 3819074"/>
                <a:gd name="connsiteY43" fmla="*/ 2523117 h 3146477"/>
                <a:gd name="connsiteX44" fmla="*/ 1085009 w 3819074"/>
                <a:gd name="connsiteY44" fmla="*/ 1762355 h 3146477"/>
                <a:gd name="connsiteX45" fmla="*/ 690197 w 3819074"/>
                <a:gd name="connsiteY45" fmla="*/ 1193618 h 3146477"/>
                <a:gd name="connsiteX46" fmla="*/ 402447 w 3819074"/>
                <a:gd name="connsiteY46" fmla="*/ 777947 h 3146477"/>
                <a:gd name="connsiteX47" fmla="*/ 399113 w 3819074"/>
                <a:gd name="connsiteY47" fmla="*/ 643263 h 3146477"/>
                <a:gd name="connsiteX48" fmla="*/ 399970 w 3819074"/>
                <a:gd name="connsiteY48" fmla="*/ 642025 h 3146477"/>
                <a:gd name="connsiteX49" fmla="*/ 401304 w 3819074"/>
                <a:gd name="connsiteY49" fmla="*/ 641453 h 3146477"/>
                <a:gd name="connsiteX50" fmla="*/ 530368 w 3819074"/>
                <a:gd name="connsiteY50" fmla="*/ 626213 h 3146477"/>
                <a:gd name="connsiteX51" fmla="*/ 841645 w 3819074"/>
                <a:gd name="connsiteY51" fmla="*/ 651264 h 3146477"/>
                <a:gd name="connsiteX52" fmla="*/ 1255315 w 3819074"/>
                <a:gd name="connsiteY52" fmla="*/ 682220 h 3146477"/>
                <a:gd name="connsiteX53" fmla="*/ 1485249 w 3819074"/>
                <a:gd name="connsiteY53" fmla="*/ 665742 h 3146477"/>
                <a:gd name="connsiteX54" fmla="*/ 2082086 w 3819074"/>
                <a:gd name="connsiteY54" fmla="*/ 492101 h 3146477"/>
                <a:gd name="connsiteX55" fmla="*/ 2483183 w 3819074"/>
                <a:gd name="connsiteY55" fmla="*/ 381516 h 3146477"/>
                <a:gd name="connsiteX56" fmla="*/ 2630630 w 3819074"/>
                <a:gd name="connsiteY56" fmla="*/ 428665 h 3146477"/>
                <a:gd name="connsiteX57" fmla="*/ 2651681 w 3819074"/>
                <a:gd name="connsiteY57" fmla="*/ 441905 h 3146477"/>
                <a:gd name="connsiteX58" fmla="*/ 3437683 w 3819074"/>
                <a:gd name="connsiteY58" fmla="*/ 1267246 h 3146477"/>
                <a:gd name="connsiteX59" fmla="*/ 3301381 w 3819074"/>
                <a:gd name="connsiteY59" fmla="*/ 1588238 h 3146477"/>
                <a:gd name="connsiteX60" fmla="*/ 3010202 w 3819074"/>
                <a:gd name="connsiteY60" fmla="*/ 2256798 h 3146477"/>
                <a:gd name="connsiteX61" fmla="*/ 3008963 w 3819074"/>
                <a:gd name="connsiteY61" fmla="*/ 2261275 h 3146477"/>
                <a:gd name="connsiteX62" fmla="*/ 3004487 w 3819074"/>
                <a:gd name="connsiteY62" fmla="*/ 2260227 h 3146477"/>
                <a:gd name="connsiteX63" fmla="*/ 2920762 w 3819074"/>
                <a:gd name="connsiteY63" fmla="*/ 2239844 h 3146477"/>
                <a:gd name="connsiteX64" fmla="*/ 2919809 w 3819074"/>
                <a:gd name="connsiteY64" fmla="*/ 2239844 h 3146477"/>
                <a:gd name="connsiteX65" fmla="*/ 2451465 w 3819074"/>
                <a:gd name="connsiteY65" fmla="*/ 2162882 h 3146477"/>
                <a:gd name="connsiteX66" fmla="*/ 2156190 w 3819074"/>
                <a:gd name="connsiteY66" fmla="*/ 2221746 h 3146477"/>
                <a:gd name="connsiteX67" fmla="*/ 1641173 w 3819074"/>
                <a:gd name="connsiteY67" fmla="*/ 2541786 h 3146477"/>
                <a:gd name="connsiteX68" fmla="*/ 1241981 w 3819074"/>
                <a:gd name="connsiteY68" fmla="*/ 2764386 h 3146477"/>
                <a:gd name="connsiteX69" fmla="*/ 1164447 w 3819074"/>
                <a:gd name="connsiteY69" fmla="*/ 2730857 h 3146477"/>
                <a:gd name="connsiteX70" fmla="*/ 1241885 w 3819074"/>
                <a:gd name="connsiteY70" fmla="*/ 2754861 h 3146477"/>
                <a:gd name="connsiteX71" fmla="*/ 1241885 w 3819074"/>
                <a:gd name="connsiteY71" fmla="*/ 2754861 h 3146477"/>
                <a:gd name="connsiteX72" fmla="*/ 1635458 w 3819074"/>
                <a:gd name="connsiteY72" fmla="*/ 2533880 h 3146477"/>
                <a:gd name="connsiteX73" fmla="*/ 2152190 w 3819074"/>
                <a:gd name="connsiteY73" fmla="*/ 2212697 h 3146477"/>
                <a:gd name="connsiteX74" fmla="*/ 2451656 w 3819074"/>
                <a:gd name="connsiteY74" fmla="*/ 2153071 h 3146477"/>
                <a:gd name="connsiteX75" fmla="*/ 2922191 w 3819074"/>
                <a:gd name="connsiteY75" fmla="*/ 2230319 h 3146477"/>
                <a:gd name="connsiteX76" fmla="*/ 2923238 w 3819074"/>
                <a:gd name="connsiteY76" fmla="*/ 2230319 h 3146477"/>
                <a:gd name="connsiteX77" fmla="*/ 3002296 w 3819074"/>
                <a:gd name="connsiteY77" fmla="*/ 2249369 h 3146477"/>
                <a:gd name="connsiteX78" fmla="*/ 3293189 w 3819074"/>
                <a:gd name="connsiteY78" fmla="*/ 1582619 h 3146477"/>
                <a:gd name="connsiteX79" fmla="*/ 3428444 w 3819074"/>
                <a:gd name="connsiteY79" fmla="*/ 1267055 h 3146477"/>
                <a:gd name="connsiteX80" fmla="*/ 2646537 w 3819074"/>
                <a:gd name="connsiteY80" fmla="*/ 448953 h 3146477"/>
                <a:gd name="connsiteX81" fmla="*/ 2625582 w 3819074"/>
                <a:gd name="connsiteY81" fmla="*/ 435237 h 3146477"/>
                <a:gd name="connsiteX82" fmla="*/ 2483374 w 3819074"/>
                <a:gd name="connsiteY82" fmla="*/ 389707 h 3146477"/>
                <a:gd name="connsiteX83" fmla="*/ 2085705 w 3819074"/>
                <a:gd name="connsiteY83" fmla="*/ 499626 h 3146477"/>
                <a:gd name="connsiteX84" fmla="*/ 1486868 w 3819074"/>
                <a:gd name="connsiteY84" fmla="*/ 673743 h 3146477"/>
                <a:gd name="connsiteX85" fmla="*/ 1255506 w 3819074"/>
                <a:gd name="connsiteY85" fmla="*/ 690793 h 3146477"/>
                <a:gd name="connsiteX86" fmla="*/ 840788 w 3819074"/>
                <a:gd name="connsiteY86" fmla="*/ 659837 h 3146477"/>
                <a:gd name="connsiteX87" fmla="*/ 530558 w 3819074"/>
                <a:gd name="connsiteY87" fmla="*/ 634786 h 3146477"/>
                <a:gd name="connsiteX88" fmla="*/ 406733 w 3819074"/>
                <a:gd name="connsiteY88" fmla="*/ 648788 h 3146477"/>
                <a:gd name="connsiteX89" fmla="*/ 411686 w 3819074"/>
                <a:gd name="connsiteY89" fmla="*/ 773279 h 3146477"/>
                <a:gd name="connsiteX90" fmla="*/ 698103 w 3819074"/>
                <a:gd name="connsiteY90" fmla="*/ 1186664 h 3146477"/>
                <a:gd name="connsiteX91" fmla="*/ 1093390 w 3819074"/>
                <a:gd name="connsiteY91" fmla="*/ 1757021 h 3146477"/>
                <a:gd name="connsiteX92" fmla="*/ 1179115 w 3819074"/>
                <a:gd name="connsiteY92" fmla="*/ 2523117 h 3146477"/>
                <a:gd name="connsiteX93" fmla="*/ 1164161 w 3819074"/>
                <a:gd name="connsiteY93" fmla="*/ 2730857 h 3146477"/>
                <a:gd name="connsiteX94" fmla="*/ 1566783 w 3819074"/>
                <a:gd name="connsiteY94" fmla="*/ 2126115 h 3146477"/>
                <a:gd name="connsiteX95" fmla="*/ 1566211 w 3819074"/>
                <a:gd name="connsiteY95" fmla="*/ 2117638 h 3146477"/>
                <a:gd name="connsiteX96" fmla="*/ 1423336 w 3819074"/>
                <a:gd name="connsiteY96" fmla="*/ 1587000 h 3146477"/>
                <a:gd name="connsiteX97" fmla="*/ 1074626 w 3819074"/>
                <a:gd name="connsiteY97" fmla="*/ 1064649 h 3146477"/>
                <a:gd name="connsiteX98" fmla="*/ 1068054 w 3819074"/>
                <a:gd name="connsiteY98" fmla="*/ 1056267 h 3146477"/>
                <a:gd name="connsiteX99" fmla="*/ 1078722 w 3819074"/>
                <a:gd name="connsiteY99" fmla="*/ 1056934 h 3146477"/>
                <a:gd name="connsiteX100" fmla="*/ 1255982 w 3819074"/>
                <a:gd name="connsiteY100" fmla="*/ 1063220 h 3146477"/>
                <a:gd name="connsiteX101" fmla="*/ 1546018 w 3819074"/>
                <a:gd name="connsiteY101" fmla="*/ 1041503 h 3146477"/>
                <a:gd name="connsiteX102" fmla="*/ 2215531 w 3819074"/>
                <a:gd name="connsiteY102" fmla="*/ 848813 h 3146477"/>
                <a:gd name="connsiteX103" fmla="*/ 2452132 w 3819074"/>
                <a:gd name="connsiteY103" fmla="*/ 768136 h 3146477"/>
                <a:gd name="connsiteX104" fmla="*/ 2454132 w 3819074"/>
                <a:gd name="connsiteY104" fmla="*/ 767660 h 3146477"/>
                <a:gd name="connsiteX105" fmla="*/ 2455942 w 3819074"/>
                <a:gd name="connsiteY105" fmla="*/ 768803 h 3146477"/>
                <a:gd name="connsiteX106" fmla="*/ 3046492 w 3819074"/>
                <a:gd name="connsiteY106" fmla="*/ 1255149 h 3146477"/>
                <a:gd name="connsiteX107" fmla="*/ 3047444 w 3819074"/>
                <a:gd name="connsiteY107" fmla="*/ 1257245 h 3146477"/>
                <a:gd name="connsiteX108" fmla="*/ 3046397 w 3819074"/>
                <a:gd name="connsiteY108" fmla="*/ 1259245 h 3146477"/>
                <a:gd name="connsiteX109" fmla="*/ 2969149 w 3819074"/>
                <a:gd name="connsiteY109" fmla="*/ 1402120 h 3146477"/>
                <a:gd name="connsiteX110" fmla="*/ 2764742 w 3819074"/>
                <a:gd name="connsiteY110" fmla="*/ 1809980 h 3146477"/>
                <a:gd name="connsiteX111" fmla="*/ 2763218 w 3819074"/>
                <a:gd name="connsiteY111" fmla="*/ 1813505 h 3146477"/>
                <a:gd name="connsiteX112" fmla="*/ 2759504 w 3819074"/>
                <a:gd name="connsiteY112" fmla="*/ 1812743 h 3146477"/>
                <a:gd name="connsiteX113" fmla="*/ 2451656 w 3819074"/>
                <a:gd name="connsiteY113" fmla="*/ 1781596 h 3146477"/>
                <a:gd name="connsiteX114" fmla="*/ 1999313 w 3819074"/>
                <a:gd name="connsiteY114" fmla="*/ 1874179 h 3146477"/>
                <a:gd name="connsiteX115" fmla="*/ 1573641 w 3819074"/>
                <a:gd name="connsiteY115" fmla="*/ 2121257 h 3146477"/>
                <a:gd name="connsiteX116" fmla="*/ 1087961 w 3819074"/>
                <a:gd name="connsiteY116" fmla="*/ 1067126 h 3146477"/>
                <a:gd name="connsiteX117" fmla="*/ 1430861 w 3819074"/>
                <a:gd name="connsiteY117" fmla="*/ 1582619 h 3146477"/>
                <a:gd name="connsiteX118" fmla="*/ 1574593 w 3819074"/>
                <a:gd name="connsiteY118" fmla="*/ 2108684 h 3146477"/>
                <a:gd name="connsiteX119" fmla="*/ 1994932 w 3819074"/>
                <a:gd name="connsiteY119" fmla="*/ 1865416 h 3146477"/>
                <a:gd name="connsiteX120" fmla="*/ 2451179 w 3819074"/>
                <a:gd name="connsiteY120" fmla="*/ 1772071 h 3146477"/>
                <a:gd name="connsiteX121" fmla="*/ 2756932 w 3819074"/>
                <a:gd name="connsiteY121" fmla="*/ 1802741 h 3146477"/>
                <a:gd name="connsiteX122" fmla="*/ 2960195 w 3819074"/>
                <a:gd name="connsiteY122" fmla="*/ 1397643 h 3146477"/>
                <a:gd name="connsiteX123" fmla="*/ 3036395 w 3819074"/>
                <a:gd name="connsiteY123" fmla="*/ 1257054 h 3146477"/>
                <a:gd name="connsiteX124" fmla="*/ 2451560 w 3819074"/>
                <a:gd name="connsiteY124" fmla="*/ 777947 h 3146477"/>
                <a:gd name="connsiteX125" fmla="*/ 2218388 w 3819074"/>
                <a:gd name="connsiteY125" fmla="*/ 857576 h 3146477"/>
                <a:gd name="connsiteX126" fmla="*/ 1546781 w 3819074"/>
                <a:gd name="connsiteY126" fmla="*/ 1050933 h 3146477"/>
                <a:gd name="connsiteX127" fmla="*/ 1255220 w 3819074"/>
                <a:gd name="connsiteY127" fmla="*/ 1072745 h 3146477"/>
                <a:gd name="connsiteX128" fmla="*/ 1087961 w 3819074"/>
                <a:gd name="connsiteY128" fmla="*/ 1067126 h 3146477"/>
                <a:gd name="connsiteX129" fmla="*/ 1241981 w 3819074"/>
                <a:gd name="connsiteY129" fmla="*/ 2954886 h 3146477"/>
                <a:gd name="connsiteX130" fmla="*/ 1025096 w 3819074"/>
                <a:gd name="connsiteY130" fmla="*/ 2880400 h 3146477"/>
                <a:gd name="connsiteX131" fmla="*/ 979662 w 3819074"/>
                <a:gd name="connsiteY131" fmla="*/ 2502733 h 3146477"/>
                <a:gd name="connsiteX132" fmla="*/ 915559 w 3819074"/>
                <a:gd name="connsiteY132" fmla="*/ 1850081 h 3146477"/>
                <a:gd name="connsiteX133" fmla="*/ 541417 w 3819074"/>
                <a:gd name="connsiteY133" fmla="*/ 1312204 h 3146477"/>
                <a:gd name="connsiteX134" fmla="*/ 241855 w 3819074"/>
                <a:gd name="connsiteY134" fmla="*/ 535249 h 3146477"/>
                <a:gd name="connsiteX135" fmla="*/ 530082 w 3819074"/>
                <a:gd name="connsiteY135" fmla="*/ 435713 h 3146477"/>
                <a:gd name="connsiteX136" fmla="*/ 862790 w 3819074"/>
                <a:gd name="connsiteY136" fmla="*/ 462002 h 3146477"/>
                <a:gd name="connsiteX137" fmla="*/ 1255030 w 3819074"/>
                <a:gd name="connsiteY137" fmla="*/ 491720 h 3146477"/>
                <a:gd name="connsiteX138" fmla="*/ 1455055 w 3819074"/>
                <a:gd name="connsiteY138" fmla="*/ 477242 h 3146477"/>
                <a:gd name="connsiteX139" fmla="*/ 2015601 w 3819074"/>
                <a:gd name="connsiteY139" fmla="*/ 313127 h 3146477"/>
                <a:gd name="connsiteX140" fmla="*/ 2483088 w 3819074"/>
                <a:gd name="connsiteY140" fmla="*/ 190635 h 3146477"/>
                <a:gd name="connsiteX141" fmla="*/ 2734834 w 3819074"/>
                <a:gd name="connsiteY141" fmla="*/ 268835 h 3146477"/>
                <a:gd name="connsiteX142" fmla="*/ 2755789 w 3819074"/>
                <a:gd name="connsiteY142" fmla="*/ 282551 h 3146477"/>
                <a:gd name="connsiteX143" fmla="*/ 3361674 w 3819074"/>
                <a:gd name="connsiteY143" fmla="*/ 735084 h 3146477"/>
                <a:gd name="connsiteX144" fmla="*/ 3627612 w 3819074"/>
                <a:gd name="connsiteY144" fmla="*/ 1251911 h 3146477"/>
                <a:gd name="connsiteX145" fmla="*/ 3467592 w 3819074"/>
                <a:gd name="connsiteY145" fmla="*/ 1681202 h 3146477"/>
                <a:gd name="connsiteX146" fmla="*/ 3161649 w 3819074"/>
                <a:gd name="connsiteY146" fmla="*/ 2474445 h 3146477"/>
                <a:gd name="connsiteX147" fmla="*/ 3160982 w 3819074"/>
                <a:gd name="connsiteY147" fmla="*/ 2478540 h 3146477"/>
                <a:gd name="connsiteX148" fmla="*/ 3156506 w 3819074"/>
                <a:gd name="connsiteY148" fmla="*/ 2478540 h 3146477"/>
                <a:gd name="connsiteX149" fmla="*/ 2873518 w 3819074"/>
                <a:gd name="connsiteY149" fmla="*/ 2424533 h 3146477"/>
                <a:gd name="connsiteX150" fmla="*/ 2451084 w 3819074"/>
                <a:gd name="connsiteY150" fmla="*/ 2353191 h 3146477"/>
                <a:gd name="connsiteX151" fmla="*/ 2233914 w 3819074"/>
                <a:gd name="connsiteY151" fmla="*/ 2395196 h 3146477"/>
                <a:gd name="connsiteX152" fmla="*/ 1752711 w 3819074"/>
                <a:gd name="connsiteY152" fmla="*/ 2695615 h 3146477"/>
                <a:gd name="connsiteX153" fmla="*/ 1241314 w 3819074"/>
                <a:gd name="connsiteY153" fmla="*/ 2954981 h 3146477"/>
                <a:gd name="connsiteX154" fmla="*/ 1241314 w 3819074"/>
                <a:gd name="connsiteY154" fmla="*/ 2954981 h 3146477"/>
                <a:gd name="connsiteX155" fmla="*/ 530368 w 3819074"/>
                <a:gd name="connsiteY155" fmla="*/ 445238 h 3146477"/>
                <a:gd name="connsiteX156" fmla="*/ 250047 w 3819074"/>
                <a:gd name="connsiteY156" fmla="*/ 540488 h 3146477"/>
                <a:gd name="connsiteX157" fmla="*/ 548560 w 3819074"/>
                <a:gd name="connsiteY157" fmla="*/ 1306298 h 3146477"/>
                <a:gd name="connsiteX158" fmla="*/ 923750 w 3819074"/>
                <a:gd name="connsiteY158" fmla="*/ 1845699 h 3146477"/>
                <a:gd name="connsiteX159" fmla="*/ 988806 w 3819074"/>
                <a:gd name="connsiteY159" fmla="*/ 2503781 h 3146477"/>
                <a:gd name="connsiteX160" fmla="*/ 1029954 w 3819074"/>
                <a:gd name="connsiteY160" fmla="*/ 2872399 h 3146477"/>
                <a:gd name="connsiteX161" fmla="*/ 1241695 w 3819074"/>
                <a:gd name="connsiteY161" fmla="*/ 2945361 h 3146477"/>
                <a:gd name="connsiteX162" fmla="*/ 1241695 w 3819074"/>
                <a:gd name="connsiteY162" fmla="*/ 2945361 h 3146477"/>
                <a:gd name="connsiteX163" fmla="*/ 1747472 w 3819074"/>
                <a:gd name="connsiteY163" fmla="*/ 2688186 h 3146477"/>
                <a:gd name="connsiteX164" fmla="*/ 2230295 w 3819074"/>
                <a:gd name="connsiteY164" fmla="*/ 2386719 h 3146477"/>
                <a:gd name="connsiteX165" fmla="*/ 2451465 w 3819074"/>
                <a:gd name="connsiteY165" fmla="*/ 2343952 h 3146477"/>
                <a:gd name="connsiteX166" fmla="*/ 2876090 w 3819074"/>
                <a:gd name="connsiteY166" fmla="*/ 2415580 h 3146477"/>
                <a:gd name="connsiteX167" fmla="*/ 3152886 w 3819074"/>
                <a:gd name="connsiteY167" fmla="*/ 2469301 h 3146477"/>
                <a:gd name="connsiteX168" fmla="*/ 3459305 w 3819074"/>
                <a:gd name="connsiteY168" fmla="*/ 1677011 h 3146477"/>
                <a:gd name="connsiteX169" fmla="*/ 3618087 w 3819074"/>
                <a:gd name="connsiteY169" fmla="*/ 1253054 h 3146477"/>
                <a:gd name="connsiteX170" fmla="*/ 3355102 w 3819074"/>
                <a:gd name="connsiteY170" fmla="*/ 742228 h 3146477"/>
                <a:gd name="connsiteX171" fmla="*/ 2750741 w 3819074"/>
                <a:gd name="connsiteY171" fmla="*/ 291029 h 3146477"/>
                <a:gd name="connsiteX172" fmla="*/ 2729786 w 3819074"/>
                <a:gd name="connsiteY172" fmla="*/ 277217 h 3146477"/>
                <a:gd name="connsiteX173" fmla="*/ 2483183 w 3819074"/>
                <a:gd name="connsiteY173" fmla="*/ 200541 h 3146477"/>
                <a:gd name="connsiteX174" fmla="*/ 2019030 w 3819074"/>
                <a:gd name="connsiteY174" fmla="*/ 322461 h 3146477"/>
                <a:gd name="connsiteX175" fmla="*/ 1457055 w 3819074"/>
                <a:gd name="connsiteY175" fmla="*/ 486958 h 3146477"/>
                <a:gd name="connsiteX176" fmla="*/ 1255792 w 3819074"/>
                <a:gd name="connsiteY176" fmla="*/ 501626 h 3146477"/>
                <a:gd name="connsiteX177" fmla="*/ 862600 w 3819074"/>
                <a:gd name="connsiteY177" fmla="*/ 471908 h 3146477"/>
                <a:gd name="connsiteX178" fmla="*/ 530368 w 3819074"/>
                <a:gd name="connsiteY178" fmla="*/ 445238 h 3146477"/>
                <a:gd name="connsiteX179" fmla="*/ 1362281 w 3819074"/>
                <a:gd name="connsiteY179" fmla="*/ 2505210 h 3146477"/>
                <a:gd name="connsiteX180" fmla="*/ 1363329 w 3819074"/>
                <a:gd name="connsiteY180" fmla="*/ 2495114 h 3146477"/>
                <a:gd name="connsiteX181" fmla="*/ 1253506 w 3819074"/>
                <a:gd name="connsiteY181" fmla="*/ 1674725 h 3146477"/>
                <a:gd name="connsiteX182" fmla="*/ 839168 w 3819074"/>
                <a:gd name="connsiteY182" fmla="*/ 1074650 h 3146477"/>
                <a:gd name="connsiteX183" fmla="*/ 654097 w 3819074"/>
                <a:gd name="connsiteY183" fmla="*/ 830715 h 3146477"/>
                <a:gd name="connsiteX184" fmla="*/ 648287 w 3819074"/>
                <a:gd name="connsiteY184" fmla="*/ 822333 h 3146477"/>
                <a:gd name="connsiteX185" fmla="*/ 658479 w 3819074"/>
                <a:gd name="connsiteY185" fmla="*/ 823190 h 3146477"/>
                <a:gd name="connsiteX186" fmla="*/ 819832 w 3819074"/>
                <a:gd name="connsiteY186" fmla="*/ 840240 h 3146477"/>
                <a:gd name="connsiteX187" fmla="*/ 1255315 w 3819074"/>
                <a:gd name="connsiteY187" fmla="*/ 872435 h 3146477"/>
                <a:gd name="connsiteX188" fmla="*/ 1515348 w 3819074"/>
                <a:gd name="connsiteY188" fmla="*/ 853385 h 3146477"/>
                <a:gd name="connsiteX189" fmla="*/ 2148475 w 3819074"/>
                <a:gd name="connsiteY189" fmla="*/ 670219 h 3146477"/>
                <a:gd name="connsiteX190" fmla="*/ 2483183 w 3819074"/>
                <a:gd name="connsiteY190" fmla="*/ 571635 h 3146477"/>
                <a:gd name="connsiteX191" fmla="*/ 2526236 w 3819074"/>
                <a:gd name="connsiteY191" fmla="*/ 587637 h 3146477"/>
                <a:gd name="connsiteX192" fmla="*/ 2547191 w 3819074"/>
                <a:gd name="connsiteY192" fmla="*/ 601353 h 3146477"/>
                <a:gd name="connsiteX193" fmla="*/ 3092498 w 3819074"/>
                <a:gd name="connsiteY193" fmla="*/ 1004641 h 3146477"/>
                <a:gd name="connsiteX194" fmla="*/ 3246707 w 3819074"/>
                <a:gd name="connsiteY194" fmla="*/ 1271341 h 3146477"/>
                <a:gd name="connsiteX195" fmla="*/ 3246707 w 3819074"/>
                <a:gd name="connsiteY195" fmla="*/ 1272199 h 3146477"/>
                <a:gd name="connsiteX196" fmla="*/ 3246707 w 3819074"/>
                <a:gd name="connsiteY196" fmla="*/ 1273056 h 3146477"/>
                <a:gd name="connsiteX197" fmla="*/ 3135265 w 3819074"/>
                <a:gd name="connsiteY197" fmla="*/ 1495370 h 3146477"/>
                <a:gd name="connsiteX198" fmla="*/ 2882281 w 3819074"/>
                <a:gd name="connsiteY198" fmla="*/ 2029913 h 3146477"/>
                <a:gd name="connsiteX199" fmla="*/ 2880852 w 3819074"/>
                <a:gd name="connsiteY199" fmla="*/ 2034008 h 3146477"/>
                <a:gd name="connsiteX200" fmla="*/ 2876661 w 3819074"/>
                <a:gd name="connsiteY200" fmla="*/ 2032961 h 3146477"/>
                <a:gd name="connsiteX201" fmla="*/ 2451560 w 3819074"/>
                <a:gd name="connsiteY201" fmla="*/ 1972286 h 3146477"/>
                <a:gd name="connsiteX202" fmla="*/ 2077609 w 3819074"/>
                <a:gd name="connsiteY202" fmla="*/ 2048486 h 3146477"/>
                <a:gd name="connsiteX203" fmla="*/ 1528778 w 3819074"/>
                <a:gd name="connsiteY203" fmla="*/ 2388243 h 3146477"/>
                <a:gd name="connsiteX204" fmla="*/ 1370759 w 3819074"/>
                <a:gd name="connsiteY204" fmla="*/ 2500257 h 3146477"/>
                <a:gd name="connsiteX205" fmla="*/ 667813 w 3819074"/>
                <a:gd name="connsiteY205" fmla="*/ 833954 h 3146477"/>
                <a:gd name="connsiteX206" fmla="*/ 846598 w 3819074"/>
                <a:gd name="connsiteY206" fmla="*/ 1068935 h 3146477"/>
                <a:gd name="connsiteX207" fmla="*/ 1261983 w 3819074"/>
                <a:gd name="connsiteY207" fmla="*/ 1670344 h 3146477"/>
                <a:gd name="connsiteX208" fmla="*/ 1373806 w 3819074"/>
                <a:gd name="connsiteY208" fmla="*/ 2485970 h 3146477"/>
                <a:gd name="connsiteX209" fmla="*/ 1523063 w 3819074"/>
                <a:gd name="connsiteY209" fmla="*/ 2379861 h 3146477"/>
                <a:gd name="connsiteX210" fmla="*/ 2073608 w 3819074"/>
                <a:gd name="connsiteY210" fmla="*/ 2039057 h 3146477"/>
                <a:gd name="connsiteX211" fmla="*/ 2451465 w 3819074"/>
                <a:gd name="connsiteY211" fmla="*/ 1962857 h 3146477"/>
                <a:gd name="connsiteX212" fmla="*/ 2874566 w 3819074"/>
                <a:gd name="connsiteY212" fmla="*/ 2022864 h 3146477"/>
                <a:gd name="connsiteX213" fmla="*/ 3126788 w 3819074"/>
                <a:gd name="connsiteY213" fmla="*/ 1490798 h 3146477"/>
                <a:gd name="connsiteX214" fmla="*/ 3237182 w 3819074"/>
                <a:gd name="connsiteY214" fmla="*/ 1271723 h 3146477"/>
                <a:gd name="connsiteX215" fmla="*/ 3085735 w 3819074"/>
                <a:gd name="connsiteY215" fmla="*/ 1011881 h 3146477"/>
                <a:gd name="connsiteX216" fmla="*/ 2541953 w 3819074"/>
                <a:gd name="connsiteY216" fmla="*/ 609830 h 3146477"/>
                <a:gd name="connsiteX217" fmla="*/ 2520998 w 3819074"/>
                <a:gd name="connsiteY217" fmla="*/ 596019 h 3146477"/>
                <a:gd name="connsiteX218" fmla="*/ 2482898 w 3819074"/>
                <a:gd name="connsiteY218" fmla="*/ 581636 h 3146477"/>
                <a:gd name="connsiteX219" fmla="*/ 2151523 w 3819074"/>
                <a:gd name="connsiteY219" fmla="*/ 679648 h 3146477"/>
                <a:gd name="connsiteX220" fmla="*/ 1516491 w 3819074"/>
                <a:gd name="connsiteY220" fmla="*/ 863290 h 3146477"/>
                <a:gd name="connsiteX221" fmla="*/ 1255030 w 3819074"/>
                <a:gd name="connsiteY221" fmla="*/ 882340 h 3146477"/>
                <a:gd name="connsiteX222" fmla="*/ 818785 w 3819074"/>
                <a:gd name="connsiteY222" fmla="*/ 850146 h 3146477"/>
                <a:gd name="connsiteX223" fmla="*/ 667813 w 3819074"/>
                <a:gd name="connsiteY223" fmla="*/ 833954 h 3146477"/>
                <a:gd name="connsiteX224" fmla="*/ 1709277 w 3819074"/>
                <a:gd name="connsiteY224" fmla="*/ 1809218 h 3146477"/>
                <a:gd name="connsiteX225" fmla="*/ 1707753 w 3819074"/>
                <a:gd name="connsiteY225" fmla="*/ 1803218 h 3146477"/>
                <a:gd name="connsiteX226" fmla="*/ 1591739 w 3819074"/>
                <a:gd name="connsiteY226" fmla="*/ 1499275 h 3146477"/>
                <a:gd name="connsiteX227" fmla="*/ 1446197 w 3819074"/>
                <a:gd name="connsiteY227" fmla="*/ 1252673 h 3146477"/>
                <a:gd name="connsiteX228" fmla="*/ 1441815 w 3819074"/>
                <a:gd name="connsiteY228" fmla="*/ 1246005 h 3146477"/>
                <a:gd name="connsiteX229" fmla="*/ 1449721 w 3819074"/>
                <a:gd name="connsiteY229" fmla="*/ 1245338 h 3146477"/>
                <a:gd name="connsiteX230" fmla="*/ 1575546 w 3819074"/>
                <a:gd name="connsiteY230" fmla="*/ 1229622 h 3146477"/>
                <a:gd name="connsiteX231" fmla="*/ 2281253 w 3819074"/>
                <a:gd name="connsiteY231" fmla="*/ 1027406 h 3146477"/>
                <a:gd name="connsiteX232" fmla="*/ 2421366 w 3819074"/>
                <a:gd name="connsiteY232" fmla="*/ 976638 h 3146477"/>
                <a:gd name="connsiteX233" fmla="*/ 2423557 w 3819074"/>
                <a:gd name="connsiteY233" fmla="*/ 975876 h 3146477"/>
                <a:gd name="connsiteX234" fmla="*/ 2425462 w 3819074"/>
                <a:gd name="connsiteY234" fmla="*/ 977210 h 3146477"/>
                <a:gd name="connsiteX235" fmla="*/ 2819987 w 3819074"/>
                <a:gd name="connsiteY235" fmla="*/ 1270961 h 3146477"/>
                <a:gd name="connsiteX236" fmla="*/ 2822559 w 3819074"/>
                <a:gd name="connsiteY236" fmla="*/ 1273532 h 3146477"/>
                <a:gd name="connsiteX237" fmla="*/ 2820749 w 3819074"/>
                <a:gd name="connsiteY237" fmla="*/ 1276676 h 3146477"/>
                <a:gd name="connsiteX238" fmla="*/ 2802652 w 3819074"/>
                <a:gd name="connsiteY238" fmla="*/ 1309156 h 3146477"/>
                <a:gd name="connsiteX239" fmla="*/ 2648918 w 3819074"/>
                <a:gd name="connsiteY239" fmla="*/ 1599954 h 3146477"/>
                <a:gd name="connsiteX240" fmla="*/ 2647490 w 3819074"/>
                <a:gd name="connsiteY240" fmla="*/ 1603002 h 3146477"/>
                <a:gd name="connsiteX241" fmla="*/ 2644061 w 3819074"/>
                <a:gd name="connsiteY241" fmla="*/ 1603002 h 3146477"/>
                <a:gd name="connsiteX242" fmla="*/ 2451656 w 3819074"/>
                <a:gd name="connsiteY242" fmla="*/ 1591096 h 3146477"/>
                <a:gd name="connsiteX243" fmla="*/ 1920922 w 3819074"/>
                <a:gd name="connsiteY243" fmla="*/ 1700538 h 3146477"/>
                <a:gd name="connsiteX244" fmla="*/ 1714897 w 3819074"/>
                <a:gd name="connsiteY244" fmla="*/ 1806075 h 3146477"/>
                <a:gd name="connsiteX245" fmla="*/ 1458484 w 3819074"/>
                <a:gd name="connsiteY245" fmla="*/ 1254101 h 3146477"/>
                <a:gd name="connsiteX246" fmla="*/ 1600216 w 3819074"/>
                <a:gd name="connsiteY246" fmla="*/ 1494893 h 3146477"/>
                <a:gd name="connsiteX247" fmla="*/ 1715373 w 3819074"/>
                <a:gd name="connsiteY247" fmla="*/ 1794740 h 3146477"/>
                <a:gd name="connsiteX248" fmla="*/ 1916827 w 3819074"/>
                <a:gd name="connsiteY248" fmla="*/ 1691870 h 3146477"/>
                <a:gd name="connsiteX249" fmla="*/ 2451465 w 3819074"/>
                <a:gd name="connsiteY249" fmla="*/ 1581571 h 3146477"/>
                <a:gd name="connsiteX250" fmla="*/ 2641965 w 3819074"/>
                <a:gd name="connsiteY250" fmla="*/ 1592715 h 3146477"/>
                <a:gd name="connsiteX251" fmla="*/ 2794365 w 3819074"/>
                <a:gd name="connsiteY251" fmla="*/ 1304489 h 3146477"/>
                <a:gd name="connsiteX252" fmla="*/ 2810653 w 3819074"/>
                <a:gd name="connsiteY252" fmla="*/ 1275152 h 3146477"/>
                <a:gd name="connsiteX253" fmla="*/ 2422223 w 3819074"/>
                <a:gd name="connsiteY253" fmla="*/ 986449 h 3146477"/>
                <a:gd name="connsiteX254" fmla="*/ 2284682 w 3819074"/>
                <a:gd name="connsiteY254" fmla="*/ 1036264 h 3146477"/>
                <a:gd name="connsiteX255" fmla="*/ 1576975 w 3819074"/>
                <a:gd name="connsiteY255" fmla="*/ 1239052 h 3146477"/>
                <a:gd name="connsiteX256" fmla="*/ 1458484 w 3819074"/>
                <a:gd name="connsiteY256" fmla="*/ 1254101 h 3146477"/>
                <a:gd name="connsiteX257" fmla="*/ 1241981 w 3819074"/>
                <a:gd name="connsiteY257" fmla="*/ 3050136 h 3146477"/>
                <a:gd name="connsiteX258" fmla="*/ 1241981 w 3819074"/>
                <a:gd name="connsiteY258" fmla="*/ 3050136 h 3146477"/>
                <a:gd name="connsiteX259" fmla="*/ 972899 w 3819074"/>
                <a:gd name="connsiteY259" fmla="*/ 2960029 h 3146477"/>
                <a:gd name="connsiteX260" fmla="*/ 884888 w 3819074"/>
                <a:gd name="connsiteY260" fmla="*/ 2492637 h 3146477"/>
                <a:gd name="connsiteX261" fmla="*/ 831072 w 3819074"/>
                <a:gd name="connsiteY261" fmla="*/ 1893896 h 3146477"/>
                <a:gd name="connsiteX262" fmla="*/ 466836 w 3819074"/>
                <a:gd name="connsiteY262" fmla="*/ 1371545 h 3146477"/>
                <a:gd name="connsiteX263" fmla="*/ 162417 w 3819074"/>
                <a:gd name="connsiteY263" fmla="*/ 483148 h 3146477"/>
                <a:gd name="connsiteX264" fmla="*/ 530368 w 3819074"/>
                <a:gd name="connsiteY264" fmla="*/ 340273 h 3146477"/>
                <a:gd name="connsiteX265" fmla="*/ 873839 w 3819074"/>
                <a:gd name="connsiteY265" fmla="*/ 367229 h 3146477"/>
                <a:gd name="connsiteX266" fmla="*/ 1255315 w 3819074"/>
                <a:gd name="connsiteY266" fmla="*/ 396280 h 3146477"/>
                <a:gd name="connsiteX267" fmla="*/ 1440100 w 3819074"/>
                <a:gd name="connsiteY267" fmla="*/ 382945 h 3146477"/>
                <a:gd name="connsiteX268" fmla="*/ 1982454 w 3819074"/>
                <a:gd name="connsiteY268" fmla="*/ 223687 h 3146477"/>
                <a:gd name="connsiteX269" fmla="*/ 2483183 w 3819074"/>
                <a:gd name="connsiteY269" fmla="*/ 95195 h 3146477"/>
                <a:gd name="connsiteX270" fmla="*/ 2787126 w 3819074"/>
                <a:gd name="connsiteY270" fmla="*/ 189016 h 3146477"/>
                <a:gd name="connsiteX271" fmla="*/ 2808081 w 3819074"/>
                <a:gd name="connsiteY271" fmla="*/ 202732 h 3146477"/>
                <a:gd name="connsiteX272" fmla="*/ 3722481 w 3819074"/>
                <a:gd name="connsiteY272" fmla="*/ 1244005 h 3146477"/>
                <a:gd name="connsiteX273" fmla="*/ 3551031 w 3819074"/>
                <a:gd name="connsiteY273" fmla="*/ 1727589 h 3146477"/>
                <a:gd name="connsiteX274" fmla="*/ 3251660 w 3819074"/>
                <a:gd name="connsiteY274" fmla="*/ 2518831 h 3146477"/>
                <a:gd name="connsiteX275" fmla="*/ 3160887 w 3819074"/>
                <a:gd name="connsiteY275" fmla="*/ 2573600 h 3146477"/>
                <a:gd name="connsiteX276" fmla="*/ 2851324 w 3819074"/>
                <a:gd name="connsiteY276" fmla="*/ 2516450 h 3146477"/>
                <a:gd name="connsiteX277" fmla="*/ 2451751 w 3819074"/>
                <a:gd name="connsiteY277" fmla="*/ 2447870 h 3146477"/>
                <a:gd name="connsiteX278" fmla="*/ 2273729 w 3819074"/>
                <a:gd name="connsiteY278" fmla="*/ 2481398 h 3146477"/>
                <a:gd name="connsiteX279" fmla="*/ 1809480 w 3819074"/>
                <a:gd name="connsiteY279" fmla="*/ 2772005 h 3146477"/>
                <a:gd name="connsiteX280" fmla="*/ 1241981 w 3819074"/>
                <a:gd name="connsiteY280" fmla="*/ 3050136 h 3146477"/>
                <a:gd name="connsiteX281" fmla="*/ 530368 w 3819074"/>
                <a:gd name="connsiteY281" fmla="*/ 349988 h 3146477"/>
                <a:gd name="connsiteX282" fmla="*/ 170418 w 3819074"/>
                <a:gd name="connsiteY282" fmla="*/ 488291 h 3146477"/>
                <a:gd name="connsiteX283" fmla="*/ 474075 w 3819074"/>
                <a:gd name="connsiteY283" fmla="*/ 1365639 h 3146477"/>
                <a:gd name="connsiteX284" fmla="*/ 839168 w 3819074"/>
                <a:gd name="connsiteY284" fmla="*/ 1889514 h 3146477"/>
                <a:gd name="connsiteX285" fmla="*/ 894127 w 3819074"/>
                <a:gd name="connsiteY285" fmla="*/ 2493590 h 3146477"/>
                <a:gd name="connsiteX286" fmla="*/ 977852 w 3819074"/>
                <a:gd name="connsiteY286" fmla="*/ 2952123 h 3146477"/>
                <a:gd name="connsiteX287" fmla="*/ 1241695 w 3819074"/>
                <a:gd name="connsiteY287" fmla="*/ 3040611 h 3146477"/>
                <a:gd name="connsiteX288" fmla="*/ 1241695 w 3819074"/>
                <a:gd name="connsiteY288" fmla="*/ 3040611 h 3146477"/>
                <a:gd name="connsiteX289" fmla="*/ 1803670 w 3819074"/>
                <a:gd name="connsiteY289" fmla="*/ 2764386 h 3146477"/>
                <a:gd name="connsiteX290" fmla="*/ 2269633 w 3819074"/>
                <a:gd name="connsiteY290" fmla="*/ 2472825 h 3146477"/>
                <a:gd name="connsiteX291" fmla="*/ 2451560 w 3819074"/>
                <a:gd name="connsiteY291" fmla="*/ 2438440 h 3146477"/>
                <a:gd name="connsiteX292" fmla="*/ 2853230 w 3819074"/>
                <a:gd name="connsiteY292" fmla="*/ 2507210 h 3146477"/>
                <a:gd name="connsiteX293" fmla="*/ 3160697 w 3819074"/>
                <a:gd name="connsiteY293" fmla="*/ 2563884 h 3146477"/>
                <a:gd name="connsiteX294" fmla="*/ 3242040 w 3819074"/>
                <a:gd name="connsiteY294" fmla="*/ 2517307 h 3146477"/>
                <a:gd name="connsiteX295" fmla="*/ 3542458 w 3819074"/>
                <a:gd name="connsiteY295" fmla="*/ 1722731 h 3146477"/>
                <a:gd name="connsiteX296" fmla="*/ 3713147 w 3819074"/>
                <a:gd name="connsiteY296" fmla="*/ 1244576 h 3146477"/>
                <a:gd name="connsiteX297" fmla="*/ 2802938 w 3819074"/>
                <a:gd name="connsiteY297" fmla="*/ 210447 h 3146477"/>
                <a:gd name="connsiteX298" fmla="*/ 2781983 w 3819074"/>
                <a:gd name="connsiteY298" fmla="*/ 196731 h 3146477"/>
                <a:gd name="connsiteX299" fmla="*/ 2483279 w 3819074"/>
                <a:gd name="connsiteY299" fmla="*/ 104529 h 3146477"/>
                <a:gd name="connsiteX300" fmla="*/ 1985883 w 3819074"/>
                <a:gd name="connsiteY300" fmla="*/ 232450 h 3146477"/>
                <a:gd name="connsiteX301" fmla="*/ 1441625 w 3819074"/>
                <a:gd name="connsiteY301" fmla="*/ 392184 h 3146477"/>
                <a:gd name="connsiteX302" fmla="*/ 1255411 w 3819074"/>
                <a:gd name="connsiteY302" fmla="*/ 405614 h 3146477"/>
                <a:gd name="connsiteX303" fmla="*/ 872887 w 3819074"/>
                <a:gd name="connsiteY303" fmla="*/ 376468 h 3146477"/>
                <a:gd name="connsiteX304" fmla="*/ 530368 w 3819074"/>
                <a:gd name="connsiteY304" fmla="*/ 349988 h 3146477"/>
                <a:gd name="connsiteX305" fmla="*/ 1251506 w 3819074"/>
                <a:gd name="connsiteY305" fmla="*/ 2668564 h 3146477"/>
                <a:gd name="connsiteX306" fmla="*/ 1251506 w 3819074"/>
                <a:gd name="connsiteY306" fmla="*/ 2662182 h 3146477"/>
                <a:gd name="connsiteX307" fmla="*/ 1263317 w 3819074"/>
                <a:gd name="connsiteY307" fmla="*/ 2533595 h 3146477"/>
                <a:gd name="connsiteX308" fmla="*/ 1168924 w 3819074"/>
                <a:gd name="connsiteY308" fmla="*/ 1718540 h 3146477"/>
                <a:gd name="connsiteX309" fmla="*/ 764588 w 3819074"/>
                <a:gd name="connsiteY309" fmla="*/ 1134277 h 3146477"/>
                <a:gd name="connsiteX310" fmla="*/ 531606 w 3819074"/>
                <a:gd name="connsiteY310" fmla="*/ 818904 h 3146477"/>
                <a:gd name="connsiteX311" fmla="*/ 484552 w 3819074"/>
                <a:gd name="connsiteY311" fmla="*/ 729178 h 3146477"/>
                <a:gd name="connsiteX312" fmla="*/ 482171 w 3819074"/>
                <a:gd name="connsiteY312" fmla="*/ 723082 h 3146477"/>
                <a:gd name="connsiteX313" fmla="*/ 488743 w 3819074"/>
                <a:gd name="connsiteY313" fmla="*/ 723082 h 3146477"/>
                <a:gd name="connsiteX314" fmla="*/ 530272 w 3819074"/>
                <a:gd name="connsiteY314" fmla="*/ 721939 h 3146477"/>
                <a:gd name="connsiteX315" fmla="*/ 830786 w 3819074"/>
                <a:gd name="connsiteY315" fmla="*/ 746419 h 3146477"/>
                <a:gd name="connsiteX316" fmla="*/ 1255220 w 3819074"/>
                <a:gd name="connsiteY316" fmla="*/ 777947 h 3146477"/>
                <a:gd name="connsiteX317" fmla="*/ 1500203 w 3819074"/>
                <a:gd name="connsiteY317" fmla="*/ 759849 h 3146477"/>
                <a:gd name="connsiteX318" fmla="*/ 2115137 w 3819074"/>
                <a:gd name="connsiteY318" fmla="*/ 581446 h 3146477"/>
                <a:gd name="connsiteX319" fmla="*/ 2483088 w 3819074"/>
                <a:gd name="connsiteY319" fmla="*/ 476671 h 3146477"/>
                <a:gd name="connsiteX320" fmla="*/ 2578338 w 3819074"/>
                <a:gd name="connsiteY320" fmla="*/ 508198 h 3146477"/>
                <a:gd name="connsiteX321" fmla="*/ 2599198 w 3819074"/>
                <a:gd name="connsiteY321" fmla="*/ 521914 h 3146477"/>
                <a:gd name="connsiteX322" fmla="*/ 3342624 w 3819074"/>
                <a:gd name="connsiteY322" fmla="*/ 1275152 h 3146477"/>
                <a:gd name="connsiteX323" fmla="*/ 3218132 w 3819074"/>
                <a:gd name="connsiteY323" fmla="*/ 1541852 h 3146477"/>
                <a:gd name="connsiteX324" fmla="*/ 2945336 w 3819074"/>
                <a:gd name="connsiteY324" fmla="*/ 2143260 h 3146477"/>
                <a:gd name="connsiteX325" fmla="*/ 2944003 w 3819074"/>
                <a:gd name="connsiteY325" fmla="*/ 2147546 h 3146477"/>
                <a:gd name="connsiteX326" fmla="*/ 2939621 w 3819074"/>
                <a:gd name="connsiteY326" fmla="*/ 2146499 h 3146477"/>
                <a:gd name="connsiteX327" fmla="*/ 2451370 w 3819074"/>
                <a:gd name="connsiteY327" fmla="*/ 2067441 h 3146477"/>
                <a:gd name="connsiteX328" fmla="*/ 2116566 w 3819074"/>
                <a:gd name="connsiteY328" fmla="*/ 2134688 h 3146477"/>
                <a:gd name="connsiteX329" fmla="*/ 1584785 w 3819074"/>
                <a:gd name="connsiteY329" fmla="*/ 2464633 h 3146477"/>
                <a:gd name="connsiteX330" fmla="*/ 1257316 w 3819074"/>
                <a:gd name="connsiteY330" fmla="*/ 2667230 h 3146477"/>
                <a:gd name="connsiteX331" fmla="*/ 496078 w 3819074"/>
                <a:gd name="connsiteY331" fmla="*/ 731750 h 3146477"/>
                <a:gd name="connsiteX332" fmla="*/ 539797 w 3819074"/>
                <a:gd name="connsiteY332" fmla="*/ 813951 h 3146477"/>
                <a:gd name="connsiteX333" fmla="*/ 772112 w 3819074"/>
                <a:gd name="connsiteY333" fmla="*/ 1128276 h 3146477"/>
                <a:gd name="connsiteX334" fmla="*/ 1177401 w 3819074"/>
                <a:gd name="connsiteY334" fmla="*/ 1714159 h 3146477"/>
                <a:gd name="connsiteX335" fmla="*/ 1272651 w 3819074"/>
                <a:gd name="connsiteY335" fmla="*/ 2534166 h 3146477"/>
                <a:gd name="connsiteX336" fmla="*/ 1261221 w 3819074"/>
                <a:gd name="connsiteY336" fmla="*/ 2656276 h 3146477"/>
                <a:gd name="connsiteX337" fmla="*/ 1578975 w 3819074"/>
                <a:gd name="connsiteY337" fmla="*/ 2456823 h 3146477"/>
                <a:gd name="connsiteX338" fmla="*/ 2112375 w 3819074"/>
                <a:gd name="connsiteY338" fmla="*/ 2125925 h 3146477"/>
                <a:gd name="connsiteX339" fmla="*/ 2451084 w 3819074"/>
                <a:gd name="connsiteY339" fmla="*/ 2057821 h 3146477"/>
                <a:gd name="connsiteX340" fmla="*/ 2936859 w 3819074"/>
                <a:gd name="connsiteY340" fmla="*/ 2136021 h 3146477"/>
                <a:gd name="connsiteX341" fmla="*/ 3209083 w 3819074"/>
                <a:gd name="connsiteY341" fmla="*/ 1537089 h 3146477"/>
                <a:gd name="connsiteX342" fmla="*/ 3332908 w 3819074"/>
                <a:gd name="connsiteY342" fmla="*/ 1275628 h 3146477"/>
                <a:gd name="connsiteX343" fmla="*/ 2593769 w 3819074"/>
                <a:gd name="connsiteY343" fmla="*/ 529630 h 3146477"/>
                <a:gd name="connsiteX344" fmla="*/ 2572814 w 3819074"/>
                <a:gd name="connsiteY344" fmla="*/ 515914 h 3146477"/>
                <a:gd name="connsiteX345" fmla="*/ 2482802 w 3819074"/>
                <a:gd name="connsiteY345" fmla="*/ 485910 h 3146477"/>
                <a:gd name="connsiteX346" fmla="*/ 2118281 w 3819074"/>
                <a:gd name="connsiteY346" fmla="*/ 589923 h 3146477"/>
                <a:gd name="connsiteX347" fmla="*/ 1501346 w 3819074"/>
                <a:gd name="connsiteY347" fmla="*/ 768803 h 3146477"/>
                <a:gd name="connsiteX348" fmla="*/ 1254935 w 3819074"/>
                <a:gd name="connsiteY348" fmla="*/ 786995 h 3146477"/>
                <a:gd name="connsiteX349" fmla="*/ 829453 w 3819074"/>
                <a:gd name="connsiteY349" fmla="*/ 755372 h 3146477"/>
                <a:gd name="connsiteX350" fmla="*/ 529987 w 3819074"/>
                <a:gd name="connsiteY350" fmla="*/ 730988 h 3146477"/>
                <a:gd name="connsiteX351" fmla="*/ 496078 w 3819074"/>
                <a:gd name="connsiteY351" fmla="*/ 731750 h 3146477"/>
                <a:gd name="connsiteX352" fmla="*/ 1643269 w 3819074"/>
                <a:gd name="connsiteY352" fmla="*/ 1960475 h 3146477"/>
                <a:gd name="connsiteX353" fmla="*/ 1642126 w 3819074"/>
                <a:gd name="connsiteY353" fmla="*/ 1953427 h 3146477"/>
                <a:gd name="connsiteX354" fmla="*/ 1507252 w 3819074"/>
                <a:gd name="connsiteY354" fmla="*/ 1543376 h 3146477"/>
                <a:gd name="connsiteX355" fmla="*/ 1270079 w 3819074"/>
                <a:gd name="connsiteY355" fmla="*/ 1166186 h 3146477"/>
                <a:gd name="connsiteX356" fmla="*/ 1264650 w 3819074"/>
                <a:gd name="connsiteY356" fmla="*/ 1158661 h 3146477"/>
                <a:gd name="connsiteX357" fmla="*/ 1274175 w 3819074"/>
                <a:gd name="connsiteY357" fmla="*/ 1158661 h 3146477"/>
                <a:gd name="connsiteX358" fmla="*/ 1560782 w 3819074"/>
                <a:gd name="connsiteY358" fmla="*/ 1135896 h 3146477"/>
                <a:gd name="connsiteX359" fmla="*/ 2248392 w 3819074"/>
                <a:gd name="connsiteY359" fmla="*/ 938347 h 3146477"/>
                <a:gd name="connsiteX360" fmla="*/ 2435463 w 3819074"/>
                <a:gd name="connsiteY360" fmla="*/ 871672 h 3146477"/>
                <a:gd name="connsiteX361" fmla="*/ 2437654 w 3819074"/>
                <a:gd name="connsiteY361" fmla="*/ 871006 h 3146477"/>
                <a:gd name="connsiteX362" fmla="*/ 2439559 w 3819074"/>
                <a:gd name="connsiteY362" fmla="*/ 872244 h 3146477"/>
                <a:gd name="connsiteX363" fmla="*/ 2870851 w 3819074"/>
                <a:gd name="connsiteY363" fmla="*/ 1187712 h 3146477"/>
                <a:gd name="connsiteX364" fmla="*/ 2936573 w 3819074"/>
                <a:gd name="connsiteY364" fmla="*/ 1257911 h 3146477"/>
                <a:gd name="connsiteX365" fmla="*/ 2938383 w 3819074"/>
                <a:gd name="connsiteY365" fmla="*/ 1260388 h 3146477"/>
                <a:gd name="connsiteX366" fmla="*/ 2936954 w 3819074"/>
                <a:gd name="connsiteY366" fmla="*/ 1263055 h 3146477"/>
                <a:gd name="connsiteX367" fmla="*/ 2885996 w 3819074"/>
                <a:gd name="connsiteY367" fmla="*/ 1355733 h 3146477"/>
                <a:gd name="connsiteX368" fmla="*/ 2705973 w 3819074"/>
                <a:gd name="connsiteY368" fmla="*/ 1703491 h 3146477"/>
                <a:gd name="connsiteX369" fmla="*/ 2704449 w 3819074"/>
                <a:gd name="connsiteY369" fmla="*/ 1706729 h 3146477"/>
                <a:gd name="connsiteX370" fmla="*/ 2700925 w 3819074"/>
                <a:gd name="connsiteY370" fmla="*/ 1706158 h 3146477"/>
                <a:gd name="connsiteX371" fmla="*/ 2451656 w 3819074"/>
                <a:gd name="connsiteY371" fmla="*/ 1686346 h 3146477"/>
                <a:gd name="connsiteX372" fmla="*/ 1960070 w 3819074"/>
                <a:gd name="connsiteY372" fmla="*/ 1787406 h 3146477"/>
                <a:gd name="connsiteX373" fmla="*/ 1649555 w 3819074"/>
                <a:gd name="connsiteY373" fmla="*/ 1956475 h 3146477"/>
                <a:gd name="connsiteX374" fmla="*/ 1283224 w 3819074"/>
                <a:gd name="connsiteY374" fmla="*/ 1167995 h 3146477"/>
                <a:gd name="connsiteX375" fmla="*/ 1515634 w 3819074"/>
                <a:gd name="connsiteY375" fmla="*/ 1539470 h 3146477"/>
                <a:gd name="connsiteX376" fmla="*/ 1650317 w 3819074"/>
                <a:gd name="connsiteY376" fmla="*/ 1945235 h 3146477"/>
                <a:gd name="connsiteX377" fmla="*/ 1956356 w 3819074"/>
                <a:gd name="connsiteY377" fmla="*/ 1778643 h 3146477"/>
                <a:gd name="connsiteX378" fmla="*/ 2451656 w 3819074"/>
                <a:gd name="connsiteY378" fmla="*/ 1676821 h 3146477"/>
                <a:gd name="connsiteX379" fmla="*/ 2698734 w 3819074"/>
                <a:gd name="connsiteY379" fmla="*/ 1695871 h 3146477"/>
                <a:gd name="connsiteX380" fmla="*/ 2877614 w 3819074"/>
                <a:gd name="connsiteY380" fmla="*/ 1350685 h 3146477"/>
                <a:gd name="connsiteX381" fmla="*/ 2927048 w 3819074"/>
                <a:gd name="connsiteY381" fmla="*/ 1260959 h 3146477"/>
                <a:gd name="connsiteX382" fmla="*/ 2864279 w 3819074"/>
                <a:gd name="connsiteY382" fmla="*/ 1194284 h 3146477"/>
                <a:gd name="connsiteX383" fmla="*/ 2435654 w 3819074"/>
                <a:gd name="connsiteY383" fmla="*/ 881102 h 3146477"/>
                <a:gd name="connsiteX384" fmla="*/ 2251345 w 3819074"/>
                <a:gd name="connsiteY384" fmla="*/ 946539 h 3146477"/>
                <a:gd name="connsiteX385" fmla="*/ 1561735 w 3819074"/>
                <a:gd name="connsiteY385" fmla="*/ 1144659 h 3146477"/>
                <a:gd name="connsiteX386" fmla="*/ 1283224 w 3819074"/>
                <a:gd name="connsiteY386" fmla="*/ 1167805 h 3146477"/>
                <a:gd name="connsiteX387" fmla="*/ 1241981 w 3819074"/>
                <a:gd name="connsiteY387" fmla="*/ 2859636 h 3146477"/>
                <a:gd name="connsiteX388" fmla="*/ 1241981 w 3819074"/>
                <a:gd name="connsiteY388" fmla="*/ 2859636 h 3146477"/>
                <a:gd name="connsiteX389" fmla="*/ 1077293 w 3819074"/>
                <a:gd name="connsiteY389" fmla="*/ 2800676 h 3146477"/>
                <a:gd name="connsiteX390" fmla="*/ 1074340 w 3819074"/>
                <a:gd name="connsiteY390" fmla="*/ 2512925 h 3146477"/>
                <a:gd name="connsiteX391" fmla="*/ 1000141 w 3819074"/>
                <a:gd name="connsiteY391" fmla="*/ 1806265 h 3146477"/>
                <a:gd name="connsiteX392" fmla="*/ 615902 w 3819074"/>
                <a:gd name="connsiteY392" fmla="*/ 1252958 h 3146477"/>
                <a:gd name="connsiteX393" fmla="*/ 322056 w 3819074"/>
                <a:gd name="connsiteY393" fmla="*/ 587447 h 3146477"/>
                <a:gd name="connsiteX394" fmla="*/ 530653 w 3819074"/>
                <a:gd name="connsiteY394" fmla="*/ 530963 h 3146477"/>
                <a:gd name="connsiteX395" fmla="*/ 852598 w 3819074"/>
                <a:gd name="connsiteY395" fmla="*/ 556681 h 3146477"/>
                <a:gd name="connsiteX396" fmla="*/ 1255601 w 3819074"/>
                <a:gd name="connsiteY396" fmla="*/ 586970 h 3146477"/>
                <a:gd name="connsiteX397" fmla="*/ 1470581 w 3819074"/>
                <a:gd name="connsiteY397" fmla="*/ 571254 h 3146477"/>
                <a:gd name="connsiteX398" fmla="*/ 2049224 w 3819074"/>
                <a:gd name="connsiteY398" fmla="*/ 402376 h 3146477"/>
                <a:gd name="connsiteX399" fmla="*/ 2483564 w 3819074"/>
                <a:gd name="connsiteY399" fmla="*/ 285885 h 3146477"/>
                <a:gd name="connsiteX400" fmla="*/ 2683113 w 3819074"/>
                <a:gd name="connsiteY400" fmla="*/ 348560 h 3146477"/>
                <a:gd name="connsiteX401" fmla="*/ 2704068 w 3819074"/>
                <a:gd name="connsiteY401" fmla="*/ 362276 h 3146477"/>
                <a:gd name="connsiteX402" fmla="*/ 3532743 w 3819074"/>
                <a:gd name="connsiteY402" fmla="*/ 1259531 h 3146477"/>
                <a:gd name="connsiteX403" fmla="*/ 3384534 w 3819074"/>
                <a:gd name="connsiteY403" fmla="*/ 1634720 h 3146477"/>
                <a:gd name="connsiteX404" fmla="*/ 3084020 w 3819074"/>
                <a:gd name="connsiteY404" fmla="*/ 2369955 h 3146477"/>
                <a:gd name="connsiteX405" fmla="*/ 3083068 w 3819074"/>
                <a:gd name="connsiteY405" fmla="*/ 2374527 h 3146477"/>
                <a:gd name="connsiteX406" fmla="*/ 3078496 w 3819074"/>
                <a:gd name="connsiteY406" fmla="*/ 2373670 h 3146477"/>
                <a:gd name="connsiteX407" fmla="*/ 2897521 w 3819074"/>
                <a:gd name="connsiteY407" fmla="*/ 2332141 h 3146477"/>
                <a:gd name="connsiteX408" fmla="*/ 2451846 w 3819074"/>
                <a:gd name="connsiteY408" fmla="*/ 2257846 h 3146477"/>
                <a:gd name="connsiteX409" fmla="*/ 2195433 w 3819074"/>
                <a:gd name="connsiteY409" fmla="*/ 2308233 h 3146477"/>
                <a:gd name="connsiteX410" fmla="*/ 1697466 w 3819074"/>
                <a:gd name="connsiteY410" fmla="*/ 2618462 h 3146477"/>
                <a:gd name="connsiteX411" fmla="*/ 1241981 w 3819074"/>
                <a:gd name="connsiteY411" fmla="*/ 2859636 h 3146477"/>
                <a:gd name="connsiteX412" fmla="*/ 530368 w 3819074"/>
                <a:gd name="connsiteY412" fmla="*/ 540488 h 3146477"/>
                <a:gd name="connsiteX413" fmla="*/ 329771 w 3819074"/>
                <a:gd name="connsiteY413" fmla="*/ 592685 h 3146477"/>
                <a:gd name="connsiteX414" fmla="*/ 623046 w 3819074"/>
                <a:gd name="connsiteY414" fmla="*/ 1246957 h 3146477"/>
                <a:gd name="connsiteX415" fmla="*/ 1008332 w 3819074"/>
                <a:gd name="connsiteY415" fmla="*/ 1801789 h 3146477"/>
                <a:gd name="connsiteX416" fmla="*/ 1083485 w 3819074"/>
                <a:gd name="connsiteY416" fmla="*/ 2513878 h 3146477"/>
                <a:gd name="connsiteX417" fmla="*/ 1082151 w 3819074"/>
                <a:gd name="connsiteY417" fmla="*/ 2792675 h 3146477"/>
                <a:gd name="connsiteX418" fmla="*/ 1241695 w 3819074"/>
                <a:gd name="connsiteY418" fmla="*/ 2849825 h 3146477"/>
                <a:gd name="connsiteX419" fmla="*/ 1241695 w 3819074"/>
                <a:gd name="connsiteY419" fmla="*/ 2849825 h 3146477"/>
                <a:gd name="connsiteX420" fmla="*/ 1691465 w 3819074"/>
                <a:gd name="connsiteY420" fmla="*/ 2610557 h 3146477"/>
                <a:gd name="connsiteX421" fmla="*/ 2191147 w 3819074"/>
                <a:gd name="connsiteY421" fmla="*/ 2299280 h 3146477"/>
                <a:gd name="connsiteX422" fmla="*/ 2451465 w 3819074"/>
                <a:gd name="connsiteY422" fmla="*/ 2248035 h 3146477"/>
                <a:gd name="connsiteX423" fmla="*/ 2899140 w 3819074"/>
                <a:gd name="connsiteY423" fmla="*/ 2322521 h 3146477"/>
                <a:gd name="connsiteX424" fmla="*/ 3075448 w 3819074"/>
                <a:gd name="connsiteY424" fmla="*/ 2363192 h 3146477"/>
                <a:gd name="connsiteX425" fmla="*/ 3376057 w 3819074"/>
                <a:gd name="connsiteY425" fmla="*/ 1629767 h 3146477"/>
                <a:gd name="connsiteX426" fmla="*/ 3523028 w 3819074"/>
                <a:gd name="connsiteY426" fmla="*/ 1259912 h 3146477"/>
                <a:gd name="connsiteX427" fmla="*/ 2698448 w 3819074"/>
                <a:gd name="connsiteY427" fmla="*/ 369896 h 3146477"/>
                <a:gd name="connsiteX428" fmla="*/ 2677493 w 3819074"/>
                <a:gd name="connsiteY428" fmla="*/ 356180 h 3146477"/>
                <a:gd name="connsiteX429" fmla="*/ 2483088 w 3819074"/>
                <a:gd name="connsiteY429" fmla="*/ 295029 h 3146477"/>
                <a:gd name="connsiteX430" fmla="*/ 2052082 w 3819074"/>
                <a:gd name="connsiteY430" fmla="*/ 410948 h 3146477"/>
                <a:gd name="connsiteX431" fmla="*/ 1471533 w 3819074"/>
                <a:gd name="connsiteY431" fmla="*/ 580303 h 3146477"/>
                <a:gd name="connsiteX432" fmla="*/ 1255220 w 3819074"/>
                <a:gd name="connsiteY432" fmla="*/ 596114 h 3146477"/>
                <a:gd name="connsiteX433" fmla="*/ 851170 w 3819074"/>
                <a:gd name="connsiteY433" fmla="*/ 565730 h 3146477"/>
                <a:gd name="connsiteX434" fmla="*/ 530368 w 3819074"/>
                <a:gd name="connsiteY434" fmla="*/ 540488 h 3146477"/>
                <a:gd name="connsiteX435" fmla="*/ 1472771 w 3819074"/>
                <a:gd name="connsiteY435" fmla="*/ 2310519 h 3146477"/>
                <a:gd name="connsiteX436" fmla="*/ 1472771 w 3819074"/>
                <a:gd name="connsiteY436" fmla="*/ 2300994 h 3146477"/>
                <a:gd name="connsiteX437" fmla="*/ 1337802 w 3819074"/>
                <a:gd name="connsiteY437" fmla="*/ 1631101 h 3146477"/>
                <a:gd name="connsiteX438" fmla="*/ 913463 w 3819074"/>
                <a:gd name="connsiteY438" fmla="*/ 1015881 h 3146477"/>
                <a:gd name="connsiteX439" fmla="*/ 861076 w 3819074"/>
                <a:gd name="connsiteY439" fmla="*/ 949206 h 3146477"/>
                <a:gd name="connsiteX440" fmla="*/ 854122 w 3819074"/>
                <a:gd name="connsiteY440" fmla="*/ 940348 h 3146477"/>
                <a:gd name="connsiteX441" fmla="*/ 865362 w 3819074"/>
                <a:gd name="connsiteY441" fmla="*/ 941586 h 3146477"/>
                <a:gd name="connsiteX442" fmla="*/ 1255030 w 3819074"/>
                <a:gd name="connsiteY442" fmla="*/ 967970 h 3146477"/>
                <a:gd name="connsiteX443" fmla="*/ 1530112 w 3819074"/>
                <a:gd name="connsiteY443" fmla="*/ 947491 h 3146477"/>
                <a:gd name="connsiteX444" fmla="*/ 2181431 w 3819074"/>
                <a:gd name="connsiteY444" fmla="*/ 759563 h 3146477"/>
                <a:gd name="connsiteX445" fmla="*/ 2472134 w 3819074"/>
                <a:gd name="connsiteY445" fmla="*/ 667456 h 3146477"/>
                <a:gd name="connsiteX446" fmla="*/ 2473849 w 3819074"/>
                <a:gd name="connsiteY446" fmla="*/ 667456 h 3146477"/>
                <a:gd name="connsiteX447" fmla="*/ 2494708 w 3819074"/>
                <a:gd name="connsiteY447" fmla="*/ 681077 h 3146477"/>
                <a:gd name="connsiteX448" fmla="*/ 3148219 w 3819074"/>
                <a:gd name="connsiteY448" fmla="*/ 1262102 h 3146477"/>
                <a:gd name="connsiteX449" fmla="*/ 3148219 w 3819074"/>
                <a:gd name="connsiteY449" fmla="*/ 1263626 h 3146477"/>
                <a:gd name="connsiteX450" fmla="*/ 3147647 w 3819074"/>
                <a:gd name="connsiteY450" fmla="*/ 1265055 h 3146477"/>
                <a:gd name="connsiteX451" fmla="*/ 3051540 w 3819074"/>
                <a:gd name="connsiteY451" fmla="*/ 1448126 h 3146477"/>
                <a:gd name="connsiteX452" fmla="*/ 2821607 w 3819074"/>
                <a:gd name="connsiteY452" fmla="*/ 1918280 h 3146477"/>
                <a:gd name="connsiteX453" fmla="*/ 2820178 w 3819074"/>
                <a:gd name="connsiteY453" fmla="*/ 1922090 h 3146477"/>
                <a:gd name="connsiteX454" fmla="*/ 2816177 w 3819074"/>
                <a:gd name="connsiteY454" fmla="*/ 1921232 h 3146477"/>
                <a:gd name="connsiteX455" fmla="*/ 2450798 w 3819074"/>
                <a:gd name="connsiteY455" fmla="*/ 1876655 h 3146477"/>
                <a:gd name="connsiteX456" fmla="*/ 2037604 w 3819074"/>
                <a:gd name="connsiteY456" fmla="*/ 1960761 h 3146477"/>
                <a:gd name="connsiteX457" fmla="*/ 1480010 w 3819074"/>
                <a:gd name="connsiteY457" fmla="*/ 2304614 h 3146477"/>
                <a:gd name="connsiteX458" fmla="*/ 875839 w 3819074"/>
                <a:gd name="connsiteY458" fmla="*/ 952254 h 3146477"/>
                <a:gd name="connsiteX459" fmla="*/ 921179 w 3819074"/>
                <a:gd name="connsiteY459" fmla="*/ 1009404 h 3146477"/>
                <a:gd name="connsiteX460" fmla="*/ 1346565 w 3819074"/>
                <a:gd name="connsiteY460" fmla="*/ 1626148 h 3146477"/>
                <a:gd name="connsiteX461" fmla="*/ 1482868 w 3819074"/>
                <a:gd name="connsiteY461" fmla="*/ 2291088 h 3146477"/>
                <a:gd name="connsiteX462" fmla="*/ 2034365 w 3819074"/>
                <a:gd name="connsiteY462" fmla="*/ 1951998 h 3146477"/>
                <a:gd name="connsiteX463" fmla="*/ 2451465 w 3819074"/>
                <a:gd name="connsiteY463" fmla="*/ 1867035 h 3146477"/>
                <a:gd name="connsiteX464" fmla="*/ 2814939 w 3819074"/>
                <a:gd name="connsiteY464" fmla="*/ 1910945 h 3146477"/>
                <a:gd name="connsiteX465" fmla="*/ 3043539 w 3819074"/>
                <a:gd name="connsiteY465" fmla="*/ 1444220 h 3146477"/>
                <a:gd name="connsiteX466" fmla="*/ 3138789 w 3819074"/>
                <a:gd name="connsiteY466" fmla="*/ 1263245 h 3146477"/>
                <a:gd name="connsiteX467" fmla="*/ 2489660 w 3819074"/>
                <a:gd name="connsiteY467" fmla="*/ 689269 h 3146477"/>
                <a:gd name="connsiteX468" fmla="*/ 2471658 w 3819074"/>
                <a:gd name="connsiteY468" fmla="*/ 677458 h 3146477"/>
                <a:gd name="connsiteX469" fmla="*/ 2185051 w 3819074"/>
                <a:gd name="connsiteY469" fmla="*/ 768707 h 3146477"/>
                <a:gd name="connsiteX470" fmla="*/ 1531731 w 3819074"/>
                <a:gd name="connsiteY470" fmla="*/ 957207 h 3146477"/>
                <a:gd name="connsiteX471" fmla="*/ 1255506 w 3819074"/>
                <a:gd name="connsiteY471" fmla="*/ 977781 h 3146477"/>
                <a:gd name="connsiteX472" fmla="*/ 875839 w 3819074"/>
                <a:gd name="connsiteY472" fmla="*/ 952254 h 3146477"/>
                <a:gd name="connsiteX473" fmla="*/ 1767284 w 3819074"/>
                <a:gd name="connsiteY473" fmla="*/ 1668915 h 3146477"/>
                <a:gd name="connsiteX474" fmla="*/ 1765475 w 3819074"/>
                <a:gd name="connsiteY474" fmla="*/ 1663676 h 3146477"/>
                <a:gd name="connsiteX475" fmla="*/ 1676321 w 3819074"/>
                <a:gd name="connsiteY475" fmla="*/ 1455460 h 3146477"/>
                <a:gd name="connsiteX476" fmla="*/ 1605455 w 3819074"/>
                <a:gd name="connsiteY476" fmla="*/ 1327825 h 3146477"/>
                <a:gd name="connsiteX477" fmla="*/ 1601930 w 3819074"/>
                <a:gd name="connsiteY477" fmla="*/ 1321824 h 3146477"/>
                <a:gd name="connsiteX478" fmla="*/ 1608788 w 3819074"/>
                <a:gd name="connsiteY478" fmla="*/ 1320681 h 3146477"/>
                <a:gd name="connsiteX479" fmla="*/ 2314496 w 3819074"/>
                <a:gd name="connsiteY479" fmla="*/ 1116656 h 3146477"/>
                <a:gd name="connsiteX480" fmla="*/ 2408222 w 3819074"/>
                <a:gd name="connsiteY480" fmla="*/ 1082270 h 3146477"/>
                <a:gd name="connsiteX481" fmla="*/ 2410508 w 3819074"/>
                <a:gd name="connsiteY481" fmla="*/ 1081413 h 3146477"/>
                <a:gd name="connsiteX482" fmla="*/ 2412508 w 3819074"/>
                <a:gd name="connsiteY482" fmla="*/ 1082747 h 3146477"/>
                <a:gd name="connsiteX483" fmla="*/ 2637679 w 3819074"/>
                <a:gd name="connsiteY483" fmla="*/ 1240385 h 3146477"/>
                <a:gd name="connsiteX484" fmla="*/ 2699782 w 3819074"/>
                <a:gd name="connsiteY484" fmla="*/ 1290011 h 3146477"/>
                <a:gd name="connsiteX485" fmla="*/ 2702830 w 3819074"/>
                <a:gd name="connsiteY485" fmla="*/ 1292582 h 3146477"/>
                <a:gd name="connsiteX486" fmla="*/ 2700925 w 3819074"/>
                <a:gd name="connsiteY486" fmla="*/ 1296011 h 3146477"/>
                <a:gd name="connsiteX487" fmla="*/ 2592721 w 3819074"/>
                <a:gd name="connsiteY487" fmla="*/ 1498798 h 3146477"/>
                <a:gd name="connsiteX488" fmla="*/ 2591292 w 3819074"/>
                <a:gd name="connsiteY488" fmla="*/ 1501656 h 3146477"/>
                <a:gd name="connsiteX489" fmla="*/ 2588149 w 3819074"/>
                <a:gd name="connsiteY489" fmla="*/ 1501656 h 3146477"/>
                <a:gd name="connsiteX490" fmla="*/ 2451465 w 3819074"/>
                <a:gd name="connsiteY490" fmla="*/ 1496132 h 3146477"/>
                <a:gd name="connsiteX491" fmla="*/ 1881584 w 3819074"/>
                <a:gd name="connsiteY491" fmla="*/ 1614051 h 3146477"/>
                <a:gd name="connsiteX492" fmla="*/ 1772142 w 3819074"/>
                <a:gd name="connsiteY492" fmla="*/ 1666724 h 3146477"/>
                <a:gd name="connsiteX493" fmla="*/ 1617170 w 3819074"/>
                <a:gd name="connsiteY493" fmla="*/ 1328968 h 3146477"/>
                <a:gd name="connsiteX494" fmla="*/ 1684798 w 3819074"/>
                <a:gd name="connsiteY494" fmla="*/ 1451078 h 3146477"/>
                <a:gd name="connsiteX495" fmla="*/ 1772714 w 3819074"/>
                <a:gd name="connsiteY495" fmla="*/ 1655390 h 3146477"/>
                <a:gd name="connsiteX496" fmla="*/ 1877489 w 3819074"/>
                <a:gd name="connsiteY496" fmla="*/ 1605002 h 3146477"/>
                <a:gd name="connsiteX497" fmla="*/ 2451370 w 3819074"/>
                <a:gd name="connsiteY497" fmla="*/ 1486321 h 3146477"/>
                <a:gd name="connsiteX498" fmla="*/ 2585577 w 3819074"/>
                <a:gd name="connsiteY498" fmla="*/ 1491655 h 3146477"/>
                <a:gd name="connsiteX499" fmla="*/ 2690352 w 3819074"/>
                <a:gd name="connsiteY499" fmla="*/ 1294773 h 3146477"/>
                <a:gd name="connsiteX500" fmla="*/ 2631583 w 3819074"/>
                <a:gd name="connsiteY500" fmla="*/ 1248005 h 3146477"/>
                <a:gd name="connsiteX501" fmla="*/ 2408888 w 3819074"/>
                <a:gd name="connsiteY501" fmla="*/ 1091986 h 3146477"/>
                <a:gd name="connsiteX502" fmla="*/ 2317544 w 3819074"/>
                <a:gd name="connsiteY502" fmla="*/ 1125514 h 3146477"/>
                <a:gd name="connsiteX503" fmla="*/ 1617170 w 3819074"/>
                <a:gd name="connsiteY503" fmla="*/ 1328968 h 3146477"/>
                <a:gd name="connsiteX504" fmla="*/ 1241981 w 3819074"/>
                <a:gd name="connsiteY504" fmla="*/ 3097761 h 3146477"/>
                <a:gd name="connsiteX505" fmla="*/ 1241981 w 3819074"/>
                <a:gd name="connsiteY505" fmla="*/ 3097761 h 3146477"/>
                <a:gd name="connsiteX506" fmla="*/ 946705 w 3819074"/>
                <a:gd name="connsiteY506" fmla="*/ 2999939 h 3146477"/>
                <a:gd name="connsiteX507" fmla="*/ 837454 w 3819074"/>
                <a:gd name="connsiteY507" fmla="*/ 2487589 h 3146477"/>
                <a:gd name="connsiteX508" fmla="*/ 788686 w 3819074"/>
                <a:gd name="connsiteY508" fmla="*/ 1916089 h 3146477"/>
                <a:gd name="connsiteX509" fmla="*/ 429593 w 3819074"/>
                <a:gd name="connsiteY509" fmla="*/ 1401739 h 3146477"/>
                <a:gd name="connsiteX510" fmla="*/ 122793 w 3819074"/>
                <a:gd name="connsiteY510" fmla="*/ 457526 h 3146477"/>
                <a:gd name="connsiteX511" fmla="*/ 530558 w 3819074"/>
                <a:gd name="connsiteY511" fmla="*/ 293314 h 3146477"/>
                <a:gd name="connsiteX512" fmla="*/ 879364 w 3819074"/>
                <a:gd name="connsiteY512" fmla="*/ 320556 h 3146477"/>
                <a:gd name="connsiteX513" fmla="*/ 1255506 w 3819074"/>
                <a:gd name="connsiteY513" fmla="*/ 349131 h 3146477"/>
                <a:gd name="connsiteX514" fmla="*/ 1432481 w 3819074"/>
                <a:gd name="connsiteY514" fmla="*/ 336177 h 3146477"/>
                <a:gd name="connsiteX515" fmla="*/ 1965881 w 3819074"/>
                <a:gd name="connsiteY515" fmla="*/ 179205 h 3146477"/>
                <a:gd name="connsiteX516" fmla="*/ 2483183 w 3819074"/>
                <a:gd name="connsiteY516" fmla="*/ 47760 h 3146477"/>
                <a:gd name="connsiteX517" fmla="*/ 2813224 w 3819074"/>
                <a:gd name="connsiteY517" fmla="*/ 149297 h 3146477"/>
                <a:gd name="connsiteX518" fmla="*/ 2834084 w 3819074"/>
                <a:gd name="connsiteY518" fmla="*/ 163013 h 3146477"/>
                <a:gd name="connsiteX519" fmla="*/ 3770011 w 3819074"/>
                <a:gd name="connsiteY519" fmla="*/ 1240385 h 3146477"/>
                <a:gd name="connsiteX520" fmla="*/ 3592274 w 3819074"/>
                <a:gd name="connsiteY520" fmla="*/ 1751021 h 3146477"/>
                <a:gd name="connsiteX521" fmla="*/ 3298523 w 3819074"/>
                <a:gd name="connsiteY521" fmla="*/ 2525594 h 3146477"/>
                <a:gd name="connsiteX522" fmla="*/ 3160601 w 3819074"/>
                <a:gd name="connsiteY522" fmla="*/ 2621415 h 3146477"/>
                <a:gd name="connsiteX523" fmla="*/ 2839323 w 3819074"/>
                <a:gd name="connsiteY523" fmla="*/ 2563122 h 3146477"/>
                <a:gd name="connsiteX524" fmla="*/ 2451465 w 3819074"/>
                <a:gd name="connsiteY524" fmla="*/ 2495971 h 3146477"/>
                <a:gd name="connsiteX525" fmla="*/ 2293064 w 3819074"/>
                <a:gd name="connsiteY525" fmla="*/ 2525308 h 3146477"/>
                <a:gd name="connsiteX526" fmla="*/ 1837198 w 3819074"/>
                <a:gd name="connsiteY526" fmla="*/ 2811058 h 3146477"/>
                <a:gd name="connsiteX527" fmla="*/ 1241981 w 3819074"/>
                <a:gd name="connsiteY527" fmla="*/ 3097761 h 3146477"/>
                <a:gd name="connsiteX528" fmla="*/ 530368 w 3819074"/>
                <a:gd name="connsiteY528" fmla="*/ 302363 h 3146477"/>
                <a:gd name="connsiteX529" fmla="*/ 130318 w 3819074"/>
                <a:gd name="connsiteY529" fmla="*/ 462193 h 3146477"/>
                <a:gd name="connsiteX530" fmla="*/ 436546 w 3819074"/>
                <a:gd name="connsiteY530" fmla="*/ 1395643 h 3146477"/>
                <a:gd name="connsiteX531" fmla="*/ 796687 w 3819074"/>
                <a:gd name="connsiteY531" fmla="*/ 1911803 h 3146477"/>
                <a:gd name="connsiteX532" fmla="*/ 846502 w 3819074"/>
                <a:gd name="connsiteY532" fmla="*/ 2488922 h 3146477"/>
                <a:gd name="connsiteX533" fmla="*/ 951277 w 3819074"/>
                <a:gd name="connsiteY533" fmla="*/ 2992319 h 3146477"/>
                <a:gd name="connsiteX534" fmla="*/ 1241218 w 3819074"/>
                <a:gd name="connsiteY534" fmla="*/ 3088616 h 3146477"/>
                <a:gd name="connsiteX535" fmla="*/ 1241218 w 3819074"/>
                <a:gd name="connsiteY535" fmla="*/ 3088616 h 3146477"/>
                <a:gd name="connsiteX536" fmla="*/ 1831006 w 3819074"/>
                <a:gd name="connsiteY536" fmla="*/ 2803724 h 3146477"/>
                <a:gd name="connsiteX537" fmla="*/ 2288207 w 3819074"/>
                <a:gd name="connsiteY537" fmla="*/ 2516926 h 3146477"/>
                <a:gd name="connsiteX538" fmla="*/ 2450132 w 3819074"/>
                <a:gd name="connsiteY538" fmla="*/ 2486827 h 3146477"/>
                <a:gd name="connsiteX539" fmla="*/ 2840657 w 3819074"/>
                <a:gd name="connsiteY539" fmla="*/ 2554264 h 3146477"/>
                <a:gd name="connsiteX540" fmla="*/ 3159649 w 3819074"/>
                <a:gd name="connsiteY540" fmla="*/ 2612271 h 3146477"/>
                <a:gd name="connsiteX541" fmla="*/ 3288141 w 3819074"/>
                <a:gd name="connsiteY541" fmla="*/ 2524641 h 3146477"/>
                <a:gd name="connsiteX542" fmla="*/ 3583416 w 3819074"/>
                <a:gd name="connsiteY542" fmla="*/ 1746734 h 3146477"/>
                <a:gd name="connsiteX543" fmla="*/ 3759914 w 3819074"/>
                <a:gd name="connsiteY543" fmla="*/ 1241909 h 3146477"/>
                <a:gd name="connsiteX544" fmla="*/ 2828369 w 3819074"/>
                <a:gd name="connsiteY544" fmla="*/ 171776 h 3146477"/>
                <a:gd name="connsiteX545" fmla="*/ 2807414 w 3819074"/>
                <a:gd name="connsiteY545" fmla="*/ 158059 h 3146477"/>
                <a:gd name="connsiteX546" fmla="*/ 2482612 w 3819074"/>
                <a:gd name="connsiteY546" fmla="*/ 58047 h 3146477"/>
                <a:gd name="connsiteX547" fmla="*/ 1968262 w 3819074"/>
                <a:gd name="connsiteY547" fmla="*/ 188921 h 3146477"/>
                <a:gd name="connsiteX548" fmla="*/ 1433052 w 3819074"/>
                <a:gd name="connsiteY548" fmla="*/ 346273 h 3146477"/>
                <a:gd name="connsiteX549" fmla="*/ 1254363 w 3819074"/>
                <a:gd name="connsiteY549" fmla="*/ 359132 h 3146477"/>
                <a:gd name="connsiteX550" fmla="*/ 877173 w 3819074"/>
                <a:gd name="connsiteY550" fmla="*/ 330557 h 3146477"/>
                <a:gd name="connsiteX551" fmla="*/ 530368 w 3819074"/>
                <a:gd name="connsiteY551" fmla="*/ 302363 h 3146477"/>
                <a:gd name="connsiteX552" fmla="*/ 1241981 w 3819074"/>
                <a:gd name="connsiteY552" fmla="*/ 2716761 h 3146477"/>
                <a:gd name="connsiteX553" fmla="*/ 1241981 w 3819074"/>
                <a:gd name="connsiteY553" fmla="*/ 2716761 h 3146477"/>
                <a:gd name="connsiteX554" fmla="*/ 1205023 w 3819074"/>
                <a:gd name="connsiteY554" fmla="*/ 2708093 h 3146477"/>
                <a:gd name="connsiteX555" fmla="*/ 1202071 w 3819074"/>
                <a:gd name="connsiteY555" fmla="*/ 2706854 h 3146477"/>
                <a:gd name="connsiteX556" fmla="*/ 1202071 w 3819074"/>
                <a:gd name="connsiteY556" fmla="*/ 2703521 h 3146477"/>
                <a:gd name="connsiteX557" fmla="*/ 1216358 w 3819074"/>
                <a:gd name="connsiteY557" fmla="*/ 2528165 h 3146477"/>
                <a:gd name="connsiteX558" fmla="*/ 1127014 w 3819074"/>
                <a:gd name="connsiteY558" fmla="*/ 1740448 h 3146477"/>
                <a:gd name="connsiteX559" fmla="*/ 727726 w 3819074"/>
                <a:gd name="connsiteY559" fmla="*/ 1163995 h 3146477"/>
                <a:gd name="connsiteX560" fmla="*/ 448357 w 3819074"/>
                <a:gd name="connsiteY560" fmla="*/ 763945 h 3146477"/>
                <a:gd name="connsiteX561" fmla="*/ 431403 w 3819074"/>
                <a:gd name="connsiteY561" fmla="*/ 684602 h 3146477"/>
                <a:gd name="connsiteX562" fmla="*/ 432260 w 3819074"/>
                <a:gd name="connsiteY562" fmla="*/ 682030 h 3146477"/>
                <a:gd name="connsiteX563" fmla="*/ 434927 w 3819074"/>
                <a:gd name="connsiteY563" fmla="*/ 681458 h 3146477"/>
                <a:gd name="connsiteX564" fmla="*/ 530653 w 3819074"/>
                <a:gd name="connsiteY564" fmla="*/ 673838 h 3146477"/>
                <a:gd name="connsiteX565" fmla="*/ 836406 w 3819074"/>
                <a:gd name="connsiteY565" fmla="*/ 698603 h 3146477"/>
                <a:gd name="connsiteX566" fmla="*/ 1255506 w 3819074"/>
                <a:gd name="connsiteY566" fmla="*/ 729845 h 3146477"/>
                <a:gd name="connsiteX567" fmla="*/ 1492964 w 3819074"/>
                <a:gd name="connsiteY567" fmla="*/ 712319 h 3146477"/>
                <a:gd name="connsiteX568" fmla="*/ 2098849 w 3819074"/>
                <a:gd name="connsiteY568" fmla="*/ 536297 h 3146477"/>
                <a:gd name="connsiteX569" fmla="*/ 2483374 w 3819074"/>
                <a:gd name="connsiteY569" fmla="*/ 428760 h 3146477"/>
                <a:gd name="connsiteX570" fmla="*/ 2604722 w 3819074"/>
                <a:gd name="connsiteY570" fmla="*/ 468098 h 3146477"/>
                <a:gd name="connsiteX571" fmla="*/ 2625677 w 3819074"/>
                <a:gd name="connsiteY571" fmla="*/ 481814 h 3146477"/>
                <a:gd name="connsiteX572" fmla="*/ 3390440 w 3819074"/>
                <a:gd name="connsiteY572" fmla="*/ 1271056 h 3146477"/>
                <a:gd name="connsiteX573" fmla="*/ 3259947 w 3819074"/>
                <a:gd name="connsiteY573" fmla="*/ 1564997 h 3146477"/>
                <a:gd name="connsiteX574" fmla="*/ 2978102 w 3819074"/>
                <a:gd name="connsiteY574" fmla="*/ 2200124 h 3146477"/>
                <a:gd name="connsiteX575" fmla="*/ 2976864 w 3819074"/>
                <a:gd name="connsiteY575" fmla="*/ 2204601 h 3146477"/>
                <a:gd name="connsiteX576" fmla="*/ 2972387 w 3819074"/>
                <a:gd name="connsiteY576" fmla="*/ 2203458 h 3146477"/>
                <a:gd name="connsiteX577" fmla="*/ 2932573 w 3819074"/>
                <a:gd name="connsiteY577" fmla="*/ 2193933 h 3146477"/>
                <a:gd name="connsiteX578" fmla="*/ 2931525 w 3819074"/>
                <a:gd name="connsiteY578" fmla="*/ 2193933 h 3146477"/>
                <a:gd name="connsiteX579" fmla="*/ 2451656 w 3819074"/>
                <a:gd name="connsiteY579" fmla="*/ 2115542 h 3146477"/>
                <a:gd name="connsiteX580" fmla="*/ 2136473 w 3819074"/>
                <a:gd name="connsiteY580" fmla="*/ 2178598 h 3146477"/>
                <a:gd name="connsiteX581" fmla="*/ 1613075 w 3819074"/>
                <a:gd name="connsiteY581" fmla="*/ 2503591 h 3146477"/>
                <a:gd name="connsiteX582" fmla="*/ 1241981 w 3819074"/>
                <a:gd name="connsiteY582" fmla="*/ 2716761 h 3146477"/>
                <a:gd name="connsiteX583" fmla="*/ 1211691 w 3819074"/>
                <a:gd name="connsiteY583" fmla="*/ 2700473 h 3146477"/>
                <a:gd name="connsiteX584" fmla="*/ 1241981 w 3819074"/>
                <a:gd name="connsiteY584" fmla="*/ 2707236 h 3146477"/>
                <a:gd name="connsiteX585" fmla="*/ 1607455 w 3819074"/>
                <a:gd name="connsiteY585" fmla="*/ 2495399 h 3146477"/>
                <a:gd name="connsiteX586" fmla="*/ 2132663 w 3819074"/>
                <a:gd name="connsiteY586" fmla="*/ 2169358 h 3146477"/>
                <a:gd name="connsiteX587" fmla="*/ 2451751 w 3819074"/>
                <a:gd name="connsiteY587" fmla="*/ 2105446 h 3146477"/>
                <a:gd name="connsiteX588" fmla="*/ 2933906 w 3819074"/>
                <a:gd name="connsiteY588" fmla="*/ 2184122 h 3146477"/>
                <a:gd name="connsiteX589" fmla="*/ 2934954 w 3819074"/>
                <a:gd name="connsiteY589" fmla="*/ 2184122 h 3146477"/>
                <a:gd name="connsiteX590" fmla="*/ 2970292 w 3819074"/>
                <a:gd name="connsiteY590" fmla="*/ 2192885 h 3146477"/>
                <a:gd name="connsiteX591" fmla="*/ 3251756 w 3819074"/>
                <a:gd name="connsiteY591" fmla="*/ 1560044 h 3146477"/>
                <a:gd name="connsiteX592" fmla="*/ 3381010 w 3819074"/>
                <a:gd name="connsiteY592" fmla="*/ 1271532 h 3146477"/>
                <a:gd name="connsiteX593" fmla="*/ 2620534 w 3819074"/>
                <a:gd name="connsiteY593" fmla="*/ 489530 h 3146477"/>
                <a:gd name="connsiteX594" fmla="*/ 2599579 w 3819074"/>
                <a:gd name="connsiteY594" fmla="*/ 475718 h 3146477"/>
                <a:gd name="connsiteX595" fmla="*/ 2483469 w 3819074"/>
                <a:gd name="connsiteY595" fmla="*/ 437618 h 3146477"/>
                <a:gd name="connsiteX596" fmla="*/ 2102469 w 3819074"/>
                <a:gd name="connsiteY596" fmla="*/ 544584 h 3146477"/>
                <a:gd name="connsiteX597" fmla="*/ 1494679 w 3819074"/>
                <a:gd name="connsiteY597" fmla="*/ 721082 h 3146477"/>
                <a:gd name="connsiteX598" fmla="*/ 1255697 w 3819074"/>
                <a:gd name="connsiteY598" fmla="*/ 738704 h 3146477"/>
                <a:gd name="connsiteX599" fmla="*/ 835549 w 3819074"/>
                <a:gd name="connsiteY599" fmla="*/ 707462 h 3146477"/>
                <a:gd name="connsiteX600" fmla="*/ 530749 w 3819074"/>
                <a:gd name="connsiteY600" fmla="*/ 682697 h 3146477"/>
                <a:gd name="connsiteX601" fmla="*/ 439690 w 3819074"/>
                <a:gd name="connsiteY601" fmla="*/ 689555 h 3146477"/>
                <a:gd name="connsiteX602" fmla="*/ 457216 w 3819074"/>
                <a:gd name="connsiteY602" fmla="*/ 759468 h 3146477"/>
                <a:gd name="connsiteX603" fmla="*/ 735251 w 3819074"/>
                <a:gd name="connsiteY603" fmla="*/ 1157327 h 3146477"/>
                <a:gd name="connsiteX604" fmla="*/ 1135301 w 3819074"/>
                <a:gd name="connsiteY604" fmla="*/ 1735399 h 3146477"/>
                <a:gd name="connsiteX605" fmla="*/ 1225693 w 3819074"/>
                <a:gd name="connsiteY605" fmla="*/ 2528451 h 3146477"/>
                <a:gd name="connsiteX606" fmla="*/ 1211405 w 3819074"/>
                <a:gd name="connsiteY606" fmla="*/ 2700473 h 3146477"/>
                <a:gd name="connsiteX607" fmla="*/ 1606407 w 3819074"/>
                <a:gd name="connsiteY607" fmla="*/ 2041343 h 3146477"/>
                <a:gd name="connsiteX608" fmla="*/ 1605550 w 3819074"/>
                <a:gd name="connsiteY608" fmla="*/ 2033627 h 3146477"/>
                <a:gd name="connsiteX609" fmla="*/ 1465247 w 3819074"/>
                <a:gd name="connsiteY609" fmla="*/ 1565092 h 3146477"/>
                <a:gd name="connsiteX610" fmla="*/ 1174925 w 3819074"/>
                <a:gd name="connsiteY610" fmla="*/ 1117418 h 3146477"/>
                <a:gd name="connsiteX611" fmla="*/ 1168924 w 3819074"/>
                <a:gd name="connsiteY611" fmla="*/ 1109512 h 3146477"/>
                <a:gd name="connsiteX612" fmla="*/ 1178449 w 3819074"/>
                <a:gd name="connsiteY612" fmla="*/ 1109512 h 3146477"/>
                <a:gd name="connsiteX613" fmla="*/ 1552877 w 3819074"/>
                <a:gd name="connsiteY613" fmla="*/ 1088462 h 3146477"/>
                <a:gd name="connsiteX614" fmla="*/ 2231533 w 3819074"/>
                <a:gd name="connsiteY614" fmla="*/ 893389 h 3146477"/>
                <a:gd name="connsiteX615" fmla="*/ 2443178 w 3819074"/>
                <a:gd name="connsiteY615" fmla="*/ 819856 h 3146477"/>
                <a:gd name="connsiteX616" fmla="*/ 2445274 w 3819074"/>
                <a:gd name="connsiteY616" fmla="*/ 819285 h 3146477"/>
                <a:gd name="connsiteX617" fmla="*/ 2447083 w 3819074"/>
                <a:gd name="connsiteY617" fmla="*/ 820428 h 3146477"/>
                <a:gd name="connsiteX618" fmla="*/ 2992771 w 3819074"/>
                <a:gd name="connsiteY618" fmla="*/ 1254197 h 3146477"/>
                <a:gd name="connsiteX619" fmla="*/ 2994199 w 3819074"/>
                <a:gd name="connsiteY619" fmla="*/ 1256482 h 3146477"/>
                <a:gd name="connsiteX620" fmla="*/ 2992961 w 3819074"/>
                <a:gd name="connsiteY620" fmla="*/ 1258864 h 3146477"/>
                <a:gd name="connsiteX621" fmla="*/ 2927620 w 3819074"/>
                <a:gd name="connsiteY621" fmla="*/ 1378403 h 3146477"/>
                <a:gd name="connsiteX622" fmla="*/ 2733691 w 3819074"/>
                <a:gd name="connsiteY622" fmla="*/ 1756164 h 3146477"/>
                <a:gd name="connsiteX623" fmla="*/ 2732167 w 3819074"/>
                <a:gd name="connsiteY623" fmla="*/ 1759593 h 3146477"/>
                <a:gd name="connsiteX624" fmla="*/ 2728547 w 3819074"/>
                <a:gd name="connsiteY624" fmla="*/ 1758926 h 3146477"/>
                <a:gd name="connsiteX625" fmla="*/ 2451656 w 3819074"/>
                <a:gd name="connsiteY625" fmla="*/ 1733971 h 3146477"/>
                <a:gd name="connsiteX626" fmla="*/ 1979787 w 3819074"/>
                <a:gd name="connsiteY626" fmla="*/ 1830745 h 3146477"/>
                <a:gd name="connsiteX627" fmla="*/ 1612598 w 3819074"/>
                <a:gd name="connsiteY627" fmla="*/ 2037342 h 3146477"/>
                <a:gd name="connsiteX628" fmla="*/ 1188450 w 3819074"/>
                <a:gd name="connsiteY628" fmla="*/ 1119418 h 3146477"/>
                <a:gd name="connsiteX629" fmla="*/ 1474200 w 3819074"/>
                <a:gd name="connsiteY629" fmla="*/ 1560711 h 3146477"/>
                <a:gd name="connsiteX630" fmla="*/ 1613456 w 3819074"/>
                <a:gd name="connsiteY630" fmla="*/ 2024864 h 3146477"/>
                <a:gd name="connsiteX631" fmla="*/ 1975406 w 3819074"/>
                <a:gd name="connsiteY631" fmla="*/ 1822077 h 3146477"/>
                <a:gd name="connsiteX632" fmla="*/ 2451656 w 3819074"/>
                <a:gd name="connsiteY632" fmla="*/ 1724446 h 3146477"/>
                <a:gd name="connsiteX633" fmla="*/ 2726642 w 3819074"/>
                <a:gd name="connsiteY633" fmla="*/ 1748925 h 3146477"/>
                <a:gd name="connsiteX634" fmla="*/ 2919142 w 3819074"/>
                <a:gd name="connsiteY634" fmla="*/ 1374497 h 3146477"/>
                <a:gd name="connsiteX635" fmla="*/ 2983436 w 3819074"/>
                <a:gd name="connsiteY635" fmla="*/ 1256864 h 3146477"/>
                <a:gd name="connsiteX636" fmla="*/ 2443940 w 3819074"/>
                <a:gd name="connsiteY636" fmla="*/ 829572 h 3146477"/>
                <a:gd name="connsiteX637" fmla="*/ 2235057 w 3819074"/>
                <a:gd name="connsiteY637" fmla="*/ 902343 h 3146477"/>
                <a:gd name="connsiteX638" fmla="*/ 1554686 w 3819074"/>
                <a:gd name="connsiteY638" fmla="*/ 1097987 h 3146477"/>
                <a:gd name="connsiteX639" fmla="*/ 1255506 w 3819074"/>
                <a:gd name="connsiteY639" fmla="*/ 1120370 h 3146477"/>
                <a:gd name="connsiteX640" fmla="*/ 1188164 w 3819074"/>
                <a:gd name="connsiteY640" fmla="*/ 1119418 h 3146477"/>
                <a:gd name="connsiteX641" fmla="*/ 1241981 w 3819074"/>
                <a:gd name="connsiteY641" fmla="*/ 2907261 h 3146477"/>
                <a:gd name="connsiteX642" fmla="*/ 1241981 w 3819074"/>
                <a:gd name="connsiteY642" fmla="*/ 2907261 h 3146477"/>
                <a:gd name="connsiteX643" fmla="*/ 1051481 w 3819074"/>
                <a:gd name="connsiteY643" fmla="*/ 2840586 h 3146477"/>
                <a:gd name="connsiteX644" fmla="*/ 1027287 w 3819074"/>
                <a:gd name="connsiteY644" fmla="*/ 2507972 h 3146477"/>
                <a:gd name="connsiteX645" fmla="*/ 958135 w 3819074"/>
                <a:gd name="connsiteY645" fmla="*/ 1828268 h 3146477"/>
                <a:gd name="connsiteX646" fmla="*/ 579040 w 3819074"/>
                <a:gd name="connsiteY646" fmla="*/ 1282772 h 3146477"/>
                <a:gd name="connsiteX647" fmla="*/ 273669 w 3819074"/>
                <a:gd name="connsiteY647" fmla="*/ 840526 h 3146477"/>
                <a:gd name="connsiteX648" fmla="*/ 281956 w 3819074"/>
                <a:gd name="connsiteY648" fmla="*/ 561348 h 3146477"/>
                <a:gd name="connsiteX649" fmla="*/ 530368 w 3819074"/>
                <a:gd name="connsiteY649" fmla="*/ 483338 h 3146477"/>
                <a:gd name="connsiteX650" fmla="*/ 857551 w 3819074"/>
                <a:gd name="connsiteY650" fmla="*/ 509341 h 3146477"/>
                <a:gd name="connsiteX651" fmla="*/ 1255315 w 3819074"/>
                <a:gd name="connsiteY651" fmla="*/ 539345 h 3146477"/>
                <a:gd name="connsiteX652" fmla="*/ 1462675 w 3819074"/>
                <a:gd name="connsiteY652" fmla="*/ 524201 h 3146477"/>
                <a:gd name="connsiteX653" fmla="*/ 2032270 w 3819074"/>
                <a:gd name="connsiteY653" fmla="*/ 357799 h 3146477"/>
                <a:gd name="connsiteX654" fmla="*/ 2483183 w 3819074"/>
                <a:gd name="connsiteY654" fmla="*/ 238260 h 3146477"/>
                <a:gd name="connsiteX655" fmla="*/ 2708831 w 3819074"/>
                <a:gd name="connsiteY655" fmla="*/ 308745 h 3146477"/>
                <a:gd name="connsiteX656" fmla="*/ 2729786 w 3819074"/>
                <a:gd name="connsiteY656" fmla="*/ 322366 h 3146477"/>
                <a:gd name="connsiteX657" fmla="*/ 3580082 w 3819074"/>
                <a:gd name="connsiteY657" fmla="*/ 1255816 h 3146477"/>
                <a:gd name="connsiteX658" fmla="*/ 3426063 w 3819074"/>
                <a:gd name="connsiteY658" fmla="*/ 1658152 h 3146477"/>
                <a:gd name="connsiteX659" fmla="*/ 3121930 w 3819074"/>
                <a:gd name="connsiteY659" fmla="*/ 2423962 h 3146477"/>
                <a:gd name="connsiteX660" fmla="*/ 3121073 w 3819074"/>
                <a:gd name="connsiteY660" fmla="*/ 2428439 h 3146477"/>
                <a:gd name="connsiteX661" fmla="*/ 3116596 w 3819074"/>
                <a:gd name="connsiteY661" fmla="*/ 2427867 h 3146477"/>
                <a:gd name="connsiteX662" fmla="*/ 2885329 w 3819074"/>
                <a:gd name="connsiteY662" fmla="*/ 2378337 h 3146477"/>
                <a:gd name="connsiteX663" fmla="*/ 2451465 w 3819074"/>
                <a:gd name="connsiteY663" fmla="*/ 2305566 h 3146477"/>
                <a:gd name="connsiteX664" fmla="*/ 2214674 w 3819074"/>
                <a:gd name="connsiteY664" fmla="*/ 2351762 h 3146477"/>
                <a:gd name="connsiteX665" fmla="*/ 1725089 w 3819074"/>
                <a:gd name="connsiteY665" fmla="*/ 2657134 h 3146477"/>
                <a:gd name="connsiteX666" fmla="*/ 1241981 w 3819074"/>
                <a:gd name="connsiteY666" fmla="*/ 2907261 h 3146477"/>
                <a:gd name="connsiteX667" fmla="*/ 530368 w 3819074"/>
                <a:gd name="connsiteY667" fmla="*/ 492863 h 3146477"/>
                <a:gd name="connsiteX668" fmla="*/ 289957 w 3819074"/>
                <a:gd name="connsiteY668" fmla="*/ 566587 h 3146477"/>
                <a:gd name="connsiteX669" fmla="*/ 282337 w 3819074"/>
                <a:gd name="connsiteY669" fmla="*/ 836621 h 3146477"/>
                <a:gd name="connsiteX670" fmla="*/ 585899 w 3819074"/>
                <a:gd name="connsiteY670" fmla="*/ 1276676 h 3146477"/>
                <a:gd name="connsiteX671" fmla="*/ 966041 w 3819074"/>
                <a:gd name="connsiteY671" fmla="*/ 1823791 h 3146477"/>
                <a:gd name="connsiteX672" fmla="*/ 1036145 w 3819074"/>
                <a:gd name="connsiteY672" fmla="*/ 2508830 h 3146477"/>
                <a:gd name="connsiteX673" fmla="*/ 1056052 w 3819074"/>
                <a:gd name="connsiteY673" fmla="*/ 2832680 h 3146477"/>
                <a:gd name="connsiteX674" fmla="*/ 1241695 w 3819074"/>
                <a:gd name="connsiteY674" fmla="*/ 2897831 h 3146477"/>
                <a:gd name="connsiteX675" fmla="*/ 1241695 w 3819074"/>
                <a:gd name="connsiteY675" fmla="*/ 2897831 h 3146477"/>
                <a:gd name="connsiteX676" fmla="*/ 1719373 w 3819074"/>
                <a:gd name="connsiteY676" fmla="*/ 2649419 h 3146477"/>
                <a:gd name="connsiteX677" fmla="*/ 2210768 w 3819074"/>
                <a:gd name="connsiteY677" fmla="*/ 2343095 h 3146477"/>
                <a:gd name="connsiteX678" fmla="*/ 2451465 w 3819074"/>
                <a:gd name="connsiteY678" fmla="*/ 2296041 h 3146477"/>
                <a:gd name="connsiteX679" fmla="*/ 2887615 w 3819074"/>
                <a:gd name="connsiteY679" fmla="*/ 2369098 h 3146477"/>
                <a:gd name="connsiteX680" fmla="*/ 3113357 w 3819074"/>
                <a:gd name="connsiteY680" fmla="*/ 2417866 h 3146477"/>
                <a:gd name="connsiteX681" fmla="*/ 3417681 w 3819074"/>
                <a:gd name="connsiteY681" fmla="*/ 1653580 h 3146477"/>
                <a:gd name="connsiteX682" fmla="*/ 3570653 w 3819074"/>
                <a:gd name="connsiteY682" fmla="*/ 1256578 h 3146477"/>
                <a:gd name="connsiteX683" fmla="*/ 2724642 w 3819074"/>
                <a:gd name="connsiteY683" fmla="*/ 330462 h 3146477"/>
                <a:gd name="connsiteX684" fmla="*/ 2703687 w 3819074"/>
                <a:gd name="connsiteY684" fmla="*/ 316746 h 3146477"/>
                <a:gd name="connsiteX685" fmla="*/ 2483183 w 3819074"/>
                <a:gd name="connsiteY685" fmla="*/ 247880 h 3146477"/>
                <a:gd name="connsiteX686" fmla="*/ 2035508 w 3819074"/>
                <a:gd name="connsiteY686" fmla="*/ 366847 h 3146477"/>
                <a:gd name="connsiteX687" fmla="*/ 1464008 w 3819074"/>
                <a:gd name="connsiteY687" fmla="*/ 533726 h 3146477"/>
                <a:gd name="connsiteX688" fmla="*/ 1255220 w 3819074"/>
                <a:gd name="connsiteY688" fmla="*/ 548966 h 3146477"/>
                <a:gd name="connsiteX689" fmla="*/ 856599 w 3819074"/>
                <a:gd name="connsiteY689" fmla="*/ 518866 h 3146477"/>
                <a:gd name="connsiteX690" fmla="*/ 530368 w 3819074"/>
                <a:gd name="connsiteY690" fmla="*/ 492863 h 3146477"/>
                <a:gd name="connsiteX691" fmla="*/ 1419146 w 3819074"/>
                <a:gd name="connsiteY691" fmla="*/ 2407960 h 3146477"/>
                <a:gd name="connsiteX692" fmla="*/ 1419907 w 3819074"/>
                <a:gd name="connsiteY692" fmla="*/ 2397768 h 3146477"/>
                <a:gd name="connsiteX693" fmla="*/ 1296082 w 3819074"/>
                <a:gd name="connsiteY693" fmla="*/ 1652723 h 3146477"/>
                <a:gd name="connsiteX694" fmla="*/ 876982 w 3819074"/>
                <a:gd name="connsiteY694" fmla="*/ 1045408 h 3146477"/>
                <a:gd name="connsiteX695" fmla="*/ 754491 w 3819074"/>
                <a:gd name="connsiteY695" fmla="*/ 889198 h 3146477"/>
                <a:gd name="connsiteX696" fmla="*/ 747728 w 3819074"/>
                <a:gd name="connsiteY696" fmla="*/ 880340 h 3146477"/>
                <a:gd name="connsiteX697" fmla="*/ 758777 w 3819074"/>
                <a:gd name="connsiteY697" fmla="*/ 881579 h 3146477"/>
                <a:gd name="connsiteX698" fmla="*/ 813451 w 3819074"/>
                <a:gd name="connsiteY698" fmla="*/ 887674 h 3146477"/>
                <a:gd name="connsiteX699" fmla="*/ 814975 w 3819074"/>
                <a:gd name="connsiteY699" fmla="*/ 887674 h 3146477"/>
                <a:gd name="connsiteX700" fmla="*/ 1255697 w 3819074"/>
                <a:gd name="connsiteY700" fmla="*/ 920155 h 3146477"/>
                <a:gd name="connsiteX701" fmla="*/ 1523254 w 3819074"/>
                <a:gd name="connsiteY701" fmla="*/ 900247 h 3146477"/>
                <a:gd name="connsiteX702" fmla="*/ 2165524 w 3819074"/>
                <a:gd name="connsiteY702" fmla="*/ 714701 h 3146477"/>
                <a:gd name="connsiteX703" fmla="*/ 2483564 w 3819074"/>
                <a:gd name="connsiteY703" fmla="*/ 619451 h 3146477"/>
                <a:gd name="connsiteX704" fmla="*/ 2486898 w 3819074"/>
                <a:gd name="connsiteY704" fmla="*/ 619927 h 3146477"/>
                <a:gd name="connsiteX705" fmla="*/ 2500519 w 3819074"/>
                <a:gd name="connsiteY705" fmla="*/ 627642 h 3146477"/>
                <a:gd name="connsiteX706" fmla="*/ 2521569 w 3819074"/>
                <a:gd name="connsiteY706" fmla="*/ 641358 h 3146477"/>
                <a:gd name="connsiteX707" fmla="*/ 3198416 w 3819074"/>
                <a:gd name="connsiteY707" fmla="*/ 1267817 h 3146477"/>
                <a:gd name="connsiteX708" fmla="*/ 3198416 w 3819074"/>
                <a:gd name="connsiteY708" fmla="*/ 1268960 h 3146477"/>
                <a:gd name="connsiteX709" fmla="*/ 3198416 w 3819074"/>
                <a:gd name="connsiteY709" fmla="*/ 1270103 h 3146477"/>
                <a:gd name="connsiteX710" fmla="*/ 3094117 w 3819074"/>
                <a:gd name="connsiteY710" fmla="*/ 1472129 h 3146477"/>
                <a:gd name="connsiteX711" fmla="*/ 2852182 w 3819074"/>
                <a:gd name="connsiteY711" fmla="*/ 1974001 h 3146477"/>
                <a:gd name="connsiteX712" fmla="*/ 2850753 w 3819074"/>
                <a:gd name="connsiteY712" fmla="*/ 1977906 h 3146477"/>
                <a:gd name="connsiteX713" fmla="*/ 2846657 w 3819074"/>
                <a:gd name="connsiteY713" fmla="*/ 1976954 h 3146477"/>
                <a:gd name="connsiteX714" fmla="*/ 2452037 w 3819074"/>
                <a:gd name="connsiteY714" fmla="*/ 1924661 h 3146477"/>
                <a:gd name="connsiteX715" fmla="*/ 2058464 w 3819074"/>
                <a:gd name="connsiteY715" fmla="*/ 2004576 h 3146477"/>
                <a:gd name="connsiteX716" fmla="*/ 1501346 w 3819074"/>
                <a:gd name="connsiteY716" fmla="*/ 2349191 h 3146477"/>
                <a:gd name="connsiteX717" fmla="*/ 1428004 w 3819074"/>
                <a:gd name="connsiteY717" fmla="*/ 2402245 h 3146477"/>
                <a:gd name="connsiteX718" fmla="*/ 768397 w 3819074"/>
                <a:gd name="connsiteY718" fmla="*/ 892247 h 3146477"/>
                <a:gd name="connsiteX719" fmla="*/ 883745 w 3819074"/>
                <a:gd name="connsiteY719" fmla="*/ 1039122 h 3146477"/>
                <a:gd name="connsiteX720" fmla="*/ 1304274 w 3819074"/>
                <a:gd name="connsiteY720" fmla="*/ 1648722 h 3146477"/>
                <a:gd name="connsiteX721" fmla="*/ 1430194 w 3819074"/>
                <a:gd name="connsiteY721" fmla="*/ 2388720 h 3146477"/>
                <a:gd name="connsiteX722" fmla="*/ 1494964 w 3819074"/>
                <a:gd name="connsiteY722" fmla="*/ 2341856 h 3146477"/>
                <a:gd name="connsiteX723" fmla="*/ 2053987 w 3819074"/>
                <a:gd name="connsiteY723" fmla="*/ 1996099 h 3146477"/>
                <a:gd name="connsiteX724" fmla="*/ 2451465 w 3819074"/>
                <a:gd name="connsiteY724" fmla="*/ 1915327 h 3146477"/>
                <a:gd name="connsiteX725" fmla="*/ 2844181 w 3819074"/>
                <a:gd name="connsiteY725" fmla="*/ 1966571 h 3146477"/>
                <a:gd name="connsiteX726" fmla="*/ 3085258 w 3819074"/>
                <a:gd name="connsiteY726" fmla="*/ 1467366 h 3146477"/>
                <a:gd name="connsiteX727" fmla="*/ 3188509 w 3819074"/>
                <a:gd name="connsiteY727" fmla="*/ 1267913 h 3146477"/>
                <a:gd name="connsiteX728" fmla="*/ 2516045 w 3819074"/>
                <a:gd name="connsiteY728" fmla="*/ 648788 h 3146477"/>
                <a:gd name="connsiteX729" fmla="*/ 2494899 w 3819074"/>
                <a:gd name="connsiteY729" fmla="*/ 634976 h 3146477"/>
                <a:gd name="connsiteX730" fmla="*/ 2483564 w 3819074"/>
                <a:gd name="connsiteY730" fmla="*/ 628309 h 3146477"/>
                <a:gd name="connsiteX731" fmla="*/ 2483564 w 3819074"/>
                <a:gd name="connsiteY731" fmla="*/ 628309 h 3146477"/>
                <a:gd name="connsiteX732" fmla="*/ 2168763 w 3819074"/>
                <a:gd name="connsiteY732" fmla="*/ 723559 h 3146477"/>
                <a:gd name="connsiteX733" fmla="*/ 1524778 w 3819074"/>
                <a:gd name="connsiteY733" fmla="*/ 909582 h 3146477"/>
                <a:gd name="connsiteX734" fmla="*/ 1255697 w 3819074"/>
                <a:gd name="connsiteY734" fmla="*/ 929585 h 3146477"/>
                <a:gd name="connsiteX735" fmla="*/ 814022 w 3819074"/>
                <a:gd name="connsiteY735" fmla="*/ 897104 h 3146477"/>
                <a:gd name="connsiteX736" fmla="*/ 812308 w 3819074"/>
                <a:gd name="connsiteY736" fmla="*/ 897104 h 3146477"/>
                <a:gd name="connsiteX737" fmla="*/ 1739090 w 3819074"/>
                <a:gd name="connsiteY737" fmla="*/ 1737781 h 3146477"/>
                <a:gd name="connsiteX738" fmla="*/ 1737281 w 3819074"/>
                <a:gd name="connsiteY738" fmla="*/ 1732542 h 3146477"/>
                <a:gd name="connsiteX739" fmla="*/ 1633934 w 3819074"/>
                <a:gd name="connsiteY739" fmla="*/ 1477748 h 3146477"/>
                <a:gd name="connsiteX740" fmla="*/ 1527540 w 3819074"/>
                <a:gd name="connsiteY740" fmla="*/ 1291820 h 3146477"/>
                <a:gd name="connsiteX741" fmla="*/ 1523635 w 3819074"/>
                <a:gd name="connsiteY741" fmla="*/ 1285534 h 3146477"/>
                <a:gd name="connsiteX742" fmla="*/ 1530969 w 3819074"/>
                <a:gd name="connsiteY742" fmla="*/ 1284581 h 3146477"/>
                <a:gd name="connsiteX743" fmla="*/ 1582976 w 3819074"/>
                <a:gd name="connsiteY743" fmla="*/ 1277057 h 3146477"/>
                <a:gd name="connsiteX744" fmla="*/ 2297350 w 3819074"/>
                <a:gd name="connsiteY744" fmla="*/ 1072364 h 3146477"/>
                <a:gd name="connsiteX745" fmla="*/ 2414413 w 3819074"/>
                <a:gd name="connsiteY745" fmla="*/ 1029788 h 3146477"/>
                <a:gd name="connsiteX746" fmla="*/ 2416604 w 3819074"/>
                <a:gd name="connsiteY746" fmla="*/ 1029026 h 3146477"/>
                <a:gd name="connsiteX747" fmla="*/ 2418604 w 3819074"/>
                <a:gd name="connsiteY747" fmla="*/ 1030359 h 3146477"/>
                <a:gd name="connsiteX748" fmla="*/ 2683399 w 3819074"/>
                <a:gd name="connsiteY748" fmla="*/ 1215906 h 3146477"/>
                <a:gd name="connsiteX749" fmla="*/ 2760075 w 3819074"/>
                <a:gd name="connsiteY749" fmla="*/ 1279628 h 3146477"/>
                <a:gd name="connsiteX750" fmla="*/ 2762837 w 3819074"/>
                <a:gd name="connsiteY750" fmla="*/ 1282105 h 3146477"/>
                <a:gd name="connsiteX751" fmla="*/ 2760551 w 3819074"/>
                <a:gd name="connsiteY751" fmla="*/ 1286296 h 3146477"/>
                <a:gd name="connsiteX752" fmla="*/ 2620248 w 3819074"/>
                <a:gd name="connsiteY752" fmla="*/ 1549376 h 3146477"/>
                <a:gd name="connsiteX753" fmla="*/ 2618819 w 3819074"/>
                <a:gd name="connsiteY753" fmla="*/ 1552329 h 3146477"/>
                <a:gd name="connsiteX754" fmla="*/ 2615486 w 3819074"/>
                <a:gd name="connsiteY754" fmla="*/ 1552329 h 3146477"/>
                <a:gd name="connsiteX755" fmla="*/ 2450989 w 3819074"/>
                <a:gd name="connsiteY755" fmla="*/ 1544138 h 3146477"/>
                <a:gd name="connsiteX756" fmla="*/ 1900634 w 3819074"/>
                <a:gd name="connsiteY756" fmla="*/ 1657866 h 3146477"/>
                <a:gd name="connsiteX757" fmla="*/ 1743757 w 3819074"/>
                <a:gd name="connsiteY757" fmla="*/ 1735590 h 3146477"/>
                <a:gd name="connsiteX758" fmla="*/ 1539637 w 3819074"/>
                <a:gd name="connsiteY758" fmla="*/ 1292678 h 3146477"/>
                <a:gd name="connsiteX759" fmla="*/ 1642507 w 3819074"/>
                <a:gd name="connsiteY759" fmla="*/ 1472986 h 3146477"/>
                <a:gd name="connsiteX760" fmla="*/ 1744805 w 3819074"/>
                <a:gd name="connsiteY760" fmla="*/ 1723779 h 3146477"/>
                <a:gd name="connsiteX761" fmla="*/ 1897205 w 3819074"/>
                <a:gd name="connsiteY761" fmla="*/ 1648436 h 3146477"/>
                <a:gd name="connsiteX762" fmla="*/ 2451465 w 3819074"/>
                <a:gd name="connsiteY762" fmla="*/ 1534136 h 3146477"/>
                <a:gd name="connsiteX763" fmla="*/ 2613390 w 3819074"/>
                <a:gd name="connsiteY763" fmla="*/ 1542042 h 3146477"/>
                <a:gd name="connsiteX764" fmla="*/ 2751122 w 3819074"/>
                <a:gd name="connsiteY764" fmla="*/ 1284010 h 3146477"/>
                <a:gd name="connsiteX765" fmla="*/ 2677874 w 3819074"/>
                <a:gd name="connsiteY765" fmla="*/ 1223240 h 3146477"/>
                <a:gd name="connsiteX766" fmla="*/ 2415651 w 3819074"/>
                <a:gd name="connsiteY766" fmla="*/ 1039408 h 3146477"/>
                <a:gd name="connsiteX767" fmla="*/ 2301351 w 3819074"/>
                <a:gd name="connsiteY767" fmla="*/ 1081127 h 3146477"/>
                <a:gd name="connsiteX768" fmla="*/ 1584690 w 3819074"/>
                <a:gd name="connsiteY768" fmla="*/ 1286296 h 3146477"/>
                <a:gd name="connsiteX769" fmla="*/ 1539637 w 3819074"/>
                <a:gd name="connsiteY769" fmla="*/ 1292678 h 3146477"/>
                <a:gd name="connsiteX770" fmla="*/ 1241981 w 3819074"/>
                <a:gd name="connsiteY770" fmla="*/ 3002511 h 3146477"/>
                <a:gd name="connsiteX771" fmla="*/ 1241981 w 3819074"/>
                <a:gd name="connsiteY771" fmla="*/ 3002511 h 3146477"/>
                <a:gd name="connsiteX772" fmla="*/ 998998 w 3819074"/>
                <a:gd name="connsiteY772" fmla="*/ 2920214 h 3146477"/>
                <a:gd name="connsiteX773" fmla="*/ 932323 w 3819074"/>
                <a:gd name="connsiteY773" fmla="*/ 2497685 h 3146477"/>
                <a:gd name="connsiteX774" fmla="*/ 873458 w 3819074"/>
                <a:gd name="connsiteY774" fmla="*/ 1871988 h 3146477"/>
                <a:gd name="connsiteX775" fmla="*/ 504269 w 3819074"/>
                <a:gd name="connsiteY775" fmla="*/ 1341922 h 3146477"/>
                <a:gd name="connsiteX776" fmla="*/ 202612 w 3819074"/>
                <a:gd name="connsiteY776" fmla="*/ 509246 h 3146477"/>
                <a:gd name="connsiteX777" fmla="*/ 530749 w 3819074"/>
                <a:gd name="connsiteY777" fmla="*/ 388088 h 3146477"/>
                <a:gd name="connsiteX778" fmla="*/ 868791 w 3819074"/>
                <a:gd name="connsiteY778" fmla="*/ 414663 h 3146477"/>
                <a:gd name="connsiteX779" fmla="*/ 1255697 w 3819074"/>
                <a:gd name="connsiteY779" fmla="*/ 444095 h 3146477"/>
                <a:gd name="connsiteX780" fmla="*/ 1448006 w 3819074"/>
                <a:gd name="connsiteY780" fmla="*/ 430189 h 3146477"/>
                <a:gd name="connsiteX781" fmla="*/ 1999408 w 3819074"/>
                <a:gd name="connsiteY781" fmla="*/ 268264 h 3146477"/>
                <a:gd name="connsiteX782" fmla="*/ 2483564 w 3819074"/>
                <a:gd name="connsiteY782" fmla="*/ 142724 h 3146477"/>
                <a:gd name="connsiteX783" fmla="*/ 2761409 w 3819074"/>
                <a:gd name="connsiteY783" fmla="*/ 228449 h 3146477"/>
                <a:gd name="connsiteX784" fmla="*/ 2782364 w 3819074"/>
                <a:gd name="connsiteY784" fmla="*/ 242165 h 3146477"/>
                <a:gd name="connsiteX785" fmla="*/ 3392725 w 3819074"/>
                <a:gd name="connsiteY785" fmla="*/ 697365 h 3146477"/>
                <a:gd name="connsiteX786" fmla="*/ 3675428 w 3819074"/>
                <a:gd name="connsiteY786" fmla="*/ 1247529 h 3146477"/>
                <a:gd name="connsiteX787" fmla="*/ 3509502 w 3819074"/>
                <a:gd name="connsiteY787" fmla="*/ 1703967 h 3146477"/>
                <a:gd name="connsiteX788" fmla="*/ 3204702 w 3819074"/>
                <a:gd name="connsiteY788" fmla="*/ 2511878 h 3146477"/>
                <a:gd name="connsiteX789" fmla="*/ 3203654 w 3819074"/>
                <a:gd name="connsiteY789" fmla="*/ 2518259 h 3146477"/>
                <a:gd name="connsiteX790" fmla="*/ 3202988 w 3819074"/>
                <a:gd name="connsiteY790" fmla="*/ 2521212 h 3146477"/>
                <a:gd name="connsiteX791" fmla="*/ 3200130 w 3819074"/>
                <a:gd name="connsiteY791" fmla="*/ 2521879 h 3146477"/>
                <a:gd name="connsiteX792" fmla="*/ 3161077 w 3819074"/>
                <a:gd name="connsiteY792" fmla="*/ 2525594 h 3146477"/>
                <a:gd name="connsiteX793" fmla="*/ 2862945 w 3819074"/>
                <a:gd name="connsiteY793" fmla="*/ 2470158 h 3146477"/>
                <a:gd name="connsiteX794" fmla="*/ 2451941 w 3819074"/>
                <a:gd name="connsiteY794" fmla="*/ 2400149 h 3146477"/>
                <a:gd name="connsiteX795" fmla="*/ 2254298 w 3819074"/>
                <a:gd name="connsiteY795" fmla="*/ 2438249 h 3146477"/>
                <a:gd name="connsiteX796" fmla="*/ 1781667 w 3819074"/>
                <a:gd name="connsiteY796" fmla="*/ 2733525 h 3146477"/>
                <a:gd name="connsiteX797" fmla="*/ 1241981 w 3819074"/>
                <a:gd name="connsiteY797" fmla="*/ 3002511 h 3146477"/>
                <a:gd name="connsiteX798" fmla="*/ 530368 w 3819074"/>
                <a:gd name="connsiteY798" fmla="*/ 397613 h 3146477"/>
                <a:gd name="connsiteX799" fmla="*/ 210232 w 3819074"/>
                <a:gd name="connsiteY799" fmla="*/ 514390 h 3146477"/>
                <a:gd name="connsiteX800" fmla="*/ 511318 w 3819074"/>
                <a:gd name="connsiteY800" fmla="*/ 1336016 h 3146477"/>
                <a:gd name="connsiteX801" fmla="*/ 881459 w 3819074"/>
                <a:gd name="connsiteY801" fmla="*/ 1867607 h 3146477"/>
                <a:gd name="connsiteX802" fmla="*/ 941467 w 3819074"/>
                <a:gd name="connsiteY802" fmla="*/ 2498733 h 3146477"/>
                <a:gd name="connsiteX803" fmla="*/ 1003855 w 3819074"/>
                <a:gd name="connsiteY803" fmla="*/ 2912213 h 3146477"/>
                <a:gd name="connsiteX804" fmla="*/ 1241981 w 3819074"/>
                <a:gd name="connsiteY804" fmla="*/ 2992986 h 3146477"/>
                <a:gd name="connsiteX805" fmla="*/ 1241981 w 3819074"/>
                <a:gd name="connsiteY805" fmla="*/ 2992986 h 3146477"/>
                <a:gd name="connsiteX806" fmla="*/ 1775381 w 3819074"/>
                <a:gd name="connsiteY806" fmla="*/ 2726286 h 3146477"/>
                <a:gd name="connsiteX807" fmla="*/ 2249821 w 3819074"/>
                <a:gd name="connsiteY807" fmla="*/ 2429772 h 3146477"/>
                <a:gd name="connsiteX808" fmla="*/ 2451370 w 3819074"/>
                <a:gd name="connsiteY808" fmla="*/ 2391196 h 3146477"/>
                <a:gd name="connsiteX809" fmla="*/ 2864564 w 3819074"/>
                <a:gd name="connsiteY809" fmla="*/ 2461395 h 3146477"/>
                <a:gd name="connsiteX810" fmla="*/ 3160506 w 3819074"/>
                <a:gd name="connsiteY810" fmla="*/ 2516640 h 3146477"/>
                <a:gd name="connsiteX811" fmla="*/ 3194606 w 3819074"/>
                <a:gd name="connsiteY811" fmla="*/ 2513592 h 3146477"/>
                <a:gd name="connsiteX812" fmla="*/ 3194606 w 3819074"/>
                <a:gd name="connsiteY812" fmla="*/ 2510830 h 3146477"/>
                <a:gd name="connsiteX813" fmla="*/ 3500644 w 3819074"/>
                <a:gd name="connsiteY813" fmla="*/ 1699490 h 3146477"/>
                <a:gd name="connsiteX814" fmla="*/ 3665331 w 3819074"/>
                <a:gd name="connsiteY814" fmla="*/ 1248482 h 3146477"/>
                <a:gd name="connsiteX815" fmla="*/ 3385391 w 3819074"/>
                <a:gd name="connsiteY815" fmla="*/ 704318 h 3146477"/>
                <a:gd name="connsiteX816" fmla="*/ 2776553 w 3819074"/>
                <a:gd name="connsiteY816" fmla="*/ 250357 h 3146477"/>
                <a:gd name="connsiteX817" fmla="*/ 2755598 w 3819074"/>
                <a:gd name="connsiteY817" fmla="*/ 236641 h 3146477"/>
                <a:gd name="connsiteX818" fmla="*/ 2482993 w 3819074"/>
                <a:gd name="connsiteY818" fmla="*/ 152154 h 3146477"/>
                <a:gd name="connsiteX819" fmla="*/ 2002171 w 3819074"/>
                <a:gd name="connsiteY819" fmla="*/ 277027 h 3146477"/>
                <a:gd name="connsiteX820" fmla="*/ 1448864 w 3819074"/>
                <a:gd name="connsiteY820" fmla="*/ 438952 h 3146477"/>
                <a:gd name="connsiteX821" fmla="*/ 1255125 w 3819074"/>
                <a:gd name="connsiteY821" fmla="*/ 452954 h 3146477"/>
                <a:gd name="connsiteX822" fmla="*/ 867267 w 3819074"/>
                <a:gd name="connsiteY822" fmla="*/ 423521 h 3146477"/>
                <a:gd name="connsiteX823" fmla="*/ 530368 w 3819074"/>
                <a:gd name="connsiteY823" fmla="*/ 397613 h 3146477"/>
                <a:gd name="connsiteX824" fmla="*/ 1304941 w 3819074"/>
                <a:gd name="connsiteY824" fmla="*/ 2595412 h 3146477"/>
                <a:gd name="connsiteX825" fmla="*/ 1305798 w 3819074"/>
                <a:gd name="connsiteY825" fmla="*/ 2586363 h 3146477"/>
                <a:gd name="connsiteX826" fmla="*/ 1310751 w 3819074"/>
                <a:gd name="connsiteY826" fmla="*/ 2539214 h 3146477"/>
                <a:gd name="connsiteX827" fmla="*/ 1310751 w 3819074"/>
                <a:gd name="connsiteY827" fmla="*/ 2538262 h 3146477"/>
                <a:gd name="connsiteX828" fmla="*/ 1211215 w 3819074"/>
                <a:gd name="connsiteY828" fmla="*/ 1696633 h 3146477"/>
                <a:gd name="connsiteX829" fmla="*/ 801640 w 3819074"/>
                <a:gd name="connsiteY829" fmla="*/ 1104654 h 3146477"/>
                <a:gd name="connsiteX830" fmla="*/ 561514 w 3819074"/>
                <a:gd name="connsiteY830" fmla="*/ 776899 h 3146477"/>
                <a:gd name="connsiteX831" fmla="*/ 557133 w 3819074"/>
                <a:gd name="connsiteY831" fmla="*/ 769469 h 3146477"/>
                <a:gd name="connsiteX832" fmla="*/ 565801 w 3819074"/>
                <a:gd name="connsiteY832" fmla="*/ 769469 h 3146477"/>
                <a:gd name="connsiteX833" fmla="*/ 824785 w 3819074"/>
                <a:gd name="connsiteY833" fmla="*/ 792901 h 3146477"/>
                <a:gd name="connsiteX834" fmla="*/ 1254935 w 3819074"/>
                <a:gd name="connsiteY834" fmla="*/ 824810 h 3146477"/>
                <a:gd name="connsiteX835" fmla="*/ 1507442 w 3819074"/>
                <a:gd name="connsiteY835" fmla="*/ 805760 h 3146477"/>
                <a:gd name="connsiteX836" fmla="*/ 2131520 w 3819074"/>
                <a:gd name="connsiteY836" fmla="*/ 624785 h 3146477"/>
                <a:gd name="connsiteX837" fmla="*/ 2482802 w 3819074"/>
                <a:gd name="connsiteY837" fmla="*/ 523153 h 3146477"/>
                <a:gd name="connsiteX838" fmla="*/ 2551954 w 3819074"/>
                <a:gd name="connsiteY838" fmla="*/ 546870 h 3146477"/>
                <a:gd name="connsiteX839" fmla="*/ 2572909 w 3819074"/>
                <a:gd name="connsiteY839" fmla="*/ 560586 h 3146477"/>
                <a:gd name="connsiteX840" fmla="*/ 3123549 w 3819074"/>
                <a:gd name="connsiteY840" fmla="*/ 967399 h 3146477"/>
                <a:gd name="connsiteX841" fmla="*/ 3294999 w 3819074"/>
                <a:gd name="connsiteY841" fmla="*/ 1274771 h 3146477"/>
                <a:gd name="connsiteX842" fmla="*/ 3294999 w 3819074"/>
                <a:gd name="connsiteY842" fmla="*/ 1275818 h 3146477"/>
                <a:gd name="connsiteX843" fmla="*/ 3176699 w 3819074"/>
                <a:gd name="connsiteY843" fmla="*/ 1517658 h 3146477"/>
                <a:gd name="connsiteX844" fmla="*/ 2912761 w 3819074"/>
                <a:gd name="connsiteY844" fmla="*/ 2085253 h 3146477"/>
                <a:gd name="connsiteX845" fmla="*/ 2911427 w 3819074"/>
                <a:gd name="connsiteY845" fmla="*/ 2089444 h 3146477"/>
                <a:gd name="connsiteX846" fmla="*/ 2907141 w 3819074"/>
                <a:gd name="connsiteY846" fmla="*/ 2088396 h 3146477"/>
                <a:gd name="connsiteX847" fmla="*/ 2451465 w 3819074"/>
                <a:gd name="connsiteY847" fmla="*/ 2018864 h 3146477"/>
                <a:gd name="connsiteX848" fmla="*/ 2097135 w 3819074"/>
                <a:gd name="connsiteY848" fmla="*/ 2090301 h 3146477"/>
                <a:gd name="connsiteX849" fmla="*/ 1556877 w 3819074"/>
                <a:gd name="connsiteY849" fmla="*/ 2425105 h 3146477"/>
                <a:gd name="connsiteX850" fmla="*/ 1312847 w 3819074"/>
                <a:gd name="connsiteY850" fmla="*/ 2590078 h 3146477"/>
                <a:gd name="connsiteX851" fmla="*/ 574659 w 3819074"/>
                <a:gd name="connsiteY851" fmla="*/ 780042 h 3146477"/>
                <a:gd name="connsiteX852" fmla="*/ 809450 w 3819074"/>
                <a:gd name="connsiteY852" fmla="*/ 1099225 h 3146477"/>
                <a:gd name="connsiteX853" fmla="*/ 1219692 w 3819074"/>
                <a:gd name="connsiteY853" fmla="*/ 1692728 h 3146477"/>
                <a:gd name="connsiteX854" fmla="*/ 1320276 w 3819074"/>
                <a:gd name="connsiteY854" fmla="*/ 2539786 h 3146477"/>
                <a:gd name="connsiteX855" fmla="*/ 1320276 w 3819074"/>
                <a:gd name="connsiteY855" fmla="*/ 2540738 h 3146477"/>
                <a:gd name="connsiteX856" fmla="*/ 1316276 w 3819074"/>
                <a:gd name="connsiteY856" fmla="*/ 2578838 h 3146477"/>
                <a:gd name="connsiteX857" fmla="*/ 1551257 w 3819074"/>
                <a:gd name="connsiteY857" fmla="*/ 2419009 h 3146477"/>
                <a:gd name="connsiteX858" fmla="*/ 2093230 w 3819074"/>
                <a:gd name="connsiteY858" fmla="*/ 2083157 h 3146477"/>
                <a:gd name="connsiteX859" fmla="*/ 2451560 w 3819074"/>
                <a:gd name="connsiteY859" fmla="*/ 2010863 h 3146477"/>
                <a:gd name="connsiteX860" fmla="*/ 2905236 w 3819074"/>
                <a:gd name="connsiteY860" fmla="*/ 2079633 h 3146477"/>
                <a:gd name="connsiteX861" fmla="*/ 3168316 w 3819074"/>
                <a:gd name="connsiteY861" fmla="*/ 1514705 h 3146477"/>
                <a:gd name="connsiteX862" fmla="*/ 3285569 w 3819074"/>
                <a:gd name="connsiteY862" fmla="*/ 1276580 h 3146477"/>
                <a:gd name="connsiteX863" fmla="*/ 3117263 w 3819074"/>
                <a:gd name="connsiteY863" fmla="*/ 975686 h 3146477"/>
                <a:gd name="connsiteX864" fmla="*/ 2568146 w 3819074"/>
                <a:gd name="connsiteY864" fmla="*/ 570111 h 3146477"/>
                <a:gd name="connsiteX865" fmla="*/ 2547191 w 3819074"/>
                <a:gd name="connsiteY865" fmla="*/ 556395 h 3146477"/>
                <a:gd name="connsiteX866" fmla="*/ 2483279 w 3819074"/>
                <a:gd name="connsiteY866" fmla="*/ 534202 h 3146477"/>
                <a:gd name="connsiteX867" fmla="*/ 2135330 w 3819074"/>
                <a:gd name="connsiteY867" fmla="*/ 635167 h 3146477"/>
                <a:gd name="connsiteX868" fmla="*/ 1509443 w 3819074"/>
                <a:gd name="connsiteY868" fmla="*/ 816142 h 3146477"/>
                <a:gd name="connsiteX869" fmla="*/ 1255411 w 3819074"/>
                <a:gd name="connsiteY869" fmla="*/ 835192 h 3146477"/>
                <a:gd name="connsiteX870" fmla="*/ 824595 w 3819074"/>
                <a:gd name="connsiteY870" fmla="*/ 803283 h 3146477"/>
                <a:gd name="connsiteX871" fmla="*/ 574659 w 3819074"/>
                <a:gd name="connsiteY871" fmla="*/ 780042 h 3146477"/>
                <a:gd name="connsiteX872" fmla="*/ 1677559 w 3819074"/>
                <a:gd name="connsiteY872" fmla="*/ 1882942 h 3146477"/>
                <a:gd name="connsiteX873" fmla="*/ 1676130 w 3819074"/>
                <a:gd name="connsiteY873" fmla="*/ 1876465 h 3146477"/>
                <a:gd name="connsiteX874" fmla="*/ 1549543 w 3819074"/>
                <a:gd name="connsiteY874" fmla="*/ 1521182 h 3146477"/>
                <a:gd name="connsiteX875" fmla="*/ 1360472 w 3819074"/>
                <a:gd name="connsiteY875" fmla="*/ 1210953 h 3146477"/>
                <a:gd name="connsiteX876" fmla="*/ 1355614 w 3819074"/>
                <a:gd name="connsiteY876" fmla="*/ 1203905 h 3146477"/>
                <a:gd name="connsiteX877" fmla="*/ 1364186 w 3819074"/>
                <a:gd name="connsiteY877" fmla="*/ 1203905 h 3146477"/>
                <a:gd name="connsiteX878" fmla="*/ 1568021 w 3819074"/>
                <a:gd name="connsiteY878" fmla="*/ 1182949 h 3146477"/>
                <a:gd name="connsiteX879" fmla="*/ 2264680 w 3819074"/>
                <a:gd name="connsiteY879" fmla="*/ 982924 h 3146477"/>
                <a:gd name="connsiteX880" fmla="*/ 2428319 w 3819074"/>
                <a:gd name="connsiteY880" fmla="*/ 924346 h 3146477"/>
                <a:gd name="connsiteX881" fmla="*/ 2430415 w 3819074"/>
                <a:gd name="connsiteY881" fmla="*/ 923584 h 3146477"/>
                <a:gd name="connsiteX882" fmla="*/ 2432415 w 3819074"/>
                <a:gd name="connsiteY882" fmla="*/ 924917 h 3146477"/>
                <a:gd name="connsiteX883" fmla="*/ 2855516 w 3819074"/>
                <a:gd name="connsiteY883" fmla="*/ 1239242 h 3146477"/>
                <a:gd name="connsiteX884" fmla="*/ 2878947 w 3819074"/>
                <a:gd name="connsiteY884" fmla="*/ 1263722 h 3146477"/>
                <a:gd name="connsiteX885" fmla="*/ 2881233 w 3819074"/>
                <a:gd name="connsiteY885" fmla="*/ 1266198 h 3146477"/>
                <a:gd name="connsiteX886" fmla="*/ 2879614 w 3819074"/>
                <a:gd name="connsiteY886" fmla="*/ 1269246 h 3146477"/>
                <a:gd name="connsiteX887" fmla="*/ 2844181 w 3819074"/>
                <a:gd name="connsiteY887" fmla="*/ 1332968 h 3146477"/>
                <a:gd name="connsiteX888" fmla="*/ 2676731 w 3819074"/>
                <a:gd name="connsiteY888" fmla="*/ 1651865 h 3146477"/>
                <a:gd name="connsiteX889" fmla="*/ 2675207 w 3819074"/>
                <a:gd name="connsiteY889" fmla="*/ 1655008 h 3146477"/>
                <a:gd name="connsiteX890" fmla="*/ 2671778 w 3819074"/>
                <a:gd name="connsiteY890" fmla="*/ 1654532 h 3146477"/>
                <a:gd name="connsiteX891" fmla="*/ 2451465 w 3819074"/>
                <a:gd name="connsiteY891" fmla="*/ 1639292 h 3146477"/>
                <a:gd name="connsiteX892" fmla="*/ 1940354 w 3819074"/>
                <a:gd name="connsiteY892" fmla="*/ 1744544 h 3146477"/>
                <a:gd name="connsiteX893" fmla="*/ 1683179 w 3819074"/>
                <a:gd name="connsiteY893" fmla="*/ 1880085 h 3146477"/>
                <a:gd name="connsiteX894" fmla="*/ 1372759 w 3819074"/>
                <a:gd name="connsiteY894" fmla="*/ 1212572 h 3146477"/>
                <a:gd name="connsiteX895" fmla="*/ 1557544 w 3819074"/>
                <a:gd name="connsiteY895" fmla="*/ 1516801 h 3146477"/>
                <a:gd name="connsiteX896" fmla="*/ 1683655 w 3819074"/>
                <a:gd name="connsiteY896" fmla="*/ 1867892 h 3146477"/>
                <a:gd name="connsiteX897" fmla="*/ 1935972 w 3819074"/>
                <a:gd name="connsiteY897" fmla="*/ 1735304 h 3146477"/>
                <a:gd name="connsiteX898" fmla="*/ 2451084 w 3819074"/>
                <a:gd name="connsiteY898" fmla="*/ 1629196 h 3146477"/>
                <a:gd name="connsiteX899" fmla="*/ 2669207 w 3819074"/>
                <a:gd name="connsiteY899" fmla="*/ 1644055 h 3146477"/>
                <a:gd name="connsiteX900" fmla="*/ 2835513 w 3819074"/>
                <a:gd name="connsiteY900" fmla="*/ 1327825 h 3146477"/>
                <a:gd name="connsiteX901" fmla="*/ 2869232 w 3819074"/>
                <a:gd name="connsiteY901" fmla="*/ 1267055 h 3146477"/>
                <a:gd name="connsiteX902" fmla="*/ 2848372 w 3819074"/>
                <a:gd name="connsiteY902" fmla="*/ 1245433 h 3146477"/>
                <a:gd name="connsiteX903" fmla="*/ 2428700 w 3819074"/>
                <a:gd name="connsiteY903" fmla="*/ 933871 h 3146477"/>
                <a:gd name="connsiteX904" fmla="*/ 2267633 w 3819074"/>
                <a:gd name="connsiteY904" fmla="*/ 991688 h 3146477"/>
                <a:gd name="connsiteX905" fmla="*/ 1569069 w 3819074"/>
                <a:gd name="connsiteY905" fmla="*/ 1191713 h 3146477"/>
                <a:gd name="connsiteX906" fmla="*/ 1373140 w 3819074"/>
                <a:gd name="connsiteY906" fmla="*/ 1212572 h 3146477"/>
                <a:gd name="connsiteX907" fmla="*/ 1241981 w 3819074"/>
                <a:gd name="connsiteY907" fmla="*/ 2812011 h 3146477"/>
                <a:gd name="connsiteX908" fmla="*/ 1241981 w 3819074"/>
                <a:gd name="connsiteY908" fmla="*/ 2812011 h 3146477"/>
                <a:gd name="connsiteX909" fmla="*/ 1113298 w 3819074"/>
                <a:gd name="connsiteY909" fmla="*/ 2767243 h 3146477"/>
                <a:gd name="connsiteX910" fmla="*/ 1111679 w 3819074"/>
                <a:gd name="connsiteY910" fmla="*/ 2766195 h 3146477"/>
                <a:gd name="connsiteX911" fmla="*/ 1111679 w 3819074"/>
                <a:gd name="connsiteY911" fmla="*/ 2764290 h 3146477"/>
                <a:gd name="connsiteX912" fmla="*/ 1122156 w 3819074"/>
                <a:gd name="connsiteY912" fmla="*/ 2518069 h 3146477"/>
                <a:gd name="connsiteX913" fmla="*/ 1042908 w 3819074"/>
                <a:gd name="connsiteY913" fmla="*/ 1784644 h 3146477"/>
                <a:gd name="connsiteX914" fmla="*/ 653717 w 3819074"/>
                <a:gd name="connsiteY914" fmla="*/ 1223621 h 3146477"/>
                <a:gd name="connsiteX915" fmla="*/ 362442 w 3819074"/>
                <a:gd name="connsiteY915" fmla="*/ 803283 h 3146477"/>
                <a:gd name="connsiteX916" fmla="*/ 362442 w 3819074"/>
                <a:gd name="connsiteY916" fmla="*/ 613926 h 3146477"/>
                <a:gd name="connsiteX917" fmla="*/ 531130 w 3819074"/>
                <a:gd name="connsiteY917" fmla="*/ 578969 h 3146477"/>
                <a:gd name="connsiteX918" fmla="*/ 847741 w 3819074"/>
                <a:gd name="connsiteY918" fmla="*/ 604401 h 3146477"/>
                <a:gd name="connsiteX919" fmla="*/ 1256077 w 3819074"/>
                <a:gd name="connsiteY919" fmla="*/ 634976 h 3146477"/>
                <a:gd name="connsiteX920" fmla="*/ 1477724 w 3819074"/>
                <a:gd name="connsiteY920" fmla="*/ 618117 h 3146477"/>
                <a:gd name="connsiteX921" fmla="*/ 2065417 w 3819074"/>
                <a:gd name="connsiteY921" fmla="*/ 446667 h 3146477"/>
                <a:gd name="connsiteX922" fmla="*/ 2483183 w 3819074"/>
                <a:gd name="connsiteY922" fmla="*/ 333129 h 3146477"/>
                <a:gd name="connsiteX923" fmla="*/ 2656633 w 3819074"/>
                <a:gd name="connsiteY923" fmla="*/ 387993 h 3146477"/>
                <a:gd name="connsiteX924" fmla="*/ 2677589 w 3819074"/>
                <a:gd name="connsiteY924" fmla="*/ 401709 h 3146477"/>
                <a:gd name="connsiteX925" fmla="*/ 3258137 w 3819074"/>
                <a:gd name="connsiteY925" fmla="*/ 832715 h 3146477"/>
                <a:gd name="connsiteX926" fmla="*/ 3485213 w 3819074"/>
                <a:gd name="connsiteY926" fmla="*/ 1262960 h 3146477"/>
                <a:gd name="connsiteX927" fmla="*/ 3342910 w 3819074"/>
                <a:gd name="connsiteY927" fmla="*/ 1611098 h 3146477"/>
                <a:gd name="connsiteX928" fmla="*/ 3047635 w 3819074"/>
                <a:gd name="connsiteY928" fmla="*/ 2313662 h 3146477"/>
                <a:gd name="connsiteX929" fmla="*/ 3046587 w 3819074"/>
                <a:gd name="connsiteY929" fmla="*/ 2318234 h 3146477"/>
                <a:gd name="connsiteX930" fmla="*/ 3041920 w 3819074"/>
                <a:gd name="connsiteY930" fmla="*/ 2317187 h 3146477"/>
                <a:gd name="connsiteX931" fmla="*/ 2910094 w 3819074"/>
                <a:gd name="connsiteY931" fmla="*/ 2285754 h 3146477"/>
                <a:gd name="connsiteX932" fmla="*/ 2908760 w 3819074"/>
                <a:gd name="connsiteY932" fmla="*/ 2285754 h 3146477"/>
                <a:gd name="connsiteX933" fmla="*/ 2451560 w 3819074"/>
                <a:gd name="connsiteY933" fmla="*/ 2210126 h 3146477"/>
                <a:gd name="connsiteX934" fmla="*/ 2175335 w 3819074"/>
                <a:gd name="connsiteY934" fmla="*/ 2264704 h 3146477"/>
                <a:gd name="connsiteX935" fmla="*/ 1668796 w 3819074"/>
                <a:gd name="connsiteY935" fmla="*/ 2579886 h 3146477"/>
                <a:gd name="connsiteX936" fmla="*/ 1241981 w 3819074"/>
                <a:gd name="connsiteY936" fmla="*/ 2812011 h 3146477"/>
                <a:gd name="connsiteX937" fmla="*/ 1120060 w 3819074"/>
                <a:gd name="connsiteY937" fmla="*/ 2760195 h 3146477"/>
                <a:gd name="connsiteX938" fmla="*/ 1241981 w 3819074"/>
                <a:gd name="connsiteY938" fmla="*/ 2802486 h 3146477"/>
                <a:gd name="connsiteX939" fmla="*/ 1663652 w 3819074"/>
                <a:gd name="connsiteY939" fmla="*/ 2572266 h 3146477"/>
                <a:gd name="connsiteX940" fmla="*/ 2171811 w 3819074"/>
                <a:gd name="connsiteY940" fmla="*/ 2256131 h 3146477"/>
                <a:gd name="connsiteX941" fmla="*/ 2451751 w 3819074"/>
                <a:gd name="connsiteY941" fmla="*/ 2200696 h 3146477"/>
                <a:gd name="connsiteX942" fmla="*/ 2910951 w 3819074"/>
                <a:gd name="connsiteY942" fmla="*/ 2276896 h 3146477"/>
                <a:gd name="connsiteX943" fmla="*/ 2912284 w 3819074"/>
                <a:gd name="connsiteY943" fmla="*/ 2276896 h 3146477"/>
                <a:gd name="connsiteX944" fmla="*/ 3039348 w 3819074"/>
                <a:gd name="connsiteY944" fmla="*/ 2307281 h 3146477"/>
                <a:gd name="connsiteX945" fmla="*/ 3334623 w 3819074"/>
                <a:gd name="connsiteY945" fmla="*/ 1606907 h 3146477"/>
                <a:gd name="connsiteX946" fmla="*/ 3475688 w 3819074"/>
                <a:gd name="connsiteY946" fmla="*/ 1264007 h 3146477"/>
                <a:gd name="connsiteX947" fmla="*/ 3251374 w 3819074"/>
                <a:gd name="connsiteY947" fmla="*/ 839764 h 3146477"/>
                <a:gd name="connsiteX948" fmla="*/ 2672350 w 3819074"/>
                <a:gd name="connsiteY948" fmla="*/ 409996 h 3146477"/>
                <a:gd name="connsiteX949" fmla="*/ 2651681 w 3819074"/>
                <a:gd name="connsiteY949" fmla="*/ 396375 h 3146477"/>
                <a:gd name="connsiteX950" fmla="*/ 2483374 w 3819074"/>
                <a:gd name="connsiteY950" fmla="*/ 343035 h 3146477"/>
                <a:gd name="connsiteX951" fmla="*/ 2069036 w 3819074"/>
                <a:gd name="connsiteY951" fmla="*/ 456002 h 3146477"/>
                <a:gd name="connsiteX952" fmla="*/ 1479343 w 3819074"/>
                <a:gd name="connsiteY952" fmla="*/ 627452 h 3146477"/>
                <a:gd name="connsiteX953" fmla="*/ 1255506 w 3819074"/>
                <a:gd name="connsiteY953" fmla="*/ 643835 h 3146477"/>
                <a:gd name="connsiteX954" fmla="*/ 845931 w 3819074"/>
                <a:gd name="connsiteY954" fmla="*/ 613164 h 3146477"/>
                <a:gd name="connsiteX955" fmla="*/ 530272 w 3819074"/>
                <a:gd name="connsiteY955" fmla="*/ 587828 h 3146477"/>
                <a:gd name="connsiteX956" fmla="*/ 369490 w 3819074"/>
                <a:gd name="connsiteY956" fmla="*/ 618498 h 3146477"/>
                <a:gd name="connsiteX957" fmla="*/ 370348 w 3819074"/>
                <a:gd name="connsiteY957" fmla="*/ 798806 h 3146477"/>
                <a:gd name="connsiteX958" fmla="*/ 660289 w 3819074"/>
                <a:gd name="connsiteY958" fmla="*/ 1217049 h 3146477"/>
                <a:gd name="connsiteX959" fmla="*/ 1050814 w 3819074"/>
                <a:gd name="connsiteY959" fmla="*/ 1779596 h 3146477"/>
                <a:gd name="connsiteX960" fmla="*/ 1131110 w 3819074"/>
                <a:gd name="connsiteY960" fmla="*/ 2518736 h 3146477"/>
                <a:gd name="connsiteX961" fmla="*/ 1119775 w 3819074"/>
                <a:gd name="connsiteY961" fmla="*/ 2760195 h 3146477"/>
                <a:gd name="connsiteX962" fmla="*/ 1521444 w 3819074"/>
                <a:gd name="connsiteY962" fmla="*/ 2216507 h 3146477"/>
                <a:gd name="connsiteX963" fmla="*/ 1521444 w 3819074"/>
                <a:gd name="connsiteY963" fmla="*/ 2207458 h 3146477"/>
                <a:gd name="connsiteX964" fmla="*/ 1380855 w 3819074"/>
                <a:gd name="connsiteY964" fmla="*/ 1608907 h 3146477"/>
                <a:gd name="connsiteX965" fmla="*/ 969280 w 3819074"/>
                <a:gd name="connsiteY965" fmla="*/ 1008261 h 3146477"/>
                <a:gd name="connsiteX966" fmla="*/ 962326 w 3819074"/>
                <a:gd name="connsiteY966" fmla="*/ 999593 h 3146477"/>
                <a:gd name="connsiteX967" fmla="*/ 973471 w 3819074"/>
                <a:gd name="connsiteY967" fmla="*/ 1000641 h 3146477"/>
                <a:gd name="connsiteX968" fmla="*/ 1255792 w 3819074"/>
                <a:gd name="connsiteY968" fmla="*/ 1015595 h 3146477"/>
                <a:gd name="connsiteX969" fmla="*/ 1538398 w 3819074"/>
                <a:gd name="connsiteY969" fmla="*/ 994545 h 3146477"/>
                <a:gd name="connsiteX970" fmla="*/ 2198767 w 3819074"/>
                <a:gd name="connsiteY970" fmla="*/ 804045 h 3146477"/>
                <a:gd name="connsiteX971" fmla="*/ 2461752 w 3819074"/>
                <a:gd name="connsiteY971" fmla="*/ 717368 h 3146477"/>
                <a:gd name="connsiteX972" fmla="*/ 2463562 w 3819074"/>
                <a:gd name="connsiteY972" fmla="*/ 717368 h 3146477"/>
                <a:gd name="connsiteX973" fmla="*/ 2469372 w 3819074"/>
                <a:gd name="connsiteY973" fmla="*/ 721082 h 3146477"/>
                <a:gd name="connsiteX974" fmla="*/ 2990199 w 3819074"/>
                <a:gd name="connsiteY974" fmla="*/ 1103797 h 3146477"/>
                <a:gd name="connsiteX975" fmla="*/ 3099451 w 3819074"/>
                <a:gd name="connsiteY975" fmla="*/ 1257340 h 3146477"/>
                <a:gd name="connsiteX976" fmla="*/ 3099927 w 3819074"/>
                <a:gd name="connsiteY976" fmla="*/ 1259149 h 3146477"/>
                <a:gd name="connsiteX977" fmla="*/ 3099165 w 3819074"/>
                <a:gd name="connsiteY977" fmla="*/ 1260769 h 3146477"/>
                <a:gd name="connsiteX978" fmla="*/ 3010964 w 3819074"/>
                <a:gd name="connsiteY978" fmla="*/ 1425551 h 3146477"/>
                <a:gd name="connsiteX979" fmla="*/ 2792555 w 3819074"/>
                <a:gd name="connsiteY979" fmla="*/ 1863701 h 3146477"/>
                <a:gd name="connsiteX980" fmla="*/ 2791127 w 3819074"/>
                <a:gd name="connsiteY980" fmla="*/ 1867321 h 3146477"/>
                <a:gd name="connsiteX981" fmla="*/ 2787221 w 3819074"/>
                <a:gd name="connsiteY981" fmla="*/ 1866559 h 3146477"/>
                <a:gd name="connsiteX982" fmla="*/ 2451941 w 3819074"/>
                <a:gd name="connsiteY982" fmla="*/ 1829316 h 3146477"/>
                <a:gd name="connsiteX983" fmla="*/ 2019221 w 3819074"/>
                <a:gd name="connsiteY983" fmla="*/ 1917708 h 3146477"/>
                <a:gd name="connsiteX984" fmla="*/ 1528969 w 3819074"/>
                <a:gd name="connsiteY984" fmla="*/ 2211364 h 3146477"/>
                <a:gd name="connsiteX985" fmla="*/ 983186 w 3819074"/>
                <a:gd name="connsiteY985" fmla="*/ 1011119 h 3146477"/>
                <a:gd name="connsiteX986" fmla="*/ 1388856 w 3819074"/>
                <a:gd name="connsiteY986" fmla="*/ 1604526 h 3146477"/>
                <a:gd name="connsiteX987" fmla="*/ 1530302 w 3819074"/>
                <a:gd name="connsiteY987" fmla="*/ 2198220 h 3146477"/>
                <a:gd name="connsiteX988" fmla="*/ 2014839 w 3819074"/>
                <a:gd name="connsiteY988" fmla="*/ 1908850 h 3146477"/>
                <a:gd name="connsiteX989" fmla="*/ 2451465 w 3819074"/>
                <a:gd name="connsiteY989" fmla="*/ 1819696 h 3146477"/>
                <a:gd name="connsiteX990" fmla="*/ 2785031 w 3819074"/>
                <a:gd name="connsiteY990" fmla="*/ 1856367 h 3146477"/>
                <a:gd name="connsiteX991" fmla="*/ 3002391 w 3819074"/>
                <a:gd name="connsiteY991" fmla="*/ 1420884 h 3146477"/>
                <a:gd name="connsiteX992" fmla="*/ 3089640 w 3819074"/>
                <a:gd name="connsiteY992" fmla="*/ 1258102 h 3146477"/>
                <a:gd name="connsiteX993" fmla="*/ 2983246 w 3819074"/>
                <a:gd name="connsiteY993" fmla="*/ 1110274 h 3146477"/>
                <a:gd name="connsiteX994" fmla="*/ 2463943 w 3819074"/>
                <a:gd name="connsiteY994" fmla="*/ 728797 h 3146477"/>
                <a:gd name="connsiteX995" fmla="*/ 2461466 w 3819074"/>
                <a:gd name="connsiteY995" fmla="*/ 727178 h 3146477"/>
                <a:gd name="connsiteX996" fmla="*/ 2201910 w 3819074"/>
                <a:gd name="connsiteY996" fmla="*/ 812903 h 3146477"/>
                <a:gd name="connsiteX997" fmla="*/ 1539732 w 3819074"/>
                <a:gd name="connsiteY997" fmla="*/ 1003403 h 3146477"/>
                <a:gd name="connsiteX998" fmla="*/ 1255601 w 3819074"/>
                <a:gd name="connsiteY998" fmla="*/ 1024644 h 3146477"/>
                <a:gd name="connsiteX999" fmla="*/ 983186 w 3819074"/>
                <a:gd name="connsiteY999" fmla="*/ 1011119 h 3146477"/>
                <a:gd name="connsiteX1000" fmla="*/ 1793573 w 3819074"/>
                <a:gd name="connsiteY1000" fmla="*/ 1602431 h 3146477"/>
                <a:gd name="connsiteX1001" fmla="*/ 1791764 w 3819074"/>
                <a:gd name="connsiteY1001" fmla="*/ 1597573 h 3146477"/>
                <a:gd name="connsiteX1002" fmla="*/ 1718231 w 3819074"/>
                <a:gd name="connsiteY1002" fmla="*/ 1433552 h 3146477"/>
                <a:gd name="connsiteX1003" fmla="*/ 1680131 w 3819074"/>
                <a:gd name="connsiteY1003" fmla="*/ 1362591 h 3146477"/>
                <a:gd name="connsiteX1004" fmla="*/ 1676892 w 3819074"/>
                <a:gd name="connsiteY1004" fmla="*/ 1356876 h 3146477"/>
                <a:gd name="connsiteX1005" fmla="*/ 1683369 w 3819074"/>
                <a:gd name="connsiteY1005" fmla="*/ 1355638 h 3146477"/>
                <a:gd name="connsiteX1006" fmla="*/ 2330593 w 3819074"/>
                <a:gd name="connsiteY1006" fmla="*/ 1161328 h 3146477"/>
                <a:gd name="connsiteX1007" fmla="*/ 2401364 w 3819074"/>
                <a:gd name="connsiteY1007" fmla="*/ 1135229 h 3146477"/>
                <a:gd name="connsiteX1008" fmla="*/ 2403649 w 3819074"/>
                <a:gd name="connsiteY1008" fmla="*/ 1134372 h 3146477"/>
                <a:gd name="connsiteX1009" fmla="*/ 2405650 w 3819074"/>
                <a:gd name="connsiteY1009" fmla="*/ 1135706 h 3146477"/>
                <a:gd name="connsiteX1010" fmla="*/ 2638250 w 3819074"/>
                <a:gd name="connsiteY1010" fmla="*/ 1301726 h 3146477"/>
                <a:gd name="connsiteX1011" fmla="*/ 2641394 w 3819074"/>
                <a:gd name="connsiteY1011" fmla="*/ 1304203 h 3146477"/>
                <a:gd name="connsiteX1012" fmla="*/ 2639489 w 3819074"/>
                <a:gd name="connsiteY1012" fmla="*/ 1307727 h 3146477"/>
                <a:gd name="connsiteX1013" fmla="*/ 2563860 w 3819074"/>
                <a:gd name="connsiteY1013" fmla="*/ 1448983 h 3146477"/>
                <a:gd name="connsiteX1014" fmla="*/ 2562431 w 3819074"/>
                <a:gd name="connsiteY1014" fmla="*/ 1451745 h 3146477"/>
                <a:gd name="connsiteX1015" fmla="*/ 2559383 w 3819074"/>
                <a:gd name="connsiteY1015" fmla="*/ 1451745 h 3146477"/>
                <a:gd name="connsiteX1016" fmla="*/ 2451084 w 3819074"/>
                <a:gd name="connsiteY1016" fmla="*/ 1448411 h 3146477"/>
                <a:gd name="connsiteX1017" fmla="*/ 1861582 w 3819074"/>
                <a:gd name="connsiteY1017" fmla="*/ 1570522 h 3146477"/>
                <a:gd name="connsiteX1018" fmla="*/ 1797860 w 3819074"/>
                <a:gd name="connsiteY1018" fmla="*/ 1600335 h 3146477"/>
                <a:gd name="connsiteX1019" fmla="*/ 1691942 w 3819074"/>
                <a:gd name="connsiteY1019" fmla="*/ 1363734 h 3146477"/>
                <a:gd name="connsiteX1020" fmla="*/ 1727089 w 3819074"/>
                <a:gd name="connsiteY1020" fmla="*/ 1429171 h 3146477"/>
                <a:gd name="connsiteX1021" fmla="*/ 1798812 w 3819074"/>
                <a:gd name="connsiteY1021" fmla="*/ 1589667 h 3146477"/>
                <a:gd name="connsiteX1022" fmla="*/ 1858057 w 3819074"/>
                <a:gd name="connsiteY1022" fmla="*/ 1562045 h 3146477"/>
                <a:gd name="connsiteX1023" fmla="*/ 2451465 w 3819074"/>
                <a:gd name="connsiteY1023" fmla="*/ 1439077 h 3146477"/>
                <a:gd name="connsiteX1024" fmla="*/ 2557192 w 3819074"/>
                <a:gd name="connsiteY1024" fmla="*/ 1442220 h 3146477"/>
                <a:gd name="connsiteX1025" fmla="*/ 2629583 w 3819074"/>
                <a:gd name="connsiteY1025" fmla="*/ 1307060 h 3146477"/>
                <a:gd name="connsiteX1026" fmla="*/ 2402792 w 3819074"/>
                <a:gd name="connsiteY1026" fmla="*/ 1145135 h 3146477"/>
                <a:gd name="connsiteX1027" fmla="*/ 2334403 w 3819074"/>
                <a:gd name="connsiteY1027" fmla="*/ 1170281 h 3146477"/>
                <a:gd name="connsiteX1028" fmla="*/ 1691942 w 3819074"/>
                <a:gd name="connsiteY1028" fmla="*/ 1363734 h 3146477"/>
                <a:gd name="connsiteX1029" fmla="*/ 1819196 w 3819074"/>
                <a:gd name="connsiteY1029" fmla="*/ 1537470 h 3146477"/>
                <a:gd name="connsiteX1030" fmla="*/ 1817386 w 3819074"/>
                <a:gd name="connsiteY1030" fmla="*/ 1532898 h 3146477"/>
                <a:gd name="connsiteX1031" fmla="*/ 1760902 w 3819074"/>
                <a:gd name="connsiteY1031" fmla="*/ 1411645 h 3146477"/>
                <a:gd name="connsiteX1032" fmla="*/ 1749949 w 3819074"/>
                <a:gd name="connsiteY1032" fmla="*/ 1390785 h 3146477"/>
                <a:gd name="connsiteX1033" fmla="*/ 1756331 w 3819074"/>
                <a:gd name="connsiteY1033" fmla="*/ 1389642 h 3146477"/>
                <a:gd name="connsiteX1034" fmla="*/ 2347738 w 3819074"/>
                <a:gd name="connsiteY1034" fmla="*/ 1206190 h 3146477"/>
                <a:gd name="connsiteX1035" fmla="*/ 2395363 w 3819074"/>
                <a:gd name="connsiteY1035" fmla="*/ 1188474 h 3146477"/>
                <a:gd name="connsiteX1036" fmla="*/ 2397649 w 3819074"/>
                <a:gd name="connsiteY1036" fmla="*/ 1187617 h 3146477"/>
                <a:gd name="connsiteX1037" fmla="*/ 2399649 w 3819074"/>
                <a:gd name="connsiteY1037" fmla="*/ 1188950 h 3146477"/>
                <a:gd name="connsiteX1038" fmla="*/ 2577290 w 3819074"/>
                <a:gd name="connsiteY1038" fmla="*/ 1314490 h 3146477"/>
                <a:gd name="connsiteX1039" fmla="*/ 2580529 w 3819074"/>
                <a:gd name="connsiteY1039" fmla="*/ 1316966 h 3146477"/>
                <a:gd name="connsiteX1040" fmla="*/ 2578624 w 3819074"/>
                <a:gd name="connsiteY1040" fmla="*/ 1320586 h 3146477"/>
                <a:gd name="connsiteX1041" fmla="*/ 2536142 w 3819074"/>
                <a:gd name="connsiteY1041" fmla="*/ 1400024 h 3146477"/>
                <a:gd name="connsiteX1042" fmla="*/ 2534714 w 3819074"/>
                <a:gd name="connsiteY1042" fmla="*/ 1402691 h 3146477"/>
                <a:gd name="connsiteX1043" fmla="*/ 2531666 w 3819074"/>
                <a:gd name="connsiteY1043" fmla="*/ 1402691 h 3146477"/>
                <a:gd name="connsiteX1044" fmla="*/ 2451465 w 3819074"/>
                <a:gd name="connsiteY1044" fmla="*/ 1400882 h 3146477"/>
                <a:gd name="connsiteX1045" fmla="*/ 1841865 w 3819074"/>
                <a:gd name="connsiteY1045" fmla="*/ 1527183 h 3146477"/>
                <a:gd name="connsiteX1046" fmla="*/ 1823291 w 3819074"/>
                <a:gd name="connsiteY1046" fmla="*/ 1535660 h 3146477"/>
                <a:gd name="connsiteX1047" fmla="*/ 1764236 w 3819074"/>
                <a:gd name="connsiteY1047" fmla="*/ 1397357 h 3146477"/>
                <a:gd name="connsiteX1048" fmla="*/ 1769380 w 3819074"/>
                <a:gd name="connsiteY1048" fmla="*/ 1406882 h 3146477"/>
                <a:gd name="connsiteX1049" fmla="*/ 1824244 w 3819074"/>
                <a:gd name="connsiteY1049" fmla="*/ 1524326 h 3146477"/>
                <a:gd name="connsiteX1050" fmla="*/ 1838436 w 3819074"/>
                <a:gd name="connsiteY1050" fmla="*/ 1517848 h 3146477"/>
                <a:gd name="connsiteX1051" fmla="*/ 2451465 w 3819074"/>
                <a:gd name="connsiteY1051" fmla="*/ 1390690 h 3146477"/>
                <a:gd name="connsiteX1052" fmla="*/ 2529094 w 3819074"/>
                <a:gd name="connsiteY1052" fmla="*/ 1392404 h 3146477"/>
                <a:gd name="connsiteX1053" fmla="*/ 2568241 w 3819074"/>
                <a:gd name="connsiteY1053" fmla="*/ 1319062 h 3146477"/>
                <a:gd name="connsiteX1054" fmla="*/ 2396315 w 3819074"/>
                <a:gd name="connsiteY1054" fmla="*/ 1197713 h 3146477"/>
                <a:gd name="connsiteX1055" fmla="*/ 2350976 w 3819074"/>
                <a:gd name="connsiteY1055" fmla="*/ 1214477 h 3146477"/>
                <a:gd name="connsiteX1056" fmla="*/ 1764236 w 3819074"/>
                <a:gd name="connsiteY1056" fmla="*/ 1397357 h 3146477"/>
                <a:gd name="connsiteX1057" fmla="*/ 1843865 w 3819074"/>
                <a:gd name="connsiteY1057" fmla="*/ 1474129 h 3146477"/>
                <a:gd name="connsiteX1058" fmla="*/ 1841960 w 3819074"/>
                <a:gd name="connsiteY1058" fmla="*/ 1469843 h 3146477"/>
                <a:gd name="connsiteX1059" fmla="*/ 1822910 w 3819074"/>
                <a:gd name="connsiteY1059" fmla="*/ 1429076 h 3146477"/>
                <a:gd name="connsiteX1060" fmla="*/ 1820339 w 3819074"/>
                <a:gd name="connsiteY1060" fmla="*/ 1423741 h 3146477"/>
                <a:gd name="connsiteX1061" fmla="*/ 1826054 w 3819074"/>
                <a:gd name="connsiteY1061" fmla="*/ 1422313 h 3146477"/>
                <a:gd name="connsiteX1062" fmla="*/ 2364216 w 3819074"/>
                <a:gd name="connsiteY1062" fmla="*/ 1250863 h 3146477"/>
                <a:gd name="connsiteX1063" fmla="*/ 2391172 w 3819074"/>
                <a:gd name="connsiteY1063" fmla="*/ 1241338 h 3146477"/>
                <a:gd name="connsiteX1064" fmla="*/ 2393267 w 3819074"/>
                <a:gd name="connsiteY1064" fmla="*/ 1242671 h 3146477"/>
                <a:gd name="connsiteX1065" fmla="*/ 2515759 w 3819074"/>
                <a:gd name="connsiteY1065" fmla="*/ 1328396 h 3146477"/>
                <a:gd name="connsiteX1066" fmla="*/ 2519092 w 3819074"/>
                <a:gd name="connsiteY1066" fmla="*/ 1330873 h 3146477"/>
                <a:gd name="connsiteX1067" fmla="*/ 2506520 w 3819074"/>
                <a:gd name="connsiteY1067" fmla="*/ 1354399 h 3146477"/>
                <a:gd name="connsiteX1068" fmla="*/ 2503567 w 3819074"/>
                <a:gd name="connsiteY1068" fmla="*/ 1354399 h 3146477"/>
                <a:gd name="connsiteX1069" fmla="*/ 2451465 w 3819074"/>
                <a:gd name="connsiteY1069" fmla="*/ 1353638 h 3146477"/>
                <a:gd name="connsiteX1070" fmla="*/ 1848152 w 3819074"/>
                <a:gd name="connsiteY1070" fmla="*/ 1472986 h 3146477"/>
                <a:gd name="connsiteX1071" fmla="*/ 1834340 w 3819074"/>
                <a:gd name="connsiteY1071" fmla="*/ 1430219 h 3146477"/>
                <a:gd name="connsiteX1072" fmla="*/ 1849009 w 3819074"/>
                <a:gd name="connsiteY1072" fmla="*/ 1461746 h 3146477"/>
                <a:gd name="connsiteX1073" fmla="*/ 2451751 w 3819074"/>
                <a:gd name="connsiteY1073" fmla="*/ 1343446 h 3146477"/>
                <a:gd name="connsiteX1074" fmla="*/ 2501186 w 3819074"/>
                <a:gd name="connsiteY1074" fmla="*/ 1344113 h 3146477"/>
                <a:gd name="connsiteX1075" fmla="*/ 2507091 w 3819074"/>
                <a:gd name="connsiteY1075" fmla="*/ 1333064 h 3146477"/>
                <a:gd name="connsiteX1076" fmla="*/ 2390219 w 3819074"/>
                <a:gd name="connsiteY1076" fmla="*/ 1251148 h 3146477"/>
                <a:gd name="connsiteX1077" fmla="*/ 2367740 w 3819074"/>
                <a:gd name="connsiteY1077" fmla="*/ 1259531 h 3146477"/>
                <a:gd name="connsiteX1078" fmla="*/ 1834055 w 3819074"/>
                <a:gd name="connsiteY1078" fmla="*/ 1430219 h 314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</a:cxnLst>
              <a:rect l="l" t="t" r="r" b="b"/>
              <a:pathLst>
                <a:path w="3819074" h="3146477">
                  <a:moveTo>
                    <a:pt x="1242647" y="3146242"/>
                  </a:moveTo>
                  <a:cubicBezTo>
                    <a:pt x="1141492" y="3146242"/>
                    <a:pt x="1035479" y="3115096"/>
                    <a:pt x="920417" y="3039753"/>
                  </a:cubicBezTo>
                  <a:cubicBezTo>
                    <a:pt x="742680" y="2923358"/>
                    <a:pt x="765635" y="2709235"/>
                    <a:pt x="789924" y="2482445"/>
                  </a:cubicBezTo>
                  <a:cubicBezTo>
                    <a:pt x="810022" y="2294898"/>
                    <a:pt x="830786" y="2100874"/>
                    <a:pt x="746204" y="1937806"/>
                  </a:cubicBezTo>
                  <a:cubicBezTo>
                    <a:pt x="653907" y="1759783"/>
                    <a:pt x="520747" y="1592524"/>
                    <a:pt x="392065" y="1430885"/>
                  </a:cubicBezTo>
                  <a:cubicBezTo>
                    <a:pt x="120031" y="1089128"/>
                    <a:pt x="-136954" y="766326"/>
                    <a:pt x="82788" y="430760"/>
                  </a:cubicBezTo>
                  <a:cubicBezTo>
                    <a:pt x="234616" y="198827"/>
                    <a:pt x="550370" y="234640"/>
                    <a:pt x="884602" y="272550"/>
                  </a:cubicBezTo>
                  <a:cubicBezTo>
                    <a:pt x="1069483" y="293505"/>
                    <a:pt x="1260745" y="315222"/>
                    <a:pt x="1425051" y="288933"/>
                  </a:cubicBezTo>
                  <a:cubicBezTo>
                    <a:pt x="1616122" y="258358"/>
                    <a:pt x="1785477" y="195302"/>
                    <a:pt x="1948926" y="134438"/>
                  </a:cubicBezTo>
                  <a:cubicBezTo>
                    <a:pt x="2266585" y="16232"/>
                    <a:pt x="2541000" y="-85876"/>
                    <a:pt x="2838942" y="109292"/>
                  </a:cubicBezTo>
                  <a:lnTo>
                    <a:pt x="2859802" y="123008"/>
                  </a:lnTo>
                  <a:cubicBezTo>
                    <a:pt x="3331194" y="431522"/>
                    <a:pt x="3775631" y="722892"/>
                    <a:pt x="3817445" y="1236575"/>
                  </a:cubicBezTo>
                  <a:cubicBezTo>
                    <a:pt x="3832209" y="1419646"/>
                    <a:pt x="3740293" y="1583952"/>
                    <a:pt x="3633803" y="1774262"/>
                  </a:cubicBezTo>
                  <a:cubicBezTo>
                    <a:pt x="3519503" y="1978192"/>
                    <a:pt x="3390440" y="2209268"/>
                    <a:pt x="3345672" y="2532071"/>
                  </a:cubicBezTo>
                  <a:cubicBezTo>
                    <a:pt x="3339005" y="2580458"/>
                    <a:pt x="3318812" y="2616272"/>
                    <a:pt x="3285760" y="2638655"/>
                  </a:cubicBezTo>
                  <a:cubicBezTo>
                    <a:pt x="3194415" y="2700473"/>
                    <a:pt x="3016393" y="2656181"/>
                    <a:pt x="2827893" y="2609318"/>
                  </a:cubicBezTo>
                  <a:cubicBezTo>
                    <a:pt x="2635964" y="2561693"/>
                    <a:pt x="2437368" y="2512258"/>
                    <a:pt x="2312686" y="2568647"/>
                  </a:cubicBezTo>
                  <a:cubicBezTo>
                    <a:pt x="2149618" y="2642275"/>
                    <a:pt x="2005028" y="2747621"/>
                    <a:pt x="1865011" y="2849444"/>
                  </a:cubicBezTo>
                  <a:cubicBezTo>
                    <a:pt x="1651556" y="3005082"/>
                    <a:pt x="1458103" y="3146242"/>
                    <a:pt x="1242647" y="3146242"/>
                  </a:cubicBezTo>
                  <a:close/>
                  <a:moveTo>
                    <a:pt x="529034" y="254548"/>
                  </a:moveTo>
                  <a:cubicBezTo>
                    <a:pt x="342249" y="254548"/>
                    <a:pt x="184134" y="293600"/>
                    <a:pt x="90884" y="436189"/>
                  </a:cubicBezTo>
                  <a:cubicBezTo>
                    <a:pt x="-124952" y="765850"/>
                    <a:pt x="129841" y="1085985"/>
                    <a:pt x="399685" y="1424885"/>
                  </a:cubicBezTo>
                  <a:cubicBezTo>
                    <a:pt x="528749" y="1586810"/>
                    <a:pt x="662098" y="1754545"/>
                    <a:pt x="754872" y="1933424"/>
                  </a:cubicBezTo>
                  <a:cubicBezTo>
                    <a:pt x="840597" y="2099064"/>
                    <a:pt x="819832" y="2294517"/>
                    <a:pt x="799639" y="2483493"/>
                  </a:cubicBezTo>
                  <a:cubicBezTo>
                    <a:pt x="775636" y="2707236"/>
                    <a:pt x="752967" y="2918595"/>
                    <a:pt x="925846" y="3031752"/>
                  </a:cubicBezTo>
                  <a:cubicBezTo>
                    <a:pt x="1280461" y="3263972"/>
                    <a:pt x="1548971" y="3068328"/>
                    <a:pt x="1859867" y="2841728"/>
                  </a:cubicBezTo>
                  <a:cubicBezTo>
                    <a:pt x="2000075" y="2739620"/>
                    <a:pt x="2144950" y="2633988"/>
                    <a:pt x="2308876" y="2559979"/>
                  </a:cubicBezTo>
                  <a:cubicBezTo>
                    <a:pt x="2436892" y="2502257"/>
                    <a:pt x="2636917" y="2551978"/>
                    <a:pt x="2830370" y="2600079"/>
                  </a:cubicBezTo>
                  <a:cubicBezTo>
                    <a:pt x="3016774" y="2646371"/>
                    <a:pt x="3192796" y="2690185"/>
                    <a:pt x="3280616" y="2630845"/>
                  </a:cubicBezTo>
                  <a:cubicBezTo>
                    <a:pt x="3311763" y="2609699"/>
                    <a:pt x="3330051" y="2577029"/>
                    <a:pt x="3336433" y="2530832"/>
                  </a:cubicBezTo>
                  <a:cubicBezTo>
                    <a:pt x="3381486" y="2206220"/>
                    <a:pt x="3511216" y="1974287"/>
                    <a:pt x="3625707" y="1769594"/>
                  </a:cubicBezTo>
                  <a:cubicBezTo>
                    <a:pt x="3731434" y="1580714"/>
                    <a:pt x="3822684" y="1417169"/>
                    <a:pt x="3808206" y="1237337"/>
                  </a:cubicBezTo>
                  <a:cubicBezTo>
                    <a:pt x="3767058" y="728131"/>
                    <a:pt x="3324146" y="438095"/>
                    <a:pt x="2855706" y="131199"/>
                  </a:cubicBezTo>
                  <a:lnTo>
                    <a:pt x="2834751" y="117483"/>
                  </a:lnTo>
                  <a:cubicBezTo>
                    <a:pt x="2540809" y="-75017"/>
                    <a:pt x="2268490" y="26234"/>
                    <a:pt x="1953212" y="143486"/>
                  </a:cubicBezTo>
                  <a:cubicBezTo>
                    <a:pt x="1789001" y="204637"/>
                    <a:pt x="1619171" y="267788"/>
                    <a:pt x="1427147" y="298553"/>
                  </a:cubicBezTo>
                  <a:cubicBezTo>
                    <a:pt x="1261697" y="325033"/>
                    <a:pt x="1069768" y="303221"/>
                    <a:pt x="884221" y="282170"/>
                  </a:cubicBezTo>
                  <a:cubicBezTo>
                    <a:pt x="760301" y="268264"/>
                    <a:pt x="639619" y="254548"/>
                    <a:pt x="529034" y="254548"/>
                  </a:cubicBezTo>
                  <a:close/>
                  <a:moveTo>
                    <a:pt x="1241981" y="2764386"/>
                  </a:moveTo>
                  <a:lnTo>
                    <a:pt x="1241981" y="2764386"/>
                  </a:lnTo>
                  <a:cubicBezTo>
                    <a:pt x="1232456" y="2764386"/>
                    <a:pt x="1205785" y="2764386"/>
                    <a:pt x="1157589" y="2737906"/>
                  </a:cubicBezTo>
                  <a:lnTo>
                    <a:pt x="1155303" y="2736667"/>
                  </a:lnTo>
                  <a:lnTo>
                    <a:pt x="1155303" y="2734096"/>
                  </a:lnTo>
                  <a:cubicBezTo>
                    <a:pt x="1152160" y="2683232"/>
                    <a:pt x="1162066" y="2591221"/>
                    <a:pt x="1169305" y="2523117"/>
                  </a:cubicBezTo>
                  <a:cubicBezTo>
                    <a:pt x="1193022" y="2302232"/>
                    <a:pt x="1222454" y="2027341"/>
                    <a:pt x="1085009" y="1762355"/>
                  </a:cubicBezTo>
                  <a:cubicBezTo>
                    <a:pt x="975280" y="1551567"/>
                    <a:pt x="823738" y="1361067"/>
                    <a:pt x="690197" y="1193618"/>
                  </a:cubicBezTo>
                  <a:cubicBezTo>
                    <a:pt x="567991" y="1040170"/>
                    <a:pt x="452644" y="895295"/>
                    <a:pt x="402447" y="777947"/>
                  </a:cubicBezTo>
                  <a:cubicBezTo>
                    <a:pt x="368824" y="699365"/>
                    <a:pt x="378730" y="674600"/>
                    <a:pt x="399113" y="643263"/>
                  </a:cubicBezTo>
                  <a:lnTo>
                    <a:pt x="399970" y="642025"/>
                  </a:lnTo>
                  <a:lnTo>
                    <a:pt x="401304" y="641453"/>
                  </a:lnTo>
                  <a:cubicBezTo>
                    <a:pt x="412448" y="636881"/>
                    <a:pt x="447310" y="626213"/>
                    <a:pt x="530368" y="626213"/>
                  </a:cubicBezTo>
                  <a:cubicBezTo>
                    <a:pt x="620188" y="626213"/>
                    <a:pt x="727726" y="638405"/>
                    <a:pt x="841645" y="651264"/>
                  </a:cubicBezTo>
                  <a:cubicBezTo>
                    <a:pt x="975852" y="666504"/>
                    <a:pt x="1114536" y="682220"/>
                    <a:pt x="1255315" y="682220"/>
                  </a:cubicBezTo>
                  <a:cubicBezTo>
                    <a:pt x="1332276" y="682829"/>
                    <a:pt x="1409162" y="677319"/>
                    <a:pt x="1485249" y="665742"/>
                  </a:cubicBezTo>
                  <a:cubicBezTo>
                    <a:pt x="1713849" y="629166"/>
                    <a:pt x="1909302" y="556300"/>
                    <a:pt x="2082086" y="492101"/>
                  </a:cubicBezTo>
                  <a:cubicBezTo>
                    <a:pt x="2241534" y="432761"/>
                    <a:pt x="2379266" y="381516"/>
                    <a:pt x="2483183" y="381516"/>
                  </a:cubicBezTo>
                  <a:cubicBezTo>
                    <a:pt x="2520521" y="381516"/>
                    <a:pt x="2567289" y="387136"/>
                    <a:pt x="2630630" y="428665"/>
                  </a:cubicBezTo>
                  <a:lnTo>
                    <a:pt x="2651681" y="441905"/>
                  </a:lnTo>
                  <a:cubicBezTo>
                    <a:pt x="3124216" y="751467"/>
                    <a:pt x="3413014" y="961017"/>
                    <a:pt x="3437683" y="1267246"/>
                  </a:cubicBezTo>
                  <a:cubicBezTo>
                    <a:pt x="3443113" y="1334778"/>
                    <a:pt x="3374247" y="1457746"/>
                    <a:pt x="3301381" y="1588238"/>
                  </a:cubicBezTo>
                  <a:cubicBezTo>
                    <a:pt x="3153743" y="1852081"/>
                    <a:pt x="3058493" y="2070680"/>
                    <a:pt x="3010202" y="2256798"/>
                  </a:cubicBezTo>
                  <a:lnTo>
                    <a:pt x="3008963" y="2261275"/>
                  </a:lnTo>
                  <a:lnTo>
                    <a:pt x="3004487" y="2260227"/>
                  </a:lnTo>
                  <a:cubicBezTo>
                    <a:pt x="2975912" y="2253464"/>
                    <a:pt x="2946670" y="2246225"/>
                    <a:pt x="2920762" y="2239844"/>
                  </a:cubicBezTo>
                  <a:lnTo>
                    <a:pt x="2919809" y="2239844"/>
                  </a:lnTo>
                  <a:cubicBezTo>
                    <a:pt x="2774648" y="2203744"/>
                    <a:pt x="2610152" y="2162882"/>
                    <a:pt x="2451465" y="2162882"/>
                  </a:cubicBezTo>
                  <a:cubicBezTo>
                    <a:pt x="2341832" y="2162882"/>
                    <a:pt x="2241915" y="2182694"/>
                    <a:pt x="2156190" y="2221746"/>
                  </a:cubicBezTo>
                  <a:cubicBezTo>
                    <a:pt x="1957308" y="2311472"/>
                    <a:pt x="1789382" y="2433868"/>
                    <a:pt x="1641173" y="2541786"/>
                  </a:cubicBezTo>
                  <a:cubicBezTo>
                    <a:pt x="1490583" y="2651038"/>
                    <a:pt x="1335135" y="2764386"/>
                    <a:pt x="1241981" y="2764386"/>
                  </a:cubicBezTo>
                  <a:close/>
                  <a:moveTo>
                    <a:pt x="1164447" y="2730857"/>
                  </a:moveTo>
                  <a:cubicBezTo>
                    <a:pt x="1208929" y="2754861"/>
                    <a:pt x="1232741" y="2754861"/>
                    <a:pt x="1241885" y="2754861"/>
                  </a:cubicBezTo>
                  <a:lnTo>
                    <a:pt x="1241885" y="2754861"/>
                  </a:lnTo>
                  <a:cubicBezTo>
                    <a:pt x="1332277" y="2754861"/>
                    <a:pt x="1486392" y="2642466"/>
                    <a:pt x="1635458" y="2533880"/>
                  </a:cubicBezTo>
                  <a:cubicBezTo>
                    <a:pt x="1784525" y="2425295"/>
                    <a:pt x="1952355" y="2302899"/>
                    <a:pt x="2152190" y="2212697"/>
                  </a:cubicBezTo>
                  <a:cubicBezTo>
                    <a:pt x="2239915" y="2173169"/>
                    <a:pt x="2340594" y="2153071"/>
                    <a:pt x="2451656" y="2153071"/>
                  </a:cubicBezTo>
                  <a:cubicBezTo>
                    <a:pt x="2611485" y="2153071"/>
                    <a:pt x="2776553" y="2194124"/>
                    <a:pt x="2922191" y="2230319"/>
                  </a:cubicBezTo>
                  <a:lnTo>
                    <a:pt x="2923238" y="2230319"/>
                  </a:lnTo>
                  <a:cubicBezTo>
                    <a:pt x="2947813" y="2236415"/>
                    <a:pt x="2975054" y="2243177"/>
                    <a:pt x="3002296" y="2249369"/>
                  </a:cubicBezTo>
                  <a:cubicBezTo>
                    <a:pt x="3051254" y="2063440"/>
                    <a:pt x="3146409" y="1845413"/>
                    <a:pt x="3293189" y="1582619"/>
                  </a:cubicBezTo>
                  <a:cubicBezTo>
                    <a:pt x="3365389" y="1453650"/>
                    <a:pt x="3433588" y="1331730"/>
                    <a:pt x="3428444" y="1267055"/>
                  </a:cubicBezTo>
                  <a:cubicBezTo>
                    <a:pt x="3404060" y="965494"/>
                    <a:pt x="3116786" y="756801"/>
                    <a:pt x="2646537" y="448953"/>
                  </a:cubicBezTo>
                  <a:lnTo>
                    <a:pt x="2625582" y="435237"/>
                  </a:lnTo>
                  <a:cubicBezTo>
                    <a:pt x="2564336" y="395137"/>
                    <a:pt x="2519283" y="389707"/>
                    <a:pt x="2483374" y="389707"/>
                  </a:cubicBezTo>
                  <a:cubicBezTo>
                    <a:pt x="2381171" y="389707"/>
                    <a:pt x="2244201" y="440666"/>
                    <a:pt x="2085705" y="499626"/>
                  </a:cubicBezTo>
                  <a:cubicBezTo>
                    <a:pt x="1912445" y="564110"/>
                    <a:pt x="1716135" y="637072"/>
                    <a:pt x="1486868" y="673743"/>
                  </a:cubicBezTo>
                  <a:cubicBezTo>
                    <a:pt x="1410328" y="685611"/>
                    <a:pt x="1332959" y="691313"/>
                    <a:pt x="1255506" y="690793"/>
                  </a:cubicBezTo>
                  <a:cubicBezTo>
                    <a:pt x="1114155" y="690793"/>
                    <a:pt x="975185" y="675077"/>
                    <a:pt x="840788" y="659837"/>
                  </a:cubicBezTo>
                  <a:cubicBezTo>
                    <a:pt x="727154" y="646978"/>
                    <a:pt x="619903" y="634786"/>
                    <a:pt x="530558" y="634786"/>
                  </a:cubicBezTo>
                  <a:cubicBezTo>
                    <a:pt x="452358" y="634786"/>
                    <a:pt x="418449" y="644311"/>
                    <a:pt x="406733" y="648788"/>
                  </a:cubicBezTo>
                  <a:cubicBezTo>
                    <a:pt x="391017" y="672981"/>
                    <a:pt x="378158" y="694984"/>
                    <a:pt x="411686" y="773279"/>
                  </a:cubicBezTo>
                  <a:cubicBezTo>
                    <a:pt x="461407" y="889389"/>
                    <a:pt x="576374" y="1033788"/>
                    <a:pt x="698103" y="1186664"/>
                  </a:cubicBezTo>
                  <a:cubicBezTo>
                    <a:pt x="831929" y="1354781"/>
                    <a:pt x="983853" y="1545281"/>
                    <a:pt x="1093390" y="1757021"/>
                  </a:cubicBezTo>
                  <a:cubicBezTo>
                    <a:pt x="1232075" y="2024579"/>
                    <a:pt x="1202452" y="2300994"/>
                    <a:pt x="1179115" y="2523117"/>
                  </a:cubicBezTo>
                  <a:cubicBezTo>
                    <a:pt x="1171114" y="2589792"/>
                    <a:pt x="1161494" y="2680280"/>
                    <a:pt x="1164161" y="2730857"/>
                  </a:cubicBezTo>
                  <a:close/>
                  <a:moveTo>
                    <a:pt x="1566783" y="2126115"/>
                  </a:moveTo>
                  <a:lnTo>
                    <a:pt x="1566211" y="2117638"/>
                  </a:lnTo>
                  <a:cubicBezTo>
                    <a:pt x="1553257" y="1921423"/>
                    <a:pt x="1506394" y="1747877"/>
                    <a:pt x="1423336" y="1587000"/>
                  </a:cubicBezTo>
                  <a:cubicBezTo>
                    <a:pt x="1319800" y="1386975"/>
                    <a:pt x="1188926" y="1210858"/>
                    <a:pt x="1074626" y="1064649"/>
                  </a:cubicBezTo>
                  <a:lnTo>
                    <a:pt x="1068054" y="1056267"/>
                  </a:lnTo>
                  <a:lnTo>
                    <a:pt x="1078722" y="1056934"/>
                  </a:lnTo>
                  <a:cubicBezTo>
                    <a:pt x="1142063" y="1061220"/>
                    <a:pt x="1200071" y="1063220"/>
                    <a:pt x="1255982" y="1063220"/>
                  </a:cubicBezTo>
                  <a:cubicBezTo>
                    <a:pt x="1353087" y="1063765"/>
                    <a:pt x="1450078" y="1056503"/>
                    <a:pt x="1546018" y="1041503"/>
                  </a:cubicBezTo>
                  <a:cubicBezTo>
                    <a:pt x="1811671" y="999022"/>
                    <a:pt x="2035604" y="915773"/>
                    <a:pt x="2215531" y="848813"/>
                  </a:cubicBezTo>
                  <a:cubicBezTo>
                    <a:pt x="2294969" y="819285"/>
                    <a:pt x="2393363" y="782138"/>
                    <a:pt x="2452132" y="768136"/>
                  </a:cubicBezTo>
                  <a:lnTo>
                    <a:pt x="2454132" y="767660"/>
                  </a:lnTo>
                  <a:lnTo>
                    <a:pt x="2455942" y="768803"/>
                  </a:lnTo>
                  <a:cubicBezTo>
                    <a:pt x="2723213" y="944063"/>
                    <a:pt x="2989342" y="1125990"/>
                    <a:pt x="3046492" y="1255149"/>
                  </a:cubicBezTo>
                  <a:lnTo>
                    <a:pt x="3047444" y="1257245"/>
                  </a:lnTo>
                  <a:lnTo>
                    <a:pt x="3046397" y="1259245"/>
                  </a:lnTo>
                  <a:cubicBezTo>
                    <a:pt x="3025823" y="1300869"/>
                    <a:pt x="2993057" y="1359448"/>
                    <a:pt x="2969149" y="1402120"/>
                  </a:cubicBezTo>
                  <a:cubicBezTo>
                    <a:pt x="2894079" y="1534486"/>
                    <a:pt x="2825854" y="1670619"/>
                    <a:pt x="2764742" y="1809980"/>
                  </a:cubicBezTo>
                  <a:lnTo>
                    <a:pt x="2763218" y="1813505"/>
                  </a:lnTo>
                  <a:lnTo>
                    <a:pt x="2759504" y="1812743"/>
                  </a:lnTo>
                  <a:cubicBezTo>
                    <a:pt x="2658060" y="1792940"/>
                    <a:pt x="2555010" y="1782513"/>
                    <a:pt x="2451656" y="1781596"/>
                  </a:cubicBezTo>
                  <a:cubicBezTo>
                    <a:pt x="2287635" y="1781596"/>
                    <a:pt x="2135425" y="1812743"/>
                    <a:pt x="1999313" y="1874179"/>
                  </a:cubicBezTo>
                  <a:cubicBezTo>
                    <a:pt x="1821577" y="1954379"/>
                    <a:pt x="1671272" y="2053630"/>
                    <a:pt x="1573641" y="2121257"/>
                  </a:cubicBezTo>
                  <a:close/>
                  <a:moveTo>
                    <a:pt x="1087961" y="1067126"/>
                  </a:moveTo>
                  <a:cubicBezTo>
                    <a:pt x="1201023" y="1212096"/>
                    <a:pt x="1329230" y="1386023"/>
                    <a:pt x="1430861" y="1582619"/>
                  </a:cubicBezTo>
                  <a:cubicBezTo>
                    <a:pt x="1513729" y="1742353"/>
                    <a:pt x="1560782" y="1914565"/>
                    <a:pt x="1574593" y="2108684"/>
                  </a:cubicBezTo>
                  <a:cubicBezTo>
                    <a:pt x="1672606" y="2040962"/>
                    <a:pt x="1820624" y="1944188"/>
                    <a:pt x="1994932" y="1865416"/>
                  </a:cubicBezTo>
                  <a:cubicBezTo>
                    <a:pt x="2132282" y="1803503"/>
                    <a:pt x="2285730" y="1772071"/>
                    <a:pt x="2451179" y="1772071"/>
                  </a:cubicBezTo>
                  <a:cubicBezTo>
                    <a:pt x="2553819" y="1772945"/>
                    <a:pt x="2656164" y="1783211"/>
                    <a:pt x="2756932" y="1802741"/>
                  </a:cubicBezTo>
                  <a:cubicBezTo>
                    <a:pt x="2817769" y="1664347"/>
                    <a:pt x="2885612" y="1529139"/>
                    <a:pt x="2960195" y="1397643"/>
                  </a:cubicBezTo>
                  <a:cubicBezTo>
                    <a:pt x="2983722" y="1355543"/>
                    <a:pt x="3015821" y="1298297"/>
                    <a:pt x="3036395" y="1257054"/>
                  </a:cubicBezTo>
                  <a:cubicBezTo>
                    <a:pt x="2977912" y="1130562"/>
                    <a:pt x="2715689" y="951111"/>
                    <a:pt x="2451560" y="777947"/>
                  </a:cubicBezTo>
                  <a:cubicBezTo>
                    <a:pt x="2393077" y="792615"/>
                    <a:pt x="2296303" y="828620"/>
                    <a:pt x="2218388" y="857576"/>
                  </a:cubicBezTo>
                  <a:cubicBezTo>
                    <a:pt x="2037889" y="924822"/>
                    <a:pt x="1813481" y="1008642"/>
                    <a:pt x="1546781" y="1050933"/>
                  </a:cubicBezTo>
                  <a:cubicBezTo>
                    <a:pt x="1450331" y="1065964"/>
                    <a:pt x="1352833" y="1073258"/>
                    <a:pt x="1255220" y="1072745"/>
                  </a:cubicBezTo>
                  <a:cubicBezTo>
                    <a:pt x="1202356" y="1072745"/>
                    <a:pt x="1147493" y="1070936"/>
                    <a:pt x="1087961" y="1067126"/>
                  </a:cubicBezTo>
                  <a:close/>
                  <a:moveTo>
                    <a:pt x="1241981" y="2954886"/>
                  </a:moveTo>
                  <a:cubicBezTo>
                    <a:pt x="1172543" y="2954886"/>
                    <a:pt x="1101582" y="2930502"/>
                    <a:pt x="1025096" y="2880400"/>
                  </a:cubicBezTo>
                  <a:cubicBezTo>
                    <a:pt x="956421" y="2835442"/>
                    <a:pt x="953468" y="2747050"/>
                    <a:pt x="979662" y="2502733"/>
                  </a:cubicBezTo>
                  <a:cubicBezTo>
                    <a:pt x="1001665" y="2297184"/>
                    <a:pt x="1026620" y="2064107"/>
                    <a:pt x="915559" y="1850081"/>
                  </a:cubicBezTo>
                  <a:cubicBezTo>
                    <a:pt x="814784" y="1655580"/>
                    <a:pt x="675814" y="1480987"/>
                    <a:pt x="541417" y="1312204"/>
                  </a:cubicBezTo>
                  <a:cubicBezTo>
                    <a:pt x="232997" y="925108"/>
                    <a:pt x="111553" y="734703"/>
                    <a:pt x="241855" y="535249"/>
                  </a:cubicBezTo>
                  <a:cubicBezTo>
                    <a:pt x="274050" y="486005"/>
                    <a:pt x="333581" y="435713"/>
                    <a:pt x="530082" y="435713"/>
                  </a:cubicBezTo>
                  <a:cubicBezTo>
                    <a:pt x="630666" y="435713"/>
                    <a:pt x="743347" y="448477"/>
                    <a:pt x="862790" y="462002"/>
                  </a:cubicBezTo>
                  <a:cubicBezTo>
                    <a:pt x="991759" y="476671"/>
                    <a:pt x="1125014" y="491720"/>
                    <a:pt x="1255030" y="491720"/>
                  </a:cubicBezTo>
                  <a:cubicBezTo>
                    <a:pt x="1321983" y="492193"/>
                    <a:pt x="1388868" y="487352"/>
                    <a:pt x="1455055" y="477242"/>
                  </a:cubicBezTo>
                  <a:cubicBezTo>
                    <a:pt x="1664605" y="443619"/>
                    <a:pt x="1851104" y="374372"/>
                    <a:pt x="2015601" y="313127"/>
                  </a:cubicBezTo>
                  <a:cubicBezTo>
                    <a:pt x="2192290" y="247404"/>
                    <a:pt x="2344880" y="190635"/>
                    <a:pt x="2483088" y="190635"/>
                  </a:cubicBezTo>
                  <a:cubicBezTo>
                    <a:pt x="2573385" y="190635"/>
                    <a:pt x="2653395" y="215495"/>
                    <a:pt x="2734834" y="268835"/>
                  </a:cubicBezTo>
                  <a:lnTo>
                    <a:pt x="2755789" y="282551"/>
                  </a:lnTo>
                  <a:cubicBezTo>
                    <a:pt x="2984389" y="431998"/>
                    <a:pt x="3199463" y="572969"/>
                    <a:pt x="3361674" y="735084"/>
                  </a:cubicBezTo>
                  <a:cubicBezTo>
                    <a:pt x="3527981" y="901295"/>
                    <a:pt x="3612563" y="1065792"/>
                    <a:pt x="3627612" y="1251911"/>
                  </a:cubicBezTo>
                  <a:cubicBezTo>
                    <a:pt x="3637708" y="1377164"/>
                    <a:pt x="3562652" y="1511372"/>
                    <a:pt x="3467592" y="1681202"/>
                  </a:cubicBezTo>
                  <a:cubicBezTo>
                    <a:pt x="3355197" y="1882275"/>
                    <a:pt x="3215275" y="2132402"/>
                    <a:pt x="3161649" y="2474445"/>
                  </a:cubicBezTo>
                  <a:lnTo>
                    <a:pt x="3160982" y="2478540"/>
                  </a:lnTo>
                  <a:lnTo>
                    <a:pt x="3156506" y="2478540"/>
                  </a:lnTo>
                  <a:cubicBezTo>
                    <a:pt x="3086973" y="2477683"/>
                    <a:pt x="2978483" y="2450632"/>
                    <a:pt x="2873518" y="2424533"/>
                  </a:cubicBezTo>
                  <a:cubicBezTo>
                    <a:pt x="2732357" y="2389481"/>
                    <a:pt x="2586530" y="2353191"/>
                    <a:pt x="2451084" y="2353191"/>
                  </a:cubicBezTo>
                  <a:cubicBezTo>
                    <a:pt x="2367455" y="2353191"/>
                    <a:pt x="2296398" y="2366907"/>
                    <a:pt x="2233914" y="2395196"/>
                  </a:cubicBezTo>
                  <a:cubicBezTo>
                    <a:pt x="2052939" y="2476826"/>
                    <a:pt x="1893395" y="2593031"/>
                    <a:pt x="1752711" y="2695615"/>
                  </a:cubicBezTo>
                  <a:cubicBezTo>
                    <a:pt x="1562211" y="2834775"/>
                    <a:pt x="1396857" y="2954981"/>
                    <a:pt x="1241314" y="2954981"/>
                  </a:cubicBezTo>
                  <a:lnTo>
                    <a:pt x="1241314" y="2954981"/>
                  </a:lnTo>
                  <a:close/>
                  <a:moveTo>
                    <a:pt x="530368" y="445238"/>
                  </a:moveTo>
                  <a:cubicBezTo>
                    <a:pt x="338344" y="445238"/>
                    <a:pt x="280908" y="493435"/>
                    <a:pt x="250047" y="540488"/>
                  </a:cubicBezTo>
                  <a:cubicBezTo>
                    <a:pt x="122983" y="734703"/>
                    <a:pt x="243379" y="922917"/>
                    <a:pt x="548560" y="1306298"/>
                  </a:cubicBezTo>
                  <a:cubicBezTo>
                    <a:pt x="683244" y="1475367"/>
                    <a:pt x="822880" y="1650341"/>
                    <a:pt x="923750" y="1845699"/>
                  </a:cubicBezTo>
                  <a:cubicBezTo>
                    <a:pt x="1036050" y="2062298"/>
                    <a:pt x="1010999" y="2296803"/>
                    <a:pt x="988806" y="2503781"/>
                  </a:cubicBezTo>
                  <a:cubicBezTo>
                    <a:pt x="963184" y="2743335"/>
                    <a:pt x="965565" y="2830203"/>
                    <a:pt x="1029954" y="2872399"/>
                  </a:cubicBezTo>
                  <a:cubicBezTo>
                    <a:pt x="1104916" y="2921453"/>
                    <a:pt x="1174163" y="2945361"/>
                    <a:pt x="1241695" y="2945361"/>
                  </a:cubicBezTo>
                  <a:lnTo>
                    <a:pt x="1241695" y="2945361"/>
                  </a:lnTo>
                  <a:cubicBezTo>
                    <a:pt x="1394095" y="2945361"/>
                    <a:pt x="1557830" y="2826012"/>
                    <a:pt x="1747472" y="2688186"/>
                  </a:cubicBezTo>
                  <a:cubicBezTo>
                    <a:pt x="1888538" y="2585411"/>
                    <a:pt x="2048462" y="2469110"/>
                    <a:pt x="2230295" y="2386719"/>
                  </a:cubicBezTo>
                  <a:cubicBezTo>
                    <a:pt x="2294112" y="2358144"/>
                    <a:pt x="2366502" y="2343952"/>
                    <a:pt x="2451465" y="2343952"/>
                  </a:cubicBezTo>
                  <a:cubicBezTo>
                    <a:pt x="2588054" y="2343952"/>
                    <a:pt x="2734453" y="2380337"/>
                    <a:pt x="2876090" y="2415580"/>
                  </a:cubicBezTo>
                  <a:cubicBezTo>
                    <a:pt x="2978579" y="2441012"/>
                    <a:pt x="3084306" y="2467301"/>
                    <a:pt x="3152886" y="2469301"/>
                  </a:cubicBezTo>
                  <a:cubicBezTo>
                    <a:pt x="3207179" y="2127544"/>
                    <a:pt x="3346910" y="1877894"/>
                    <a:pt x="3459305" y="1677011"/>
                  </a:cubicBezTo>
                  <a:cubicBezTo>
                    <a:pt x="3553508" y="1508514"/>
                    <a:pt x="3627993" y="1375450"/>
                    <a:pt x="3618087" y="1253054"/>
                  </a:cubicBezTo>
                  <a:cubicBezTo>
                    <a:pt x="3603228" y="1069031"/>
                    <a:pt x="3519694" y="906724"/>
                    <a:pt x="3355102" y="742228"/>
                  </a:cubicBezTo>
                  <a:cubicBezTo>
                    <a:pt x="3193177" y="580779"/>
                    <a:pt x="2978483" y="439999"/>
                    <a:pt x="2750741" y="291029"/>
                  </a:cubicBezTo>
                  <a:lnTo>
                    <a:pt x="2729786" y="277217"/>
                  </a:lnTo>
                  <a:cubicBezTo>
                    <a:pt x="2649871" y="224925"/>
                    <a:pt x="2571480" y="200541"/>
                    <a:pt x="2483183" y="200541"/>
                  </a:cubicBezTo>
                  <a:cubicBezTo>
                    <a:pt x="2346690" y="200541"/>
                    <a:pt x="2194862" y="257024"/>
                    <a:pt x="2019030" y="322461"/>
                  </a:cubicBezTo>
                  <a:cubicBezTo>
                    <a:pt x="1854152" y="383802"/>
                    <a:pt x="1667272" y="453335"/>
                    <a:pt x="1457055" y="486958"/>
                  </a:cubicBezTo>
                  <a:cubicBezTo>
                    <a:pt x="1390468" y="497222"/>
                    <a:pt x="1323164" y="502127"/>
                    <a:pt x="1255792" y="501626"/>
                  </a:cubicBezTo>
                  <a:cubicBezTo>
                    <a:pt x="1125204" y="501626"/>
                    <a:pt x="991759" y="486481"/>
                    <a:pt x="862600" y="471908"/>
                  </a:cubicBezTo>
                  <a:cubicBezTo>
                    <a:pt x="742871" y="458002"/>
                    <a:pt x="630380" y="445238"/>
                    <a:pt x="530368" y="445238"/>
                  </a:cubicBezTo>
                  <a:close/>
                  <a:moveTo>
                    <a:pt x="1362281" y="2505210"/>
                  </a:moveTo>
                  <a:lnTo>
                    <a:pt x="1363329" y="2495114"/>
                  </a:lnTo>
                  <a:cubicBezTo>
                    <a:pt x="1388665" y="2249559"/>
                    <a:pt x="1403239" y="1963333"/>
                    <a:pt x="1253506" y="1674725"/>
                  </a:cubicBezTo>
                  <a:cubicBezTo>
                    <a:pt x="1135586" y="1447268"/>
                    <a:pt x="978138" y="1249434"/>
                    <a:pt x="839168" y="1074650"/>
                  </a:cubicBezTo>
                  <a:cubicBezTo>
                    <a:pt x="802973" y="1029121"/>
                    <a:pt x="718296" y="922822"/>
                    <a:pt x="654097" y="830715"/>
                  </a:cubicBezTo>
                  <a:lnTo>
                    <a:pt x="648287" y="822333"/>
                  </a:lnTo>
                  <a:lnTo>
                    <a:pt x="658479" y="823190"/>
                  </a:lnTo>
                  <a:cubicBezTo>
                    <a:pt x="708961" y="827667"/>
                    <a:pt x="762778" y="833763"/>
                    <a:pt x="819832" y="840240"/>
                  </a:cubicBezTo>
                  <a:cubicBezTo>
                    <a:pt x="953182" y="855385"/>
                    <a:pt x="1103677" y="872435"/>
                    <a:pt x="1255315" y="872435"/>
                  </a:cubicBezTo>
                  <a:cubicBezTo>
                    <a:pt x="1342363" y="873052"/>
                    <a:pt x="1429320" y="866682"/>
                    <a:pt x="1515348" y="853385"/>
                  </a:cubicBezTo>
                  <a:cubicBezTo>
                    <a:pt x="1762236" y="813951"/>
                    <a:pt x="1976453" y="734227"/>
                    <a:pt x="2148475" y="670219"/>
                  </a:cubicBezTo>
                  <a:cubicBezTo>
                    <a:pt x="2278777" y="621737"/>
                    <a:pt x="2413556" y="571635"/>
                    <a:pt x="2483183" y="571635"/>
                  </a:cubicBezTo>
                  <a:cubicBezTo>
                    <a:pt x="2493184" y="571635"/>
                    <a:pt x="2502233" y="571635"/>
                    <a:pt x="2526236" y="587637"/>
                  </a:cubicBezTo>
                  <a:lnTo>
                    <a:pt x="2547191" y="601353"/>
                  </a:lnTo>
                  <a:cubicBezTo>
                    <a:pt x="2758456" y="739656"/>
                    <a:pt x="2958005" y="870244"/>
                    <a:pt x="3092498" y="1004641"/>
                  </a:cubicBezTo>
                  <a:cubicBezTo>
                    <a:pt x="3216323" y="1128466"/>
                    <a:pt x="3240230" y="1212287"/>
                    <a:pt x="3246707" y="1271341"/>
                  </a:cubicBezTo>
                  <a:lnTo>
                    <a:pt x="3246707" y="1272199"/>
                  </a:lnTo>
                  <a:lnTo>
                    <a:pt x="3246707" y="1273056"/>
                  </a:lnTo>
                  <a:cubicBezTo>
                    <a:pt x="3235468" y="1316204"/>
                    <a:pt x="3177556" y="1419741"/>
                    <a:pt x="3135265" y="1495370"/>
                  </a:cubicBezTo>
                  <a:cubicBezTo>
                    <a:pt x="3056493" y="1636149"/>
                    <a:pt x="2958481" y="1811314"/>
                    <a:pt x="2882281" y="2029913"/>
                  </a:cubicBezTo>
                  <a:lnTo>
                    <a:pt x="2880852" y="2034008"/>
                  </a:lnTo>
                  <a:lnTo>
                    <a:pt x="2876661" y="2032961"/>
                  </a:lnTo>
                  <a:cubicBezTo>
                    <a:pt x="2751026" y="2002957"/>
                    <a:pt x="2602246" y="1972286"/>
                    <a:pt x="2451560" y="1972286"/>
                  </a:cubicBezTo>
                  <a:cubicBezTo>
                    <a:pt x="2312781" y="1972286"/>
                    <a:pt x="2190480" y="1997051"/>
                    <a:pt x="2077609" y="2048486"/>
                  </a:cubicBezTo>
                  <a:cubicBezTo>
                    <a:pt x="1860820" y="2146308"/>
                    <a:pt x="1676702" y="2280420"/>
                    <a:pt x="1528778" y="2388243"/>
                  </a:cubicBezTo>
                  <a:cubicBezTo>
                    <a:pt x="1482296" y="2422152"/>
                    <a:pt x="1424003" y="2464443"/>
                    <a:pt x="1370759" y="2500257"/>
                  </a:cubicBezTo>
                  <a:close/>
                  <a:moveTo>
                    <a:pt x="667813" y="833954"/>
                  </a:moveTo>
                  <a:cubicBezTo>
                    <a:pt x="731059" y="923774"/>
                    <a:pt x="811546" y="1024454"/>
                    <a:pt x="846598" y="1068935"/>
                  </a:cubicBezTo>
                  <a:cubicBezTo>
                    <a:pt x="985853" y="1243814"/>
                    <a:pt x="1143682" y="1442030"/>
                    <a:pt x="1261983" y="1670344"/>
                  </a:cubicBezTo>
                  <a:cubicBezTo>
                    <a:pt x="1410859" y="1957332"/>
                    <a:pt x="1398667" y="2241272"/>
                    <a:pt x="1373806" y="2485970"/>
                  </a:cubicBezTo>
                  <a:cubicBezTo>
                    <a:pt x="1424765" y="2451489"/>
                    <a:pt x="1478581" y="2411960"/>
                    <a:pt x="1523063" y="2379861"/>
                  </a:cubicBezTo>
                  <a:cubicBezTo>
                    <a:pt x="1671368" y="2271848"/>
                    <a:pt x="1855867" y="2137355"/>
                    <a:pt x="2073608" y="2039057"/>
                  </a:cubicBezTo>
                  <a:cubicBezTo>
                    <a:pt x="2187908" y="1987622"/>
                    <a:pt x="2311257" y="1962857"/>
                    <a:pt x="2451465" y="1962857"/>
                  </a:cubicBezTo>
                  <a:cubicBezTo>
                    <a:pt x="2601484" y="1962857"/>
                    <a:pt x="2749312" y="1992956"/>
                    <a:pt x="2874566" y="2022864"/>
                  </a:cubicBezTo>
                  <a:cubicBezTo>
                    <a:pt x="2950766" y="1805313"/>
                    <a:pt x="3048397" y="1631006"/>
                    <a:pt x="3126788" y="1490798"/>
                  </a:cubicBezTo>
                  <a:cubicBezTo>
                    <a:pt x="3168602" y="1416122"/>
                    <a:pt x="3225657" y="1314109"/>
                    <a:pt x="3237182" y="1271723"/>
                  </a:cubicBezTo>
                  <a:cubicBezTo>
                    <a:pt x="3230610" y="1214573"/>
                    <a:pt x="3207274" y="1133324"/>
                    <a:pt x="3085735" y="1011881"/>
                  </a:cubicBezTo>
                  <a:cubicBezTo>
                    <a:pt x="2952385" y="878531"/>
                    <a:pt x="2752836" y="747847"/>
                    <a:pt x="2541953" y="609830"/>
                  </a:cubicBezTo>
                  <a:lnTo>
                    <a:pt x="2520998" y="596019"/>
                  </a:lnTo>
                  <a:cubicBezTo>
                    <a:pt x="2498995" y="581636"/>
                    <a:pt x="2492423" y="581636"/>
                    <a:pt x="2482898" y="581636"/>
                  </a:cubicBezTo>
                  <a:cubicBezTo>
                    <a:pt x="2414984" y="581636"/>
                    <a:pt x="2281063" y="631452"/>
                    <a:pt x="2151523" y="679648"/>
                  </a:cubicBezTo>
                  <a:cubicBezTo>
                    <a:pt x="1979025" y="743847"/>
                    <a:pt x="1764427" y="823666"/>
                    <a:pt x="1516491" y="863290"/>
                  </a:cubicBezTo>
                  <a:cubicBezTo>
                    <a:pt x="1429983" y="876591"/>
                    <a:pt x="1342552" y="882961"/>
                    <a:pt x="1255030" y="882340"/>
                  </a:cubicBezTo>
                  <a:cubicBezTo>
                    <a:pt x="1102630" y="882340"/>
                    <a:pt x="951944" y="865291"/>
                    <a:pt x="818785" y="850146"/>
                  </a:cubicBezTo>
                  <a:cubicBezTo>
                    <a:pt x="765730" y="843955"/>
                    <a:pt x="715248" y="838240"/>
                    <a:pt x="667813" y="833954"/>
                  </a:cubicBezTo>
                  <a:close/>
                  <a:moveTo>
                    <a:pt x="1709277" y="1809218"/>
                  </a:moveTo>
                  <a:lnTo>
                    <a:pt x="1707753" y="1803218"/>
                  </a:lnTo>
                  <a:cubicBezTo>
                    <a:pt x="1680586" y="1697878"/>
                    <a:pt x="1641670" y="1595925"/>
                    <a:pt x="1591739" y="1499275"/>
                  </a:cubicBezTo>
                  <a:cubicBezTo>
                    <a:pt x="1547551" y="1414596"/>
                    <a:pt x="1498971" y="1332284"/>
                    <a:pt x="1446197" y="1252673"/>
                  </a:cubicBezTo>
                  <a:lnTo>
                    <a:pt x="1441815" y="1246005"/>
                  </a:lnTo>
                  <a:lnTo>
                    <a:pt x="1449721" y="1245338"/>
                  </a:lnTo>
                  <a:cubicBezTo>
                    <a:pt x="1492107" y="1241528"/>
                    <a:pt x="1534398" y="1235813"/>
                    <a:pt x="1575546" y="1229622"/>
                  </a:cubicBezTo>
                  <a:cubicBezTo>
                    <a:pt x="1859677" y="1184188"/>
                    <a:pt x="2103326" y="1093510"/>
                    <a:pt x="2281253" y="1027406"/>
                  </a:cubicBezTo>
                  <a:cubicBezTo>
                    <a:pt x="2320687" y="1012738"/>
                    <a:pt x="2374503" y="992640"/>
                    <a:pt x="2421366" y="976638"/>
                  </a:cubicBezTo>
                  <a:lnTo>
                    <a:pt x="2423557" y="975876"/>
                  </a:lnTo>
                  <a:lnTo>
                    <a:pt x="2425462" y="977210"/>
                  </a:lnTo>
                  <a:cubicBezTo>
                    <a:pt x="2566527" y="1070173"/>
                    <a:pt x="2725023" y="1177235"/>
                    <a:pt x="2819987" y="1270961"/>
                  </a:cubicBezTo>
                  <a:lnTo>
                    <a:pt x="2822559" y="1273532"/>
                  </a:lnTo>
                  <a:lnTo>
                    <a:pt x="2820749" y="1276676"/>
                  </a:lnTo>
                  <a:lnTo>
                    <a:pt x="2802652" y="1309156"/>
                  </a:lnTo>
                  <a:cubicBezTo>
                    <a:pt x="2758361" y="1388308"/>
                    <a:pt x="2703211" y="1486797"/>
                    <a:pt x="2648918" y="1599954"/>
                  </a:cubicBezTo>
                  <a:lnTo>
                    <a:pt x="2647490" y="1603002"/>
                  </a:lnTo>
                  <a:lnTo>
                    <a:pt x="2644061" y="1603002"/>
                  </a:lnTo>
                  <a:cubicBezTo>
                    <a:pt x="2580204" y="1595384"/>
                    <a:pt x="2515965" y="1591409"/>
                    <a:pt x="2451656" y="1591096"/>
                  </a:cubicBezTo>
                  <a:cubicBezTo>
                    <a:pt x="2257727" y="1591096"/>
                    <a:pt x="2084086" y="1626910"/>
                    <a:pt x="1920922" y="1700538"/>
                  </a:cubicBezTo>
                  <a:cubicBezTo>
                    <a:pt x="1853676" y="1730923"/>
                    <a:pt x="1784334" y="1766451"/>
                    <a:pt x="1714897" y="1806075"/>
                  </a:cubicBezTo>
                  <a:close/>
                  <a:moveTo>
                    <a:pt x="1458484" y="1254101"/>
                  </a:moveTo>
                  <a:cubicBezTo>
                    <a:pt x="1509833" y="1331877"/>
                    <a:pt x="1557140" y="1412248"/>
                    <a:pt x="1600216" y="1494893"/>
                  </a:cubicBezTo>
                  <a:cubicBezTo>
                    <a:pt x="1649491" y="1590313"/>
                    <a:pt x="1688109" y="1690868"/>
                    <a:pt x="1715373" y="1794740"/>
                  </a:cubicBezTo>
                  <a:cubicBezTo>
                    <a:pt x="1783286" y="1756640"/>
                    <a:pt x="1851009" y="1721588"/>
                    <a:pt x="1916827" y="1691870"/>
                  </a:cubicBezTo>
                  <a:cubicBezTo>
                    <a:pt x="2081228" y="1617671"/>
                    <a:pt x="2256107" y="1581571"/>
                    <a:pt x="2451465" y="1581571"/>
                  </a:cubicBezTo>
                  <a:cubicBezTo>
                    <a:pt x="2515124" y="1581706"/>
                    <a:pt x="2578725" y="1585427"/>
                    <a:pt x="2641965" y="1592715"/>
                  </a:cubicBezTo>
                  <a:cubicBezTo>
                    <a:pt x="2695972" y="1480701"/>
                    <a:pt x="2750550" y="1383165"/>
                    <a:pt x="2794365" y="1304489"/>
                  </a:cubicBezTo>
                  <a:lnTo>
                    <a:pt x="2810653" y="1275152"/>
                  </a:lnTo>
                  <a:cubicBezTo>
                    <a:pt x="2716450" y="1183045"/>
                    <a:pt x="2561098" y="1077984"/>
                    <a:pt x="2422223" y="986449"/>
                  </a:cubicBezTo>
                  <a:cubicBezTo>
                    <a:pt x="2376027" y="1002260"/>
                    <a:pt x="2323258" y="1021882"/>
                    <a:pt x="2284682" y="1036264"/>
                  </a:cubicBezTo>
                  <a:cubicBezTo>
                    <a:pt x="2106279" y="1102940"/>
                    <a:pt x="1862153" y="1193427"/>
                    <a:pt x="1576975" y="1239052"/>
                  </a:cubicBezTo>
                  <a:cubicBezTo>
                    <a:pt x="1538303" y="1245243"/>
                    <a:pt x="1498393" y="1250291"/>
                    <a:pt x="1458484" y="1254101"/>
                  </a:cubicBezTo>
                  <a:close/>
                  <a:moveTo>
                    <a:pt x="1241981" y="3050136"/>
                  </a:moveTo>
                  <a:lnTo>
                    <a:pt x="1241981" y="3050136"/>
                  </a:lnTo>
                  <a:cubicBezTo>
                    <a:pt x="1153398" y="3050136"/>
                    <a:pt x="1065387" y="3020608"/>
                    <a:pt x="972899" y="2960029"/>
                  </a:cubicBezTo>
                  <a:cubicBezTo>
                    <a:pt x="850122" y="2879638"/>
                    <a:pt x="859456" y="2730095"/>
                    <a:pt x="884888" y="2492637"/>
                  </a:cubicBezTo>
                  <a:cubicBezTo>
                    <a:pt x="905462" y="2300423"/>
                    <a:pt x="928798" y="2082490"/>
                    <a:pt x="831072" y="1893896"/>
                  </a:cubicBezTo>
                  <a:cubicBezTo>
                    <a:pt x="734488" y="1707682"/>
                    <a:pt x="598471" y="1536803"/>
                    <a:pt x="466836" y="1371545"/>
                  </a:cubicBezTo>
                  <a:cubicBezTo>
                    <a:pt x="165655" y="992926"/>
                    <a:pt x="-10748" y="747466"/>
                    <a:pt x="162417" y="483148"/>
                  </a:cubicBezTo>
                  <a:cubicBezTo>
                    <a:pt x="227092" y="384469"/>
                    <a:pt x="340534" y="340273"/>
                    <a:pt x="530368" y="340273"/>
                  </a:cubicBezTo>
                  <a:cubicBezTo>
                    <a:pt x="636381" y="340273"/>
                    <a:pt x="751729" y="353322"/>
                    <a:pt x="873839" y="367229"/>
                  </a:cubicBezTo>
                  <a:cubicBezTo>
                    <a:pt x="1000046" y="381516"/>
                    <a:pt x="1131014" y="396280"/>
                    <a:pt x="1255315" y="396280"/>
                  </a:cubicBezTo>
                  <a:cubicBezTo>
                    <a:pt x="1317167" y="396740"/>
                    <a:pt x="1378956" y="392281"/>
                    <a:pt x="1440100" y="382945"/>
                  </a:cubicBezTo>
                  <a:cubicBezTo>
                    <a:pt x="1640126" y="350941"/>
                    <a:pt x="1822148" y="283313"/>
                    <a:pt x="1982454" y="223687"/>
                  </a:cubicBezTo>
                  <a:cubicBezTo>
                    <a:pt x="2167811" y="154726"/>
                    <a:pt x="2327831" y="95195"/>
                    <a:pt x="2483183" y="95195"/>
                  </a:cubicBezTo>
                  <a:cubicBezTo>
                    <a:pt x="2592816" y="95195"/>
                    <a:pt x="2689399" y="125008"/>
                    <a:pt x="2787126" y="189016"/>
                  </a:cubicBezTo>
                  <a:lnTo>
                    <a:pt x="2808081" y="202732"/>
                  </a:lnTo>
                  <a:cubicBezTo>
                    <a:pt x="3258899" y="498007"/>
                    <a:pt x="3684857" y="776613"/>
                    <a:pt x="3722481" y="1244005"/>
                  </a:cubicBezTo>
                  <a:cubicBezTo>
                    <a:pt x="3734959" y="1398310"/>
                    <a:pt x="3653615" y="1543566"/>
                    <a:pt x="3551031" y="1727589"/>
                  </a:cubicBezTo>
                  <a:cubicBezTo>
                    <a:pt x="3438636" y="1928376"/>
                    <a:pt x="3298904" y="2178217"/>
                    <a:pt x="3251660" y="2518831"/>
                  </a:cubicBezTo>
                  <a:cubicBezTo>
                    <a:pt x="3247755" y="2547406"/>
                    <a:pt x="3244040" y="2573600"/>
                    <a:pt x="3160887" y="2573600"/>
                  </a:cubicBezTo>
                  <a:cubicBezTo>
                    <a:pt x="3079924" y="2573600"/>
                    <a:pt x="2968863" y="2545977"/>
                    <a:pt x="2851324" y="2516450"/>
                  </a:cubicBezTo>
                  <a:cubicBezTo>
                    <a:pt x="2715593" y="2482731"/>
                    <a:pt x="2575099" y="2447870"/>
                    <a:pt x="2451751" y="2447870"/>
                  </a:cubicBezTo>
                  <a:cubicBezTo>
                    <a:pt x="2381933" y="2447870"/>
                    <a:pt x="2323735" y="2458823"/>
                    <a:pt x="2273729" y="2481398"/>
                  </a:cubicBezTo>
                  <a:cubicBezTo>
                    <a:pt x="2101802" y="2559026"/>
                    <a:pt x="1953212" y="2667326"/>
                    <a:pt x="1809480" y="2772005"/>
                  </a:cubicBezTo>
                  <a:cubicBezTo>
                    <a:pt x="1604788" y="2921453"/>
                    <a:pt x="1428194" y="3050136"/>
                    <a:pt x="1241981" y="3050136"/>
                  </a:cubicBezTo>
                  <a:close/>
                  <a:moveTo>
                    <a:pt x="530368" y="349988"/>
                  </a:moveTo>
                  <a:cubicBezTo>
                    <a:pt x="344059" y="349988"/>
                    <a:pt x="233092" y="392660"/>
                    <a:pt x="170418" y="488291"/>
                  </a:cubicBezTo>
                  <a:cubicBezTo>
                    <a:pt x="873" y="747276"/>
                    <a:pt x="175371" y="990354"/>
                    <a:pt x="474075" y="1365639"/>
                  </a:cubicBezTo>
                  <a:cubicBezTo>
                    <a:pt x="605901" y="1531183"/>
                    <a:pt x="742204" y="1702443"/>
                    <a:pt x="839168" y="1889514"/>
                  </a:cubicBezTo>
                  <a:cubicBezTo>
                    <a:pt x="938323" y="2080681"/>
                    <a:pt x="914797" y="2300042"/>
                    <a:pt x="894127" y="2493590"/>
                  </a:cubicBezTo>
                  <a:cubicBezTo>
                    <a:pt x="869077" y="2727524"/>
                    <a:pt x="859742" y="2874590"/>
                    <a:pt x="977852" y="2952123"/>
                  </a:cubicBezTo>
                  <a:cubicBezTo>
                    <a:pt x="1068721" y="3011654"/>
                    <a:pt x="1155113" y="3040611"/>
                    <a:pt x="1241695" y="3040611"/>
                  </a:cubicBezTo>
                  <a:lnTo>
                    <a:pt x="1241695" y="3040611"/>
                  </a:lnTo>
                  <a:cubicBezTo>
                    <a:pt x="1425051" y="3040611"/>
                    <a:pt x="1600406" y="2912785"/>
                    <a:pt x="1803670" y="2764386"/>
                  </a:cubicBezTo>
                  <a:cubicBezTo>
                    <a:pt x="1947783" y="2659611"/>
                    <a:pt x="2096754" y="2550835"/>
                    <a:pt x="2269633" y="2472825"/>
                  </a:cubicBezTo>
                  <a:cubicBezTo>
                    <a:pt x="2320877" y="2449679"/>
                    <a:pt x="2380313" y="2438440"/>
                    <a:pt x="2451560" y="2438440"/>
                  </a:cubicBezTo>
                  <a:cubicBezTo>
                    <a:pt x="2576433" y="2438440"/>
                    <a:pt x="2717117" y="2473397"/>
                    <a:pt x="2853230" y="2507210"/>
                  </a:cubicBezTo>
                  <a:cubicBezTo>
                    <a:pt x="2970387" y="2536357"/>
                    <a:pt x="3080972" y="2563884"/>
                    <a:pt x="3160697" y="2563884"/>
                  </a:cubicBezTo>
                  <a:cubicBezTo>
                    <a:pt x="3235563" y="2563884"/>
                    <a:pt x="3238421" y="2543310"/>
                    <a:pt x="3242040" y="2517307"/>
                  </a:cubicBezTo>
                  <a:cubicBezTo>
                    <a:pt x="3289665" y="2174978"/>
                    <a:pt x="3429778" y="1924280"/>
                    <a:pt x="3542458" y="1722731"/>
                  </a:cubicBezTo>
                  <a:cubicBezTo>
                    <a:pt x="3644662" y="1540137"/>
                    <a:pt x="3725339" y="1395929"/>
                    <a:pt x="3713147" y="1244576"/>
                  </a:cubicBezTo>
                  <a:cubicBezTo>
                    <a:pt x="3675808" y="781852"/>
                    <a:pt x="3251851" y="504293"/>
                    <a:pt x="2802938" y="210447"/>
                  </a:cubicBezTo>
                  <a:lnTo>
                    <a:pt x="2781983" y="196731"/>
                  </a:lnTo>
                  <a:cubicBezTo>
                    <a:pt x="2685971" y="133866"/>
                    <a:pt x="2591006" y="104529"/>
                    <a:pt x="2483279" y="104529"/>
                  </a:cubicBezTo>
                  <a:cubicBezTo>
                    <a:pt x="2329640" y="104529"/>
                    <a:pt x="2170382" y="163775"/>
                    <a:pt x="1985883" y="232450"/>
                  </a:cubicBezTo>
                  <a:cubicBezTo>
                    <a:pt x="1825196" y="292172"/>
                    <a:pt x="1642983" y="359989"/>
                    <a:pt x="1441625" y="392184"/>
                  </a:cubicBezTo>
                  <a:cubicBezTo>
                    <a:pt x="1380009" y="401607"/>
                    <a:pt x="1317741" y="406098"/>
                    <a:pt x="1255411" y="405614"/>
                  </a:cubicBezTo>
                  <a:cubicBezTo>
                    <a:pt x="1130157" y="405614"/>
                    <a:pt x="999379" y="390851"/>
                    <a:pt x="872887" y="376468"/>
                  </a:cubicBezTo>
                  <a:cubicBezTo>
                    <a:pt x="750871" y="363038"/>
                    <a:pt x="635809" y="349988"/>
                    <a:pt x="530368" y="349988"/>
                  </a:cubicBezTo>
                  <a:close/>
                  <a:moveTo>
                    <a:pt x="1251506" y="2668564"/>
                  </a:moveTo>
                  <a:lnTo>
                    <a:pt x="1251506" y="2662182"/>
                  </a:lnTo>
                  <a:cubicBezTo>
                    <a:pt x="1254458" y="2616462"/>
                    <a:pt x="1260268" y="2562551"/>
                    <a:pt x="1263317" y="2533595"/>
                  </a:cubicBezTo>
                  <a:cubicBezTo>
                    <a:pt x="1287034" y="2311948"/>
                    <a:pt x="1319514" y="2008957"/>
                    <a:pt x="1168924" y="1718540"/>
                  </a:cubicBezTo>
                  <a:cubicBezTo>
                    <a:pt x="1055195" y="1499465"/>
                    <a:pt x="900795" y="1305346"/>
                    <a:pt x="764588" y="1134277"/>
                  </a:cubicBezTo>
                  <a:cubicBezTo>
                    <a:pt x="677434" y="1024835"/>
                    <a:pt x="587708" y="910344"/>
                    <a:pt x="531606" y="818904"/>
                  </a:cubicBezTo>
                  <a:cubicBezTo>
                    <a:pt x="513459" y="790353"/>
                    <a:pt x="497720" y="760341"/>
                    <a:pt x="484552" y="729178"/>
                  </a:cubicBezTo>
                  <a:lnTo>
                    <a:pt x="482171" y="723082"/>
                  </a:lnTo>
                  <a:lnTo>
                    <a:pt x="488743" y="723082"/>
                  </a:lnTo>
                  <a:cubicBezTo>
                    <a:pt x="501316" y="722321"/>
                    <a:pt x="515318" y="721939"/>
                    <a:pt x="530272" y="721939"/>
                  </a:cubicBezTo>
                  <a:cubicBezTo>
                    <a:pt x="614759" y="721939"/>
                    <a:pt x="719725" y="733846"/>
                    <a:pt x="830786" y="746419"/>
                  </a:cubicBezTo>
                  <a:cubicBezTo>
                    <a:pt x="961184" y="761182"/>
                    <a:pt x="1109011" y="777947"/>
                    <a:pt x="1255220" y="777947"/>
                  </a:cubicBezTo>
                  <a:cubicBezTo>
                    <a:pt x="1337233" y="778453"/>
                    <a:pt x="1419155" y="772401"/>
                    <a:pt x="1500203" y="759849"/>
                  </a:cubicBezTo>
                  <a:cubicBezTo>
                    <a:pt x="1737852" y="721749"/>
                    <a:pt x="1947116" y="644025"/>
                    <a:pt x="2115137" y="581446"/>
                  </a:cubicBezTo>
                  <a:cubicBezTo>
                    <a:pt x="2266013" y="525344"/>
                    <a:pt x="2396315" y="476671"/>
                    <a:pt x="2483088" y="476671"/>
                  </a:cubicBezTo>
                  <a:cubicBezTo>
                    <a:pt x="2513663" y="476671"/>
                    <a:pt x="2537857" y="481719"/>
                    <a:pt x="2578338" y="508198"/>
                  </a:cubicBezTo>
                  <a:lnTo>
                    <a:pt x="2599198" y="521914"/>
                  </a:lnTo>
                  <a:cubicBezTo>
                    <a:pt x="3047635" y="815475"/>
                    <a:pt x="3321479" y="1012643"/>
                    <a:pt x="3342624" y="1275152"/>
                  </a:cubicBezTo>
                  <a:cubicBezTo>
                    <a:pt x="3345577" y="1310870"/>
                    <a:pt x="3282712" y="1426599"/>
                    <a:pt x="3218132" y="1541852"/>
                  </a:cubicBezTo>
                  <a:cubicBezTo>
                    <a:pt x="3130502" y="1698443"/>
                    <a:pt x="3021536" y="1893229"/>
                    <a:pt x="2945336" y="2143260"/>
                  </a:cubicBezTo>
                  <a:lnTo>
                    <a:pt x="2944003" y="2147546"/>
                  </a:lnTo>
                  <a:lnTo>
                    <a:pt x="2939621" y="2146499"/>
                  </a:lnTo>
                  <a:cubicBezTo>
                    <a:pt x="2790650" y="2109446"/>
                    <a:pt x="2621772" y="2067441"/>
                    <a:pt x="2451370" y="2067441"/>
                  </a:cubicBezTo>
                  <a:cubicBezTo>
                    <a:pt x="2326307" y="2067441"/>
                    <a:pt x="2216864" y="2089444"/>
                    <a:pt x="2116566" y="2134688"/>
                  </a:cubicBezTo>
                  <a:cubicBezTo>
                    <a:pt x="1908826" y="2228509"/>
                    <a:pt x="1736614" y="2353763"/>
                    <a:pt x="1584785" y="2464633"/>
                  </a:cubicBezTo>
                  <a:cubicBezTo>
                    <a:pt x="1482582" y="2539119"/>
                    <a:pt x="1328277" y="2651609"/>
                    <a:pt x="1257316" y="2667230"/>
                  </a:cubicBezTo>
                  <a:close/>
                  <a:moveTo>
                    <a:pt x="496078" y="731750"/>
                  </a:moveTo>
                  <a:cubicBezTo>
                    <a:pt x="508620" y="760183"/>
                    <a:pt x="523233" y="787657"/>
                    <a:pt x="539797" y="813951"/>
                  </a:cubicBezTo>
                  <a:cubicBezTo>
                    <a:pt x="595614" y="904820"/>
                    <a:pt x="685149" y="1019120"/>
                    <a:pt x="772112" y="1128276"/>
                  </a:cubicBezTo>
                  <a:cubicBezTo>
                    <a:pt x="908605" y="1299726"/>
                    <a:pt x="1063387" y="1494131"/>
                    <a:pt x="1177401" y="1714159"/>
                  </a:cubicBezTo>
                  <a:cubicBezTo>
                    <a:pt x="1329801" y="2007148"/>
                    <a:pt x="1296749" y="2311757"/>
                    <a:pt x="1272651" y="2534166"/>
                  </a:cubicBezTo>
                  <a:cubicBezTo>
                    <a:pt x="1269698" y="2562170"/>
                    <a:pt x="1264269" y="2612271"/>
                    <a:pt x="1261221" y="2656276"/>
                  </a:cubicBezTo>
                  <a:cubicBezTo>
                    <a:pt x="1332944" y="2636179"/>
                    <a:pt x="1480296" y="2528642"/>
                    <a:pt x="1578975" y="2456823"/>
                  </a:cubicBezTo>
                  <a:cubicBezTo>
                    <a:pt x="1731375" y="2345857"/>
                    <a:pt x="1903778" y="2220127"/>
                    <a:pt x="2112375" y="2125925"/>
                  </a:cubicBezTo>
                  <a:cubicBezTo>
                    <a:pt x="2213912" y="2080109"/>
                    <a:pt x="2324687" y="2057821"/>
                    <a:pt x="2451084" y="2057821"/>
                  </a:cubicBezTo>
                  <a:cubicBezTo>
                    <a:pt x="2620915" y="2057821"/>
                    <a:pt x="2788745" y="2099159"/>
                    <a:pt x="2936859" y="2136021"/>
                  </a:cubicBezTo>
                  <a:cubicBezTo>
                    <a:pt x="3013059" y="1887133"/>
                    <a:pt x="3121834" y="1693204"/>
                    <a:pt x="3209083" y="1537089"/>
                  </a:cubicBezTo>
                  <a:cubicBezTo>
                    <a:pt x="3253280" y="1458222"/>
                    <a:pt x="3335385" y="1311442"/>
                    <a:pt x="3332908" y="1275628"/>
                  </a:cubicBezTo>
                  <a:cubicBezTo>
                    <a:pt x="3312049" y="1017500"/>
                    <a:pt x="3039729" y="821571"/>
                    <a:pt x="2593769" y="529630"/>
                  </a:cubicBezTo>
                  <a:lnTo>
                    <a:pt x="2572814" y="515914"/>
                  </a:lnTo>
                  <a:cubicBezTo>
                    <a:pt x="2534714" y="490672"/>
                    <a:pt x="2511473" y="485910"/>
                    <a:pt x="2482802" y="485910"/>
                  </a:cubicBezTo>
                  <a:cubicBezTo>
                    <a:pt x="2397744" y="485910"/>
                    <a:pt x="2268204" y="534106"/>
                    <a:pt x="2118281" y="589923"/>
                  </a:cubicBezTo>
                  <a:cubicBezTo>
                    <a:pt x="1949688" y="652597"/>
                    <a:pt x="1740043" y="730607"/>
                    <a:pt x="1501346" y="768803"/>
                  </a:cubicBezTo>
                  <a:cubicBezTo>
                    <a:pt x="1419826" y="781434"/>
                    <a:pt x="1337426" y="787517"/>
                    <a:pt x="1254935" y="786995"/>
                  </a:cubicBezTo>
                  <a:cubicBezTo>
                    <a:pt x="1108154" y="786995"/>
                    <a:pt x="959659" y="770231"/>
                    <a:pt x="829453" y="755372"/>
                  </a:cubicBezTo>
                  <a:cubicBezTo>
                    <a:pt x="718582" y="742799"/>
                    <a:pt x="613902" y="730988"/>
                    <a:pt x="529987" y="730988"/>
                  </a:cubicBezTo>
                  <a:cubicBezTo>
                    <a:pt x="518080" y="730988"/>
                    <a:pt x="506650" y="731274"/>
                    <a:pt x="496078" y="731750"/>
                  </a:cubicBezTo>
                  <a:close/>
                  <a:moveTo>
                    <a:pt x="1643269" y="1960475"/>
                  </a:moveTo>
                  <a:lnTo>
                    <a:pt x="1642126" y="1953427"/>
                  </a:lnTo>
                  <a:cubicBezTo>
                    <a:pt x="1618953" y="1810515"/>
                    <a:pt x="1573438" y="1672139"/>
                    <a:pt x="1507252" y="1543376"/>
                  </a:cubicBezTo>
                  <a:cubicBezTo>
                    <a:pt x="1437754" y="1411882"/>
                    <a:pt x="1358473" y="1285798"/>
                    <a:pt x="1270079" y="1166186"/>
                  </a:cubicBezTo>
                  <a:lnTo>
                    <a:pt x="1264650" y="1158661"/>
                  </a:lnTo>
                  <a:lnTo>
                    <a:pt x="1274175" y="1158661"/>
                  </a:lnTo>
                  <a:cubicBezTo>
                    <a:pt x="1370151" y="1158383"/>
                    <a:pt x="1465966" y="1150773"/>
                    <a:pt x="1560782" y="1135896"/>
                  </a:cubicBezTo>
                  <a:cubicBezTo>
                    <a:pt x="1835769" y="1091890"/>
                    <a:pt x="2074275" y="1003118"/>
                    <a:pt x="2248392" y="938347"/>
                  </a:cubicBezTo>
                  <a:cubicBezTo>
                    <a:pt x="2307923" y="916249"/>
                    <a:pt x="2381742" y="888722"/>
                    <a:pt x="2435463" y="871672"/>
                  </a:cubicBezTo>
                  <a:lnTo>
                    <a:pt x="2437654" y="871006"/>
                  </a:lnTo>
                  <a:lnTo>
                    <a:pt x="2439559" y="872244"/>
                  </a:lnTo>
                  <a:cubicBezTo>
                    <a:pt x="2629297" y="997117"/>
                    <a:pt x="2775220" y="1098558"/>
                    <a:pt x="2870851" y="1187712"/>
                  </a:cubicBezTo>
                  <a:cubicBezTo>
                    <a:pt x="2894582" y="1209335"/>
                    <a:pt x="2916559" y="1232809"/>
                    <a:pt x="2936573" y="1257911"/>
                  </a:cubicBezTo>
                  <a:lnTo>
                    <a:pt x="2938383" y="1260388"/>
                  </a:lnTo>
                  <a:lnTo>
                    <a:pt x="2936954" y="1263055"/>
                  </a:lnTo>
                  <a:cubicBezTo>
                    <a:pt x="2917904" y="1299059"/>
                    <a:pt x="2897140" y="1335921"/>
                    <a:pt x="2885996" y="1355733"/>
                  </a:cubicBezTo>
                  <a:cubicBezTo>
                    <a:pt x="2833513" y="1449649"/>
                    <a:pt x="2768076" y="1566426"/>
                    <a:pt x="2705973" y="1703491"/>
                  </a:cubicBezTo>
                  <a:lnTo>
                    <a:pt x="2704449" y="1706729"/>
                  </a:lnTo>
                  <a:lnTo>
                    <a:pt x="2700925" y="1706158"/>
                  </a:lnTo>
                  <a:cubicBezTo>
                    <a:pt x="2618450" y="1693310"/>
                    <a:pt x="2535125" y="1686688"/>
                    <a:pt x="2451656" y="1686346"/>
                  </a:cubicBezTo>
                  <a:cubicBezTo>
                    <a:pt x="2271442" y="1686346"/>
                    <a:pt x="2110661" y="1719398"/>
                    <a:pt x="1960070" y="1787406"/>
                  </a:cubicBezTo>
                  <a:cubicBezTo>
                    <a:pt x="1852680" y="1836315"/>
                    <a:pt x="1748913" y="1892814"/>
                    <a:pt x="1649555" y="1956475"/>
                  </a:cubicBezTo>
                  <a:close/>
                  <a:moveTo>
                    <a:pt x="1283224" y="1167995"/>
                  </a:moveTo>
                  <a:cubicBezTo>
                    <a:pt x="1369791" y="1285891"/>
                    <a:pt x="1447475" y="1410058"/>
                    <a:pt x="1515634" y="1539470"/>
                  </a:cubicBezTo>
                  <a:cubicBezTo>
                    <a:pt x="1581198" y="1666965"/>
                    <a:pt x="1626630" y="1803841"/>
                    <a:pt x="1650317" y="1945235"/>
                  </a:cubicBezTo>
                  <a:cubicBezTo>
                    <a:pt x="1748340" y="1882669"/>
                    <a:pt x="1850600" y="1827003"/>
                    <a:pt x="1956356" y="1778643"/>
                  </a:cubicBezTo>
                  <a:cubicBezTo>
                    <a:pt x="2108184" y="1710158"/>
                    <a:pt x="2270681" y="1676821"/>
                    <a:pt x="2451656" y="1676821"/>
                  </a:cubicBezTo>
                  <a:cubicBezTo>
                    <a:pt x="2534373" y="1677041"/>
                    <a:pt x="2616960" y="1683408"/>
                    <a:pt x="2698734" y="1695871"/>
                  </a:cubicBezTo>
                  <a:cubicBezTo>
                    <a:pt x="2760551" y="1559949"/>
                    <a:pt x="2825416" y="1444030"/>
                    <a:pt x="2877614" y="1350685"/>
                  </a:cubicBezTo>
                  <a:cubicBezTo>
                    <a:pt x="2888377" y="1331635"/>
                    <a:pt x="2908284" y="1295916"/>
                    <a:pt x="2927048" y="1260959"/>
                  </a:cubicBezTo>
                  <a:cubicBezTo>
                    <a:pt x="2907789" y="1237224"/>
                    <a:pt x="2886810" y="1214939"/>
                    <a:pt x="2864279" y="1194284"/>
                  </a:cubicBezTo>
                  <a:cubicBezTo>
                    <a:pt x="2769505" y="1105892"/>
                    <a:pt x="2624534" y="1005118"/>
                    <a:pt x="2435654" y="881102"/>
                  </a:cubicBezTo>
                  <a:cubicBezTo>
                    <a:pt x="2382409" y="897771"/>
                    <a:pt x="2309828" y="924822"/>
                    <a:pt x="2251345" y="946539"/>
                  </a:cubicBezTo>
                  <a:cubicBezTo>
                    <a:pt x="2076752" y="1011595"/>
                    <a:pt x="1837674" y="1100463"/>
                    <a:pt x="1561735" y="1144659"/>
                  </a:cubicBezTo>
                  <a:cubicBezTo>
                    <a:pt x="1469598" y="1159254"/>
                    <a:pt x="1376506" y="1166991"/>
                    <a:pt x="1283224" y="1167805"/>
                  </a:cubicBezTo>
                  <a:close/>
                  <a:moveTo>
                    <a:pt x="1241981" y="2859636"/>
                  </a:moveTo>
                  <a:lnTo>
                    <a:pt x="1241981" y="2859636"/>
                  </a:lnTo>
                  <a:cubicBezTo>
                    <a:pt x="1191689" y="2859636"/>
                    <a:pt x="1137777" y="2840586"/>
                    <a:pt x="1077293" y="2800676"/>
                  </a:cubicBezTo>
                  <a:cubicBezTo>
                    <a:pt x="1051100" y="2783531"/>
                    <a:pt x="1057196" y="2673231"/>
                    <a:pt x="1074340" y="2512925"/>
                  </a:cubicBezTo>
                  <a:cubicBezTo>
                    <a:pt x="1096629" y="2304804"/>
                    <a:pt x="1124347" y="2045724"/>
                    <a:pt x="1000141" y="1806265"/>
                  </a:cubicBezTo>
                  <a:cubicBezTo>
                    <a:pt x="895366" y="1603478"/>
                    <a:pt x="753157" y="1425265"/>
                    <a:pt x="615902" y="1252958"/>
                  </a:cubicBezTo>
                  <a:cubicBezTo>
                    <a:pt x="290433" y="844050"/>
                    <a:pt x="235569" y="719558"/>
                    <a:pt x="322056" y="587447"/>
                  </a:cubicBezTo>
                  <a:cubicBezTo>
                    <a:pt x="331581" y="573540"/>
                    <a:pt x="359108" y="530963"/>
                    <a:pt x="530653" y="530963"/>
                  </a:cubicBezTo>
                  <a:cubicBezTo>
                    <a:pt x="625904" y="530963"/>
                    <a:pt x="736013" y="543441"/>
                    <a:pt x="852598" y="556681"/>
                  </a:cubicBezTo>
                  <a:cubicBezTo>
                    <a:pt x="984139" y="571540"/>
                    <a:pt x="1120156" y="586970"/>
                    <a:pt x="1255601" y="586970"/>
                  </a:cubicBezTo>
                  <a:cubicBezTo>
                    <a:pt x="1327565" y="587459"/>
                    <a:pt x="1399453" y="582204"/>
                    <a:pt x="1470581" y="571254"/>
                  </a:cubicBezTo>
                  <a:cubicBezTo>
                    <a:pt x="1689656" y="536202"/>
                    <a:pt x="1880727" y="465146"/>
                    <a:pt x="2049224" y="402376"/>
                  </a:cubicBezTo>
                  <a:cubicBezTo>
                    <a:pt x="2217722" y="339606"/>
                    <a:pt x="2362502" y="285885"/>
                    <a:pt x="2483564" y="285885"/>
                  </a:cubicBezTo>
                  <a:cubicBezTo>
                    <a:pt x="2556431" y="285885"/>
                    <a:pt x="2616057" y="304935"/>
                    <a:pt x="2683113" y="348560"/>
                  </a:cubicBezTo>
                  <a:lnTo>
                    <a:pt x="2704068" y="362276"/>
                  </a:lnTo>
                  <a:cubicBezTo>
                    <a:pt x="3132693" y="642882"/>
                    <a:pt x="3502834" y="885103"/>
                    <a:pt x="3532743" y="1259531"/>
                  </a:cubicBezTo>
                  <a:cubicBezTo>
                    <a:pt x="3540554" y="1356019"/>
                    <a:pt x="3471688" y="1478606"/>
                    <a:pt x="3384534" y="1634720"/>
                  </a:cubicBezTo>
                  <a:cubicBezTo>
                    <a:pt x="3285283" y="1812266"/>
                    <a:pt x="3149362" y="2055249"/>
                    <a:pt x="3084020" y="2369955"/>
                  </a:cubicBezTo>
                  <a:lnTo>
                    <a:pt x="3083068" y="2374527"/>
                  </a:lnTo>
                  <a:lnTo>
                    <a:pt x="3078496" y="2373670"/>
                  </a:lnTo>
                  <a:cubicBezTo>
                    <a:pt x="3024965" y="2364145"/>
                    <a:pt x="2960100" y="2347667"/>
                    <a:pt x="2897521" y="2332141"/>
                  </a:cubicBezTo>
                  <a:cubicBezTo>
                    <a:pt x="2750550" y="2295565"/>
                    <a:pt x="2598912" y="2257846"/>
                    <a:pt x="2451846" y="2257846"/>
                  </a:cubicBezTo>
                  <a:cubicBezTo>
                    <a:pt x="2354405" y="2257846"/>
                    <a:pt x="2270871" y="2274324"/>
                    <a:pt x="2195433" y="2308233"/>
                  </a:cubicBezTo>
                  <a:cubicBezTo>
                    <a:pt x="2005505" y="2393958"/>
                    <a:pt x="1848914" y="2508258"/>
                    <a:pt x="1697466" y="2618462"/>
                  </a:cubicBezTo>
                  <a:cubicBezTo>
                    <a:pt x="1519539" y="2747907"/>
                    <a:pt x="1365806" y="2859636"/>
                    <a:pt x="1241981" y="2859636"/>
                  </a:cubicBezTo>
                  <a:close/>
                  <a:moveTo>
                    <a:pt x="530368" y="540488"/>
                  </a:moveTo>
                  <a:cubicBezTo>
                    <a:pt x="363966" y="540488"/>
                    <a:pt x="338248" y="579731"/>
                    <a:pt x="329771" y="592685"/>
                  </a:cubicBezTo>
                  <a:cubicBezTo>
                    <a:pt x="246237" y="720225"/>
                    <a:pt x="301196" y="842526"/>
                    <a:pt x="623046" y="1246957"/>
                  </a:cubicBezTo>
                  <a:cubicBezTo>
                    <a:pt x="760587" y="1419741"/>
                    <a:pt x="902795" y="1598335"/>
                    <a:pt x="1008332" y="1801789"/>
                  </a:cubicBezTo>
                  <a:cubicBezTo>
                    <a:pt x="1133872" y="2043914"/>
                    <a:pt x="1105964" y="2304518"/>
                    <a:pt x="1083485" y="2513878"/>
                  </a:cubicBezTo>
                  <a:cubicBezTo>
                    <a:pt x="1075864" y="2585411"/>
                    <a:pt x="1055576" y="2775244"/>
                    <a:pt x="1082151" y="2792675"/>
                  </a:cubicBezTo>
                  <a:cubicBezTo>
                    <a:pt x="1141111" y="2831346"/>
                    <a:pt x="1193308" y="2849825"/>
                    <a:pt x="1241695" y="2849825"/>
                  </a:cubicBezTo>
                  <a:lnTo>
                    <a:pt x="1241695" y="2849825"/>
                  </a:lnTo>
                  <a:cubicBezTo>
                    <a:pt x="1363043" y="2849825"/>
                    <a:pt x="1515253" y="2738953"/>
                    <a:pt x="1691465" y="2610557"/>
                  </a:cubicBezTo>
                  <a:cubicBezTo>
                    <a:pt x="1843294" y="2499876"/>
                    <a:pt x="2000361" y="2385386"/>
                    <a:pt x="2191147" y="2299280"/>
                  </a:cubicBezTo>
                  <a:cubicBezTo>
                    <a:pt x="2267347" y="2264799"/>
                    <a:pt x="2353072" y="2248035"/>
                    <a:pt x="2451465" y="2248035"/>
                  </a:cubicBezTo>
                  <a:cubicBezTo>
                    <a:pt x="2599674" y="2248035"/>
                    <a:pt x="2751979" y="2286135"/>
                    <a:pt x="2899140" y="2322521"/>
                  </a:cubicBezTo>
                  <a:cubicBezTo>
                    <a:pt x="2960195" y="2337665"/>
                    <a:pt x="3022965" y="2353287"/>
                    <a:pt x="3075448" y="2363192"/>
                  </a:cubicBezTo>
                  <a:cubicBezTo>
                    <a:pt x="3141456" y="2048867"/>
                    <a:pt x="3276902" y="1807028"/>
                    <a:pt x="3376057" y="1629767"/>
                  </a:cubicBezTo>
                  <a:cubicBezTo>
                    <a:pt x="3462353" y="1475367"/>
                    <a:pt x="3530552" y="1353542"/>
                    <a:pt x="3523028" y="1259912"/>
                  </a:cubicBezTo>
                  <a:cubicBezTo>
                    <a:pt x="3493214" y="890151"/>
                    <a:pt x="3124883" y="649073"/>
                    <a:pt x="2698448" y="369896"/>
                  </a:cubicBezTo>
                  <a:lnTo>
                    <a:pt x="2677493" y="356180"/>
                  </a:lnTo>
                  <a:cubicBezTo>
                    <a:pt x="2612057" y="313317"/>
                    <a:pt x="2553668" y="295029"/>
                    <a:pt x="2483088" y="295029"/>
                  </a:cubicBezTo>
                  <a:cubicBezTo>
                    <a:pt x="2363740" y="295029"/>
                    <a:pt x="2219341" y="348750"/>
                    <a:pt x="2052082" y="410948"/>
                  </a:cubicBezTo>
                  <a:cubicBezTo>
                    <a:pt x="1883108" y="473813"/>
                    <a:pt x="1691560" y="545060"/>
                    <a:pt x="1471533" y="580303"/>
                  </a:cubicBezTo>
                  <a:cubicBezTo>
                    <a:pt x="1399965" y="591330"/>
                    <a:pt x="1327631" y="596617"/>
                    <a:pt x="1255220" y="596114"/>
                  </a:cubicBezTo>
                  <a:cubicBezTo>
                    <a:pt x="1119203" y="596114"/>
                    <a:pt x="982996" y="580684"/>
                    <a:pt x="851170" y="565730"/>
                  </a:cubicBezTo>
                  <a:cubicBezTo>
                    <a:pt x="734869" y="552966"/>
                    <a:pt x="625046" y="540488"/>
                    <a:pt x="530368" y="540488"/>
                  </a:cubicBezTo>
                  <a:close/>
                  <a:moveTo>
                    <a:pt x="1472771" y="2310519"/>
                  </a:moveTo>
                  <a:lnTo>
                    <a:pt x="1472771" y="2300994"/>
                  </a:lnTo>
                  <a:cubicBezTo>
                    <a:pt x="1481534" y="2042200"/>
                    <a:pt x="1437338" y="1823030"/>
                    <a:pt x="1337802" y="1631101"/>
                  </a:cubicBezTo>
                  <a:cubicBezTo>
                    <a:pt x="1215596" y="1395452"/>
                    <a:pt x="1055100" y="1193808"/>
                    <a:pt x="913463" y="1015881"/>
                  </a:cubicBezTo>
                  <a:cubicBezTo>
                    <a:pt x="894413" y="992323"/>
                    <a:pt x="876951" y="970098"/>
                    <a:pt x="861076" y="949206"/>
                  </a:cubicBezTo>
                  <a:lnTo>
                    <a:pt x="854122" y="940348"/>
                  </a:lnTo>
                  <a:lnTo>
                    <a:pt x="865362" y="941586"/>
                  </a:lnTo>
                  <a:cubicBezTo>
                    <a:pt x="994669" y="957527"/>
                    <a:pt x="1124755" y="966335"/>
                    <a:pt x="1255030" y="967970"/>
                  </a:cubicBezTo>
                  <a:cubicBezTo>
                    <a:pt x="1347123" y="968492"/>
                    <a:pt x="1439111" y="961643"/>
                    <a:pt x="1530112" y="947491"/>
                  </a:cubicBezTo>
                  <a:cubicBezTo>
                    <a:pt x="1786430" y="906439"/>
                    <a:pt x="2005409" y="825000"/>
                    <a:pt x="2181431" y="759563"/>
                  </a:cubicBezTo>
                  <a:cubicBezTo>
                    <a:pt x="2279253" y="723082"/>
                    <a:pt x="2413174" y="673362"/>
                    <a:pt x="2472134" y="667456"/>
                  </a:cubicBezTo>
                  <a:lnTo>
                    <a:pt x="2473849" y="667456"/>
                  </a:lnTo>
                  <a:lnTo>
                    <a:pt x="2494708" y="681077"/>
                  </a:lnTo>
                  <a:cubicBezTo>
                    <a:pt x="2809510" y="887198"/>
                    <a:pt x="3106785" y="1081794"/>
                    <a:pt x="3148219" y="1262102"/>
                  </a:cubicBezTo>
                  <a:lnTo>
                    <a:pt x="3148219" y="1263626"/>
                  </a:lnTo>
                  <a:lnTo>
                    <a:pt x="3147647" y="1265055"/>
                  </a:lnTo>
                  <a:cubicBezTo>
                    <a:pt x="3129836" y="1308108"/>
                    <a:pt x="3084592" y="1388880"/>
                    <a:pt x="3051540" y="1448126"/>
                  </a:cubicBezTo>
                  <a:cubicBezTo>
                    <a:pt x="2986103" y="1565093"/>
                    <a:pt x="2896854" y="1724351"/>
                    <a:pt x="2821607" y="1918280"/>
                  </a:cubicBezTo>
                  <a:lnTo>
                    <a:pt x="2820178" y="1922090"/>
                  </a:lnTo>
                  <a:lnTo>
                    <a:pt x="2816177" y="1921232"/>
                  </a:lnTo>
                  <a:cubicBezTo>
                    <a:pt x="2675588" y="1890848"/>
                    <a:pt x="2559479" y="1876655"/>
                    <a:pt x="2450798" y="1876655"/>
                  </a:cubicBezTo>
                  <a:cubicBezTo>
                    <a:pt x="2298398" y="1876655"/>
                    <a:pt x="2163048" y="1904182"/>
                    <a:pt x="2037604" y="1960761"/>
                  </a:cubicBezTo>
                  <a:cubicBezTo>
                    <a:pt x="1812052" y="2062679"/>
                    <a:pt x="1628029" y="2196791"/>
                    <a:pt x="1480010" y="2304614"/>
                  </a:cubicBezTo>
                  <a:close/>
                  <a:moveTo>
                    <a:pt x="875839" y="952254"/>
                  </a:moveTo>
                  <a:cubicBezTo>
                    <a:pt x="890032" y="970352"/>
                    <a:pt x="905081" y="989497"/>
                    <a:pt x="921179" y="1009404"/>
                  </a:cubicBezTo>
                  <a:cubicBezTo>
                    <a:pt x="1063101" y="1187712"/>
                    <a:pt x="1223978" y="1389737"/>
                    <a:pt x="1346565" y="1626148"/>
                  </a:cubicBezTo>
                  <a:cubicBezTo>
                    <a:pt x="1445625" y="1817219"/>
                    <a:pt x="1490202" y="2034770"/>
                    <a:pt x="1482868" y="2291088"/>
                  </a:cubicBezTo>
                  <a:cubicBezTo>
                    <a:pt x="1629839" y="2184027"/>
                    <a:pt x="1811861" y="2052487"/>
                    <a:pt x="2034365" y="1951998"/>
                  </a:cubicBezTo>
                  <a:cubicBezTo>
                    <a:pt x="2161048" y="1894848"/>
                    <a:pt x="2297446" y="1867035"/>
                    <a:pt x="2451465" y="1867035"/>
                  </a:cubicBezTo>
                  <a:cubicBezTo>
                    <a:pt x="2559859" y="1867035"/>
                    <a:pt x="2675493" y="1881037"/>
                    <a:pt x="2814939" y="1910945"/>
                  </a:cubicBezTo>
                  <a:cubicBezTo>
                    <a:pt x="2889996" y="1718445"/>
                    <a:pt x="2978769" y="1559854"/>
                    <a:pt x="3043539" y="1444220"/>
                  </a:cubicBezTo>
                  <a:cubicBezTo>
                    <a:pt x="3076400" y="1385546"/>
                    <a:pt x="3120882" y="1306013"/>
                    <a:pt x="3138789" y="1263245"/>
                  </a:cubicBezTo>
                  <a:cubicBezTo>
                    <a:pt x="3096974" y="1086842"/>
                    <a:pt x="2801985" y="893675"/>
                    <a:pt x="2489660" y="689269"/>
                  </a:cubicBezTo>
                  <a:lnTo>
                    <a:pt x="2471658" y="677458"/>
                  </a:lnTo>
                  <a:cubicBezTo>
                    <a:pt x="2412984" y="683935"/>
                    <a:pt x="2281158" y="732893"/>
                    <a:pt x="2185051" y="768707"/>
                  </a:cubicBezTo>
                  <a:cubicBezTo>
                    <a:pt x="2008553" y="834335"/>
                    <a:pt x="1789001" y="915964"/>
                    <a:pt x="1531731" y="957207"/>
                  </a:cubicBezTo>
                  <a:cubicBezTo>
                    <a:pt x="1440347" y="971382"/>
                    <a:pt x="1347981" y="978261"/>
                    <a:pt x="1255506" y="977781"/>
                  </a:cubicBezTo>
                  <a:cubicBezTo>
                    <a:pt x="1128579" y="976225"/>
                    <a:pt x="1001832" y="967704"/>
                    <a:pt x="875839" y="952254"/>
                  </a:cubicBezTo>
                  <a:close/>
                  <a:moveTo>
                    <a:pt x="1767284" y="1668915"/>
                  </a:moveTo>
                  <a:lnTo>
                    <a:pt x="1765475" y="1663676"/>
                  </a:lnTo>
                  <a:cubicBezTo>
                    <a:pt x="1740942" y="1592163"/>
                    <a:pt x="1711143" y="1522567"/>
                    <a:pt x="1676321" y="1455460"/>
                  </a:cubicBezTo>
                  <a:cubicBezTo>
                    <a:pt x="1654508" y="1413455"/>
                    <a:pt x="1630696" y="1370497"/>
                    <a:pt x="1605455" y="1327825"/>
                  </a:cubicBezTo>
                  <a:lnTo>
                    <a:pt x="1601930" y="1321824"/>
                  </a:lnTo>
                  <a:lnTo>
                    <a:pt x="1608788" y="1320681"/>
                  </a:lnTo>
                  <a:cubicBezTo>
                    <a:pt x="1894538" y="1273056"/>
                    <a:pt x="2137235" y="1182569"/>
                    <a:pt x="2314496" y="1116656"/>
                  </a:cubicBezTo>
                  <a:cubicBezTo>
                    <a:pt x="2338403" y="1107702"/>
                    <a:pt x="2373170" y="1094748"/>
                    <a:pt x="2408222" y="1082270"/>
                  </a:cubicBezTo>
                  <a:lnTo>
                    <a:pt x="2410508" y="1081413"/>
                  </a:lnTo>
                  <a:lnTo>
                    <a:pt x="2412508" y="1082747"/>
                  </a:lnTo>
                  <a:cubicBezTo>
                    <a:pt x="2511282" y="1148374"/>
                    <a:pt x="2580719" y="1197047"/>
                    <a:pt x="2637679" y="1240385"/>
                  </a:cubicBezTo>
                  <a:cubicBezTo>
                    <a:pt x="2660253" y="1257626"/>
                    <a:pt x="2681208" y="1274294"/>
                    <a:pt x="2699782" y="1290011"/>
                  </a:cubicBezTo>
                  <a:lnTo>
                    <a:pt x="2702830" y="1292582"/>
                  </a:lnTo>
                  <a:lnTo>
                    <a:pt x="2700925" y="1296011"/>
                  </a:lnTo>
                  <a:cubicBezTo>
                    <a:pt x="2668921" y="1353161"/>
                    <a:pt x="2631107" y="1422218"/>
                    <a:pt x="2592721" y="1498798"/>
                  </a:cubicBezTo>
                  <a:lnTo>
                    <a:pt x="2591292" y="1501656"/>
                  </a:lnTo>
                  <a:lnTo>
                    <a:pt x="2588149" y="1501656"/>
                  </a:lnTo>
                  <a:cubicBezTo>
                    <a:pt x="2541476" y="1497941"/>
                    <a:pt x="2496709" y="1496132"/>
                    <a:pt x="2451465" y="1496132"/>
                  </a:cubicBezTo>
                  <a:cubicBezTo>
                    <a:pt x="2243725" y="1496132"/>
                    <a:pt x="2057225" y="1534708"/>
                    <a:pt x="1881584" y="1614051"/>
                  </a:cubicBezTo>
                  <a:cubicBezTo>
                    <a:pt x="1845104" y="1630434"/>
                    <a:pt x="1808337" y="1648151"/>
                    <a:pt x="1772142" y="1666724"/>
                  </a:cubicBezTo>
                  <a:close/>
                  <a:moveTo>
                    <a:pt x="1617170" y="1328968"/>
                  </a:moveTo>
                  <a:cubicBezTo>
                    <a:pt x="1641173" y="1369830"/>
                    <a:pt x="1663938" y="1410883"/>
                    <a:pt x="1684798" y="1451078"/>
                  </a:cubicBezTo>
                  <a:cubicBezTo>
                    <a:pt x="1718931" y="1517002"/>
                    <a:pt x="1748311" y="1585279"/>
                    <a:pt x="1772714" y="1655390"/>
                  </a:cubicBezTo>
                  <a:cubicBezTo>
                    <a:pt x="1807385" y="1637768"/>
                    <a:pt x="1842722" y="1620814"/>
                    <a:pt x="1877489" y="1605002"/>
                  </a:cubicBezTo>
                  <a:cubicBezTo>
                    <a:pt x="2054463" y="1525183"/>
                    <a:pt x="2242201" y="1486321"/>
                    <a:pt x="2451370" y="1486321"/>
                  </a:cubicBezTo>
                  <a:cubicBezTo>
                    <a:pt x="2495852" y="1486321"/>
                    <a:pt x="2539762" y="1488035"/>
                    <a:pt x="2585577" y="1491655"/>
                  </a:cubicBezTo>
                  <a:cubicBezTo>
                    <a:pt x="2622724" y="1417550"/>
                    <a:pt x="2659396" y="1350780"/>
                    <a:pt x="2690352" y="1294773"/>
                  </a:cubicBezTo>
                  <a:cubicBezTo>
                    <a:pt x="2672636" y="1279914"/>
                    <a:pt x="2652919" y="1264198"/>
                    <a:pt x="2631583" y="1248005"/>
                  </a:cubicBezTo>
                  <a:cubicBezTo>
                    <a:pt x="2575195" y="1204952"/>
                    <a:pt x="2506424" y="1156851"/>
                    <a:pt x="2408888" y="1091986"/>
                  </a:cubicBezTo>
                  <a:cubicBezTo>
                    <a:pt x="2374694" y="1104273"/>
                    <a:pt x="2340880" y="1116846"/>
                    <a:pt x="2317544" y="1125514"/>
                  </a:cubicBezTo>
                  <a:cubicBezTo>
                    <a:pt x="2141522" y="1191141"/>
                    <a:pt x="1900730" y="1280676"/>
                    <a:pt x="1617170" y="1328968"/>
                  </a:cubicBezTo>
                  <a:close/>
                  <a:moveTo>
                    <a:pt x="1241981" y="3097761"/>
                  </a:moveTo>
                  <a:lnTo>
                    <a:pt x="1241981" y="3097761"/>
                  </a:lnTo>
                  <a:cubicBezTo>
                    <a:pt x="1143873" y="3097761"/>
                    <a:pt x="1047289" y="3065756"/>
                    <a:pt x="946705" y="2999939"/>
                  </a:cubicBezTo>
                  <a:cubicBezTo>
                    <a:pt x="793353" y="2899450"/>
                    <a:pt x="813832" y="2708569"/>
                    <a:pt x="837454" y="2487589"/>
                  </a:cubicBezTo>
                  <a:cubicBezTo>
                    <a:pt x="857361" y="2302042"/>
                    <a:pt x="879840" y="2091730"/>
                    <a:pt x="788686" y="1916089"/>
                  </a:cubicBezTo>
                  <a:cubicBezTo>
                    <a:pt x="694198" y="1734066"/>
                    <a:pt x="560086" y="1564997"/>
                    <a:pt x="429593" y="1401739"/>
                  </a:cubicBezTo>
                  <a:cubicBezTo>
                    <a:pt x="157178" y="1059601"/>
                    <a:pt x="-77994" y="764135"/>
                    <a:pt x="122793" y="457526"/>
                  </a:cubicBezTo>
                  <a:cubicBezTo>
                    <a:pt x="197183" y="343892"/>
                    <a:pt x="322818" y="293314"/>
                    <a:pt x="530558" y="293314"/>
                  </a:cubicBezTo>
                  <a:cubicBezTo>
                    <a:pt x="639238" y="293314"/>
                    <a:pt x="755920" y="306554"/>
                    <a:pt x="879364" y="320556"/>
                  </a:cubicBezTo>
                  <a:cubicBezTo>
                    <a:pt x="1004332" y="334653"/>
                    <a:pt x="1133491" y="349131"/>
                    <a:pt x="1255506" y="349131"/>
                  </a:cubicBezTo>
                  <a:cubicBezTo>
                    <a:pt x="1314746" y="349463"/>
                    <a:pt x="1373920" y="345132"/>
                    <a:pt x="1432481" y="336177"/>
                  </a:cubicBezTo>
                  <a:cubicBezTo>
                    <a:pt x="1628219" y="304840"/>
                    <a:pt x="1799764" y="240927"/>
                    <a:pt x="1965881" y="179205"/>
                  </a:cubicBezTo>
                  <a:cubicBezTo>
                    <a:pt x="2147617" y="111673"/>
                    <a:pt x="2319258" y="47760"/>
                    <a:pt x="2483183" y="47760"/>
                  </a:cubicBezTo>
                  <a:cubicBezTo>
                    <a:pt x="2600912" y="47760"/>
                    <a:pt x="2708926" y="81002"/>
                    <a:pt x="2813224" y="149297"/>
                  </a:cubicBezTo>
                  <a:lnTo>
                    <a:pt x="2834084" y="163013"/>
                  </a:lnTo>
                  <a:cubicBezTo>
                    <a:pt x="3295094" y="464764"/>
                    <a:pt x="3730387" y="749753"/>
                    <a:pt x="3770011" y="1240385"/>
                  </a:cubicBezTo>
                  <a:cubicBezTo>
                    <a:pt x="3783632" y="1409073"/>
                    <a:pt x="3699145" y="1559949"/>
                    <a:pt x="3592274" y="1751021"/>
                  </a:cubicBezTo>
                  <a:cubicBezTo>
                    <a:pt x="3476165" y="1958570"/>
                    <a:pt x="3344624" y="2193838"/>
                    <a:pt x="3298523" y="2525594"/>
                  </a:cubicBezTo>
                  <a:cubicBezTo>
                    <a:pt x="3291665" y="2575314"/>
                    <a:pt x="3269948" y="2621415"/>
                    <a:pt x="3160601" y="2621415"/>
                  </a:cubicBezTo>
                  <a:cubicBezTo>
                    <a:pt x="3073829" y="2621415"/>
                    <a:pt x="2959909" y="2592840"/>
                    <a:pt x="2839323" y="2563122"/>
                  </a:cubicBezTo>
                  <a:cubicBezTo>
                    <a:pt x="2706640" y="2530070"/>
                    <a:pt x="2569384" y="2495971"/>
                    <a:pt x="2451465" y="2495971"/>
                  </a:cubicBezTo>
                  <a:cubicBezTo>
                    <a:pt x="2388505" y="2495971"/>
                    <a:pt x="2336689" y="2505496"/>
                    <a:pt x="2293064" y="2525308"/>
                  </a:cubicBezTo>
                  <a:cubicBezTo>
                    <a:pt x="2125520" y="2600937"/>
                    <a:pt x="1978739" y="2707712"/>
                    <a:pt x="1837198" y="2811058"/>
                  </a:cubicBezTo>
                  <a:cubicBezTo>
                    <a:pt x="1634887" y="2958410"/>
                    <a:pt x="1443720" y="3097761"/>
                    <a:pt x="1241981" y="3097761"/>
                  </a:cubicBezTo>
                  <a:close/>
                  <a:moveTo>
                    <a:pt x="530368" y="302363"/>
                  </a:moveTo>
                  <a:cubicBezTo>
                    <a:pt x="326247" y="302363"/>
                    <a:pt x="202993" y="351703"/>
                    <a:pt x="130318" y="462193"/>
                  </a:cubicBezTo>
                  <a:cubicBezTo>
                    <a:pt x="-66755" y="763088"/>
                    <a:pt x="166417" y="1056077"/>
                    <a:pt x="436546" y="1395643"/>
                  </a:cubicBezTo>
                  <a:cubicBezTo>
                    <a:pt x="566944" y="1559473"/>
                    <a:pt x="701818" y="1729018"/>
                    <a:pt x="796687" y="1911803"/>
                  </a:cubicBezTo>
                  <a:cubicBezTo>
                    <a:pt x="889175" y="2090206"/>
                    <a:pt x="866505" y="2302328"/>
                    <a:pt x="846502" y="2488922"/>
                  </a:cubicBezTo>
                  <a:cubicBezTo>
                    <a:pt x="823166" y="2706854"/>
                    <a:pt x="802973" y="2895068"/>
                    <a:pt x="951277" y="2992319"/>
                  </a:cubicBezTo>
                  <a:cubicBezTo>
                    <a:pt x="1050147" y="3057089"/>
                    <a:pt x="1145016" y="3088616"/>
                    <a:pt x="1241218" y="3088616"/>
                  </a:cubicBezTo>
                  <a:lnTo>
                    <a:pt x="1241218" y="3088616"/>
                  </a:lnTo>
                  <a:cubicBezTo>
                    <a:pt x="1440005" y="3088616"/>
                    <a:pt x="1629934" y="2950218"/>
                    <a:pt x="1831006" y="2803724"/>
                  </a:cubicBezTo>
                  <a:cubicBezTo>
                    <a:pt x="1973120" y="2700092"/>
                    <a:pt x="2120090" y="2593031"/>
                    <a:pt x="2288207" y="2516926"/>
                  </a:cubicBezTo>
                  <a:cubicBezTo>
                    <a:pt x="2333069" y="2496638"/>
                    <a:pt x="2386219" y="2486827"/>
                    <a:pt x="2450132" y="2486827"/>
                  </a:cubicBezTo>
                  <a:cubicBezTo>
                    <a:pt x="2569194" y="2486827"/>
                    <a:pt x="2707307" y="2521117"/>
                    <a:pt x="2840657" y="2554264"/>
                  </a:cubicBezTo>
                  <a:cubicBezTo>
                    <a:pt x="2960672" y="2584077"/>
                    <a:pt x="3074019" y="2612271"/>
                    <a:pt x="3159649" y="2612271"/>
                  </a:cubicBezTo>
                  <a:cubicBezTo>
                    <a:pt x="3256518" y="2612271"/>
                    <a:pt x="3280616" y="2578743"/>
                    <a:pt x="3288141" y="2524641"/>
                  </a:cubicBezTo>
                  <a:cubicBezTo>
                    <a:pt x="3334433" y="2191266"/>
                    <a:pt x="3466449" y="1955046"/>
                    <a:pt x="3583416" y="1746734"/>
                  </a:cubicBezTo>
                  <a:cubicBezTo>
                    <a:pt x="3689524" y="1557091"/>
                    <a:pt x="3773345" y="1407263"/>
                    <a:pt x="3759914" y="1241909"/>
                  </a:cubicBezTo>
                  <a:cubicBezTo>
                    <a:pt x="3720766" y="756134"/>
                    <a:pt x="3287284" y="472194"/>
                    <a:pt x="2828369" y="171776"/>
                  </a:cubicBezTo>
                  <a:lnTo>
                    <a:pt x="2807414" y="158059"/>
                  </a:lnTo>
                  <a:cubicBezTo>
                    <a:pt x="2704735" y="90813"/>
                    <a:pt x="2598436" y="58047"/>
                    <a:pt x="2482612" y="58047"/>
                  </a:cubicBezTo>
                  <a:cubicBezTo>
                    <a:pt x="2320687" y="58047"/>
                    <a:pt x="2149237" y="121674"/>
                    <a:pt x="1968262" y="188921"/>
                  </a:cubicBezTo>
                  <a:cubicBezTo>
                    <a:pt x="1801860" y="250833"/>
                    <a:pt x="1629743" y="314841"/>
                    <a:pt x="1433052" y="346273"/>
                  </a:cubicBezTo>
                  <a:cubicBezTo>
                    <a:pt x="1373927" y="355312"/>
                    <a:pt x="1314173" y="359612"/>
                    <a:pt x="1254363" y="359132"/>
                  </a:cubicBezTo>
                  <a:cubicBezTo>
                    <a:pt x="1131872" y="359132"/>
                    <a:pt x="1002427" y="344464"/>
                    <a:pt x="877173" y="330557"/>
                  </a:cubicBezTo>
                  <a:cubicBezTo>
                    <a:pt x="754872" y="315508"/>
                    <a:pt x="638476" y="302363"/>
                    <a:pt x="530368" y="302363"/>
                  </a:cubicBezTo>
                  <a:close/>
                  <a:moveTo>
                    <a:pt x="1241981" y="2716761"/>
                  </a:moveTo>
                  <a:lnTo>
                    <a:pt x="1241981" y="2716761"/>
                  </a:lnTo>
                  <a:cubicBezTo>
                    <a:pt x="1229228" y="2716204"/>
                    <a:pt x="1216693" y="2713264"/>
                    <a:pt x="1205023" y="2708093"/>
                  </a:cubicBezTo>
                  <a:lnTo>
                    <a:pt x="1202071" y="2706854"/>
                  </a:lnTo>
                  <a:lnTo>
                    <a:pt x="1202071" y="2703521"/>
                  </a:lnTo>
                  <a:cubicBezTo>
                    <a:pt x="1202833" y="2654657"/>
                    <a:pt x="1210643" y="2581505"/>
                    <a:pt x="1216358" y="2528165"/>
                  </a:cubicBezTo>
                  <a:cubicBezTo>
                    <a:pt x="1239409" y="2312900"/>
                    <a:pt x="1271032" y="2018197"/>
                    <a:pt x="1127014" y="1740448"/>
                  </a:cubicBezTo>
                  <a:cubicBezTo>
                    <a:pt x="1015476" y="1525469"/>
                    <a:pt x="862600" y="1333349"/>
                    <a:pt x="727726" y="1163995"/>
                  </a:cubicBezTo>
                  <a:cubicBezTo>
                    <a:pt x="608663" y="1014452"/>
                    <a:pt x="496268" y="873197"/>
                    <a:pt x="448357" y="763945"/>
                  </a:cubicBezTo>
                  <a:cubicBezTo>
                    <a:pt x="430069" y="722225"/>
                    <a:pt x="425593" y="701461"/>
                    <a:pt x="431403" y="684602"/>
                  </a:cubicBezTo>
                  <a:lnTo>
                    <a:pt x="432260" y="682030"/>
                  </a:lnTo>
                  <a:lnTo>
                    <a:pt x="434927" y="681458"/>
                  </a:lnTo>
                  <a:cubicBezTo>
                    <a:pt x="466494" y="675670"/>
                    <a:pt x="498569" y="673117"/>
                    <a:pt x="530653" y="673838"/>
                  </a:cubicBezTo>
                  <a:cubicBezTo>
                    <a:pt x="617712" y="673838"/>
                    <a:pt x="723916" y="685840"/>
                    <a:pt x="836406" y="698603"/>
                  </a:cubicBezTo>
                  <a:cubicBezTo>
                    <a:pt x="965660" y="713272"/>
                    <a:pt x="1112060" y="729845"/>
                    <a:pt x="1255506" y="729845"/>
                  </a:cubicBezTo>
                  <a:cubicBezTo>
                    <a:pt x="1335000" y="730349"/>
                    <a:pt x="1414406" y="724488"/>
                    <a:pt x="1492964" y="712319"/>
                  </a:cubicBezTo>
                  <a:cubicBezTo>
                    <a:pt x="1725946" y="675077"/>
                    <a:pt x="1924066" y="601353"/>
                    <a:pt x="2098849" y="536297"/>
                  </a:cubicBezTo>
                  <a:cubicBezTo>
                    <a:pt x="2247630" y="481052"/>
                    <a:pt x="2388029" y="428760"/>
                    <a:pt x="2483374" y="428760"/>
                  </a:cubicBezTo>
                  <a:cubicBezTo>
                    <a:pt x="2526903" y="428760"/>
                    <a:pt x="2562050" y="440190"/>
                    <a:pt x="2604722" y="468098"/>
                  </a:cubicBezTo>
                  <a:lnTo>
                    <a:pt x="2625677" y="481814"/>
                  </a:lnTo>
                  <a:cubicBezTo>
                    <a:pt x="3086211" y="783281"/>
                    <a:pt x="3367484" y="986639"/>
                    <a:pt x="3390440" y="1271056"/>
                  </a:cubicBezTo>
                  <a:cubicBezTo>
                    <a:pt x="3394726" y="1324205"/>
                    <a:pt x="3326241" y="1446602"/>
                    <a:pt x="3259947" y="1564997"/>
                  </a:cubicBezTo>
                  <a:cubicBezTo>
                    <a:pt x="3162316" y="1739590"/>
                    <a:pt x="3051635" y="1937425"/>
                    <a:pt x="2978102" y="2200124"/>
                  </a:cubicBezTo>
                  <a:lnTo>
                    <a:pt x="2976864" y="2204601"/>
                  </a:lnTo>
                  <a:lnTo>
                    <a:pt x="2972387" y="2203458"/>
                  </a:lnTo>
                  <a:lnTo>
                    <a:pt x="2932573" y="2193933"/>
                  </a:lnTo>
                  <a:lnTo>
                    <a:pt x="2931525" y="2193933"/>
                  </a:lnTo>
                  <a:cubicBezTo>
                    <a:pt x="2783697" y="2157167"/>
                    <a:pt x="2616248" y="2115542"/>
                    <a:pt x="2451656" y="2115542"/>
                  </a:cubicBezTo>
                  <a:cubicBezTo>
                    <a:pt x="2333546" y="2115542"/>
                    <a:pt x="2230485" y="2136116"/>
                    <a:pt x="2136473" y="2178598"/>
                  </a:cubicBezTo>
                  <a:cubicBezTo>
                    <a:pt x="1933019" y="2270419"/>
                    <a:pt x="1762998" y="2394339"/>
                    <a:pt x="1613075" y="2503591"/>
                  </a:cubicBezTo>
                  <a:cubicBezTo>
                    <a:pt x="1489059" y="2593221"/>
                    <a:pt x="1319609" y="2716761"/>
                    <a:pt x="1241981" y="2716761"/>
                  </a:cubicBezTo>
                  <a:close/>
                  <a:moveTo>
                    <a:pt x="1211691" y="2700473"/>
                  </a:moveTo>
                  <a:cubicBezTo>
                    <a:pt x="1221307" y="2704505"/>
                    <a:pt x="1231563" y="2706795"/>
                    <a:pt x="1241981" y="2707236"/>
                  </a:cubicBezTo>
                  <a:cubicBezTo>
                    <a:pt x="1316847" y="2707236"/>
                    <a:pt x="1484773" y="2584744"/>
                    <a:pt x="1607455" y="2495399"/>
                  </a:cubicBezTo>
                  <a:cubicBezTo>
                    <a:pt x="1757855" y="2385767"/>
                    <a:pt x="1928352" y="2261561"/>
                    <a:pt x="2132663" y="2169358"/>
                  </a:cubicBezTo>
                  <a:cubicBezTo>
                    <a:pt x="2227913" y="2126306"/>
                    <a:pt x="2332688" y="2105446"/>
                    <a:pt x="2451751" y="2105446"/>
                  </a:cubicBezTo>
                  <a:cubicBezTo>
                    <a:pt x="2617486" y="2105446"/>
                    <a:pt x="2785126" y="2147261"/>
                    <a:pt x="2933906" y="2184122"/>
                  </a:cubicBezTo>
                  <a:lnTo>
                    <a:pt x="2934954" y="2184122"/>
                  </a:lnTo>
                  <a:lnTo>
                    <a:pt x="2970292" y="2192885"/>
                  </a:lnTo>
                  <a:cubicBezTo>
                    <a:pt x="3044111" y="1931233"/>
                    <a:pt x="3154410" y="1734161"/>
                    <a:pt x="3251756" y="1560044"/>
                  </a:cubicBezTo>
                  <a:cubicBezTo>
                    <a:pt x="3317288" y="1442887"/>
                    <a:pt x="3385106" y="1321919"/>
                    <a:pt x="3381010" y="1271532"/>
                  </a:cubicBezTo>
                  <a:cubicBezTo>
                    <a:pt x="3358436" y="991688"/>
                    <a:pt x="3078686" y="789377"/>
                    <a:pt x="2620534" y="489530"/>
                  </a:cubicBezTo>
                  <a:lnTo>
                    <a:pt x="2599579" y="475718"/>
                  </a:lnTo>
                  <a:cubicBezTo>
                    <a:pt x="2558621" y="448953"/>
                    <a:pt x="2524998" y="437618"/>
                    <a:pt x="2483469" y="437618"/>
                  </a:cubicBezTo>
                  <a:cubicBezTo>
                    <a:pt x="2389838" y="437618"/>
                    <a:pt x="2250202" y="489625"/>
                    <a:pt x="2102469" y="544584"/>
                  </a:cubicBezTo>
                  <a:cubicBezTo>
                    <a:pt x="1927209" y="609735"/>
                    <a:pt x="1728613" y="683649"/>
                    <a:pt x="1494679" y="721082"/>
                  </a:cubicBezTo>
                  <a:cubicBezTo>
                    <a:pt x="1415617" y="733329"/>
                    <a:pt x="1335700" y="739222"/>
                    <a:pt x="1255697" y="738704"/>
                  </a:cubicBezTo>
                  <a:cubicBezTo>
                    <a:pt x="1111583" y="738704"/>
                    <a:pt x="964993" y="722130"/>
                    <a:pt x="835549" y="707462"/>
                  </a:cubicBezTo>
                  <a:cubicBezTo>
                    <a:pt x="723249" y="694698"/>
                    <a:pt x="617236" y="682697"/>
                    <a:pt x="530749" y="682697"/>
                  </a:cubicBezTo>
                  <a:cubicBezTo>
                    <a:pt x="500248" y="682111"/>
                    <a:pt x="469759" y="684407"/>
                    <a:pt x="439690" y="689555"/>
                  </a:cubicBezTo>
                  <a:cubicBezTo>
                    <a:pt x="436737" y="701365"/>
                    <a:pt x="439118" y="718130"/>
                    <a:pt x="457216" y="759468"/>
                  </a:cubicBezTo>
                  <a:cubicBezTo>
                    <a:pt x="504841" y="867577"/>
                    <a:pt x="616664" y="1008356"/>
                    <a:pt x="735251" y="1157327"/>
                  </a:cubicBezTo>
                  <a:cubicBezTo>
                    <a:pt x="870410" y="1327158"/>
                    <a:pt x="1023572" y="1519277"/>
                    <a:pt x="1135301" y="1735399"/>
                  </a:cubicBezTo>
                  <a:cubicBezTo>
                    <a:pt x="1280557" y="2015720"/>
                    <a:pt x="1248839" y="2312043"/>
                    <a:pt x="1225693" y="2528451"/>
                  </a:cubicBezTo>
                  <a:cubicBezTo>
                    <a:pt x="1219978" y="2581220"/>
                    <a:pt x="1212453" y="2651991"/>
                    <a:pt x="1211405" y="2700473"/>
                  </a:cubicBezTo>
                  <a:close/>
                  <a:moveTo>
                    <a:pt x="1606407" y="2041343"/>
                  </a:moveTo>
                  <a:lnTo>
                    <a:pt x="1605550" y="2033627"/>
                  </a:lnTo>
                  <a:cubicBezTo>
                    <a:pt x="1587563" y="1870237"/>
                    <a:pt x="1540023" y="1711477"/>
                    <a:pt x="1465247" y="1565092"/>
                  </a:cubicBezTo>
                  <a:cubicBezTo>
                    <a:pt x="1393047" y="1425837"/>
                    <a:pt x="1300750" y="1283533"/>
                    <a:pt x="1174925" y="1117418"/>
                  </a:cubicBezTo>
                  <a:lnTo>
                    <a:pt x="1168924" y="1109512"/>
                  </a:lnTo>
                  <a:lnTo>
                    <a:pt x="1178449" y="1109512"/>
                  </a:lnTo>
                  <a:cubicBezTo>
                    <a:pt x="1303644" y="1114548"/>
                    <a:pt x="1429034" y="1107499"/>
                    <a:pt x="1552877" y="1088462"/>
                  </a:cubicBezTo>
                  <a:cubicBezTo>
                    <a:pt x="1823006" y="1045313"/>
                    <a:pt x="2049605" y="961017"/>
                    <a:pt x="2231533" y="893389"/>
                  </a:cubicBezTo>
                  <a:cubicBezTo>
                    <a:pt x="2296112" y="869387"/>
                    <a:pt x="2384504" y="836239"/>
                    <a:pt x="2443178" y="819856"/>
                  </a:cubicBezTo>
                  <a:lnTo>
                    <a:pt x="2445274" y="819285"/>
                  </a:lnTo>
                  <a:lnTo>
                    <a:pt x="2447083" y="820428"/>
                  </a:lnTo>
                  <a:cubicBezTo>
                    <a:pt x="2611390" y="928156"/>
                    <a:pt x="2917238" y="1128657"/>
                    <a:pt x="2992771" y="1254197"/>
                  </a:cubicBezTo>
                  <a:lnTo>
                    <a:pt x="2994199" y="1256482"/>
                  </a:lnTo>
                  <a:lnTo>
                    <a:pt x="2992961" y="1258864"/>
                  </a:lnTo>
                  <a:cubicBezTo>
                    <a:pt x="2972864" y="1297440"/>
                    <a:pt x="2946670" y="1344589"/>
                    <a:pt x="2927620" y="1378403"/>
                  </a:cubicBezTo>
                  <a:cubicBezTo>
                    <a:pt x="2866565" y="1487559"/>
                    <a:pt x="2797794" y="1610527"/>
                    <a:pt x="2733691" y="1756164"/>
                  </a:cubicBezTo>
                  <a:lnTo>
                    <a:pt x="2732167" y="1759593"/>
                  </a:lnTo>
                  <a:lnTo>
                    <a:pt x="2728547" y="1758926"/>
                  </a:lnTo>
                  <a:cubicBezTo>
                    <a:pt x="2637104" y="1742926"/>
                    <a:pt x="2544486" y="1734579"/>
                    <a:pt x="2451656" y="1733971"/>
                  </a:cubicBezTo>
                  <a:cubicBezTo>
                    <a:pt x="2278396" y="1733971"/>
                    <a:pt x="2123996" y="1765594"/>
                    <a:pt x="1979787" y="1830745"/>
                  </a:cubicBezTo>
                  <a:cubicBezTo>
                    <a:pt x="1851961" y="1889481"/>
                    <a:pt x="1729155" y="1958577"/>
                    <a:pt x="1612598" y="2037342"/>
                  </a:cubicBezTo>
                  <a:close/>
                  <a:moveTo>
                    <a:pt x="1188450" y="1119418"/>
                  </a:moveTo>
                  <a:cubicBezTo>
                    <a:pt x="1311608" y="1282772"/>
                    <a:pt x="1402381" y="1423170"/>
                    <a:pt x="1474200" y="1560711"/>
                  </a:cubicBezTo>
                  <a:cubicBezTo>
                    <a:pt x="1547955" y="1705875"/>
                    <a:pt x="1595117" y="1863074"/>
                    <a:pt x="1613456" y="2024864"/>
                  </a:cubicBezTo>
                  <a:cubicBezTo>
                    <a:pt x="1728461" y="1947653"/>
                    <a:pt x="1849503" y="1879838"/>
                    <a:pt x="1975406" y="1822077"/>
                  </a:cubicBezTo>
                  <a:cubicBezTo>
                    <a:pt x="2121043" y="1756355"/>
                    <a:pt x="2276586" y="1724446"/>
                    <a:pt x="2451656" y="1724446"/>
                  </a:cubicBezTo>
                  <a:cubicBezTo>
                    <a:pt x="2543836" y="1725002"/>
                    <a:pt x="2635813" y="1733190"/>
                    <a:pt x="2726642" y="1748925"/>
                  </a:cubicBezTo>
                  <a:cubicBezTo>
                    <a:pt x="2790460" y="1604336"/>
                    <a:pt x="2858754" y="1482225"/>
                    <a:pt x="2919142" y="1374497"/>
                  </a:cubicBezTo>
                  <a:cubicBezTo>
                    <a:pt x="2938192" y="1340398"/>
                    <a:pt x="2963624" y="1294868"/>
                    <a:pt x="2983436" y="1256864"/>
                  </a:cubicBezTo>
                  <a:cubicBezTo>
                    <a:pt x="2907236" y="1133515"/>
                    <a:pt x="2607008" y="936538"/>
                    <a:pt x="2443940" y="829572"/>
                  </a:cubicBezTo>
                  <a:cubicBezTo>
                    <a:pt x="2385647" y="846336"/>
                    <a:pt x="2298779" y="878626"/>
                    <a:pt x="2235057" y="902343"/>
                  </a:cubicBezTo>
                  <a:cubicBezTo>
                    <a:pt x="2052748" y="970161"/>
                    <a:pt x="1825482" y="1054743"/>
                    <a:pt x="1554686" y="1097987"/>
                  </a:cubicBezTo>
                  <a:cubicBezTo>
                    <a:pt x="1455714" y="1113393"/>
                    <a:pt x="1355669" y="1120878"/>
                    <a:pt x="1255506" y="1120370"/>
                  </a:cubicBezTo>
                  <a:cubicBezTo>
                    <a:pt x="1233503" y="1120370"/>
                    <a:pt x="1211024" y="1120085"/>
                    <a:pt x="1188164" y="1119418"/>
                  </a:cubicBezTo>
                  <a:close/>
                  <a:moveTo>
                    <a:pt x="1241981" y="2907261"/>
                  </a:moveTo>
                  <a:lnTo>
                    <a:pt x="1241981" y="2907261"/>
                  </a:lnTo>
                  <a:cubicBezTo>
                    <a:pt x="1181306" y="2907261"/>
                    <a:pt x="1120632" y="2886019"/>
                    <a:pt x="1051481" y="2840586"/>
                  </a:cubicBezTo>
                  <a:cubicBezTo>
                    <a:pt x="999284" y="2806486"/>
                    <a:pt x="1007570" y="2692186"/>
                    <a:pt x="1027287" y="2507972"/>
                  </a:cubicBezTo>
                  <a:cubicBezTo>
                    <a:pt x="1048909" y="2306138"/>
                    <a:pt x="1075769" y="2055058"/>
                    <a:pt x="958135" y="1828268"/>
                  </a:cubicBezTo>
                  <a:cubicBezTo>
                    <a:pt x="855170" y="1629672"/>
                    <a:pt x="714867" y="1453364"/>
                    <a:pt x="579040" y="1282772"/>
                  </a:cubicBezTo>
                  <a:cubicBezTo>
                    <a:pt x="451405" y="1122942"/>
                    <a:pt x="331486" y="972447"/>
                    <a:pt x="273669" y="840526"/>
                  </a:cubicBezTo>
                  <a:cubicBezTo>
                    <a:pt x="231664" y="744704"/>
                    <a:pt x="216519" y="660598"/>
                    <a:pt x="281956" y="561348"/>
                  </a:cubicBezTo>
                  <a:cubicBezTo>
                    <a:pt x="297291" y="538012"/>
                    <a:pt x="333105" y="483338"/>
                    <a:pt x="530368" y="483338"/>
                  </a:cubicBezTo>
                  <a:cubicBezTo>
                    <a:pt x="628189" y="483338"/>
                    <a:pt x="739918" y="495911"/>
                    <a:pt x="857551" y="509341"/>
                  </a:cubicBezTo>
                  <a:cubicBezTo>
                    <a:pt x="987949" y="524105"/>
                    <a:pt x="1122537" y="539345"/>
                    <a:pt x="1255315" y="539345"/>
                  </a:cubicBezTo>
                  <a:cubicBezTo>
                    <a:pt x="1324728" y="539830"/>
                    <a:pt x="1394069" y="534766"/>
                    <a:pt x="1462675" y="524201"/>
                  </a:cubicBezTo>
                  <a:cubicBezTo>
                    <a:pt x="1676987" y="489911"/>
                    <a:pt x="1857581" y="422759"/>
                    <a:pt x="2032270" y="357799"/>
                  </a:cubicBezTo>
                  <a:cubicBezTo>
                    <a:pt x="2197529" y="296363"/>
                    <a:pt x="2353548" y="238260"/>
                    <a:pt x="2483183" y="238260"/>
                  </a:cubicBezTo>
                  <a:cubicBezTo>
                    <a:pt x="2563765" y="238260"/>
                    <a:pt x="2635583" y="260644"/>
                    <a:pt x="2708831" y="308745"/>
                  </a:cubicBezTo>
                  <a:lnTo>
                    <a:pt x="2729786" y="322366"/>
                  </a:lnTo>
                  <a:cubicBezTo>
                    <a:pt x="3168888" y="609830"/>
                    <a:pt x="3547983" y="858052"/>
                    <a:pt x="3580082" y="1255816"/>
                  </a:cubicBezTo>
                  <a:cubicBezTo>
                    <a:pt x="3589036" y="1366687"/>
                    <a:pt x="3520646" y="1488988"/>
                    <a:pt x="3426063" y="1658152"/>
                  </a:cubicBezTo>
                  <a:cubicBezTo>
                    <a:pt x="3316907" y="1853129"/>
                    <a:pt x="3181175" y="2095826"/>
                    <a:pt x="3121930" y="2423962"/>
                  </a:cubicBezTo>
                  <a:lnTo>
                    <a:pt x="3121073" y="2428439"/>
                  </a:lnTo>
                  <a:lnTo>
                    <a:pt x="3116596" y="2427867"/>
                  </a:lnTo>
                  <a:cubicBezTo>
                    <a:pt x="3053350" y="2420152"/>
                    <a:pt x="2968006" y="2399292"/>
                    <a:pt x="2885329" y="2378337"/>
                  </a:cubicBezTo>
                  <a:cubicBezTo>
                    <a:pt x="2741501" y="2342523"/>
                    <a:pt x="2592721" y="2305566"/>
                    <a:pt x="2451465" y="2305566"/>
                  </a:cubicBezTo>
                  <a:cubicBezTo>
                    <a:pt x="2360978" y="2305566"/>
                    <a:pt x="2283444" y="2320711"/>
                    <a:pt x="2214674" y="2351762"/>
                  </a:cubicBezTo>
                  <a:cubicBezTo>
                    <a:pt x="2029127" y="2435487"/>
                    <a:pt x="1874536" y="2548168"/>
                    <a:pt x="1725089" y="2657134"/>
                  </a:cubicBezTo>
                  <a:cubicBezTo>
                    <a:pt x="1548400" y="2785721"/>
                    <a:pt x="1381712" y="2907261"/>
                    <a:pt x="1241981" y="2907261"/>
                  </a:cubicBezTo>
                  <a:close/>
                  <a:moveTo>
                    <a:pt x="530368" y="492863"/>
                  </a:moveTo>
                  <a:cubicBezTo>
                    <a:pt x="338248" y="492863"/>
                    <a:pt x="304339" y="544489"/>
                    <a:pt x="289957" y="566587"/>
                  </a:cubicBezTo>
                  <a:cubicBezTo>
                    <a:pt x="227282" y="661837"/>
                    <a:pt x="241570" y="743752"/>
                    <a:pt x="282337" y="836621"/>
                  </a:cubicBezTo>
                  <a:cubicBezTo>
                    <a:pt x="339487" y="967494"/>
                    <a:pt x="459311" y="1117608"/>
                    <a:pt x="585899" y="1276676"/>
                  </a:cubicBezTo>
                  <a:cubicBezTo>
                    <a:pt x="722011" y="1447649"/>
                    <a:pt x="862695" y="1624433"/>
                    <a:pt x="966041" y="1823791"/>
                  </a:cubicBezTo>
                  <a:cubicBezTo>
                    <a:pt x="1085009" y="2053154"/>
                    <a:pt x="1057957" y="2305757"/>
                    <a:pt x="1036145" y="2508830"/>
                  </a:cubicBezTo>
                  <a:cubicBezTo>
                    <a:pt x="1017095" y="2689805"/>
                    <a:pt x="1008523" y="2801437"/>
                    <a:pt x="1056052" y="2832680"/>
                  </a:cubicBezTo>
                  <a:cubicBezTo>
                    <a:pt x="1123966" y="2877066"/>
                    <a:pt x="1182926" y="2897831"/>
                    <a:pt x="1241695" y="2897831"/>
                  </a:cubicBezTo>
                  <a:lnTo>
                    <a:pt x="1241695" y="2897831"/>
                  </a:lnTo>
                  <a:cubicBezTo>
                    <a:pt x="1378569" y="2897831"/>
                    <a:pt x="1544114" y="2777149"/>
                    <a:pt x="1719373" y="2649419"/>
                  </a:cubicBezTo>
                  <a:cubicBezTo>
                    <a:pt x="1869297" y="2540167"/>
                    <a:pt x="2024173" y="2427200"/>
                    <a:pt x="2210768" y="2343095"/>
                  </a:cubicBezTo>
                  <a:cubicBezTo>
                    <a:pt x="2280777" y="2311376"/>
                    <a:pt x="2359549" y="2296041"/>
                    <a:pt x="2451465" y="2296041"/>
                  </a:cubicBezTo>
                  <a:cubicBezTo>
                    <a:pt x="2593864" y="2296041"/>
                    <a:pt x="2743216" y="2333189"/>
                    <a:pt x="2887615" y="2369098"/>
                  </a:cubicBezTo>
                  <a:cubicBezTo>
                    <a:pt x="2968101" y="2389100"/>
                    <a:pt x="3051159" y="2409770"/>
                    <a:pt x="3113357" y="2417866"/>
                  </a:cubicBezTo>
                  <a:cubicBezTo>
                    <a:pt x="3173270" y="2090396"/>
                    <a:pt x="3308715" y="1848271"/>
                    <a:pt x="3417681" y="1653580"/>
                  </a:cubicBezTo>
                  <a:cubicBezTo>
                    <a:pt x="3511502" y="1485749"/>
                    <a:pt x="3579606" y="1364591"/>
                    <a:pt x="3570653" y="1256578"/>
                  </a:cubicBezTo>
                  <a:cubicBezTo>
                    <a:pt x="3538934" y="863576"/>
                    <a:pt x="3161078" y="616498"/>
                    <a:pt x="2724642" y="330462"/>
                  </a:cubicBezTo>
                  <a:lnTo>
                    <a:pt x="2703687" y="316746"/>
                  </a:lnTo>
                  <a:cubicBezTo>
                    <a:pt x="2631869" y="269788"/>
                    <a:pt x="2561860" y="247880"/>
                    <a:pt x="2483183" y="247880"/>
                  </a:cubicBezTo>
                  <a:cubicBezTo>
                    <a:pt x="2355263" y="247880"/>
                    <a:pt x="2200005" y="305697"/>
                    <a:pt x="2035508" y="366847"/>
                  </a:cubicBezTo>
                  <a:cubicBezTo>
                    <a:pt x="1860439" y="431903"/>
                    <a:pt x="1679368" y="499245"/>
                    <a:pt x="1464008" y="533726"/>
                  </a:cubicBezTo>
                  <a:cubicBezTo>
                    <a:pt x="1394931" y="544373"/>
                    <a:pt x="1325111" y="549469"/>
                    <a:pt x="1255220" y="548966"/>
                  </a:cubicBezTo>
                  <a:cubicBezTo>
                    <a:pt x="1121870" y="548965"/>
                    <a:pt x="986996" y="533726"/>
                    <a:pt x="856599" y="518866"/>
                  </a:cubicBezTo>
                  <a:cubicBezTo>
                    <a:pt x="738775" y="505436"/>
                    <a:pt x="627618" y="492863"/>
                    <a:pt x="530368" y="492863"/>
                  </a:cubicBezTo>
                  <a:close/>
                  <a:moveTo>
                    <a:pt x="1419146" y="2407960"/>
                  </a:moveTo>
                  <a:lnTo>
                    <a:pt x="1419907" y="2397768"/>
                  </a:lnTo>
                  <a:cubicBezTo>
                    <a:pt x="1434290" y="2208316"/>
                    <a:pt x="1436957" y="1924947"/>
                    <a:pt x="1296082" y="1652723"/>
                  </a:cubicBezTo>
                  <a:cubicBezTo>
                    <a:pt x="1176068" y="1421360"/>
                    <a:pt x="1017095" y="1221621"/>
                    <a:pt x="876982" y="1045408"/>
                  </a:cubicBezTo>
                  <a:cubicBezTo>
                    <a:pt x="835358" y="993212"/>
                    <a:pt x="792686" y="939586"/>
                    <a:pt x="754491" y="889198"/>
                  </a:cubicBezTo>
                  <a:lnTo>
                    <a:pt x="747728" y="880340"/>
                  </a:lnTo>
                  <a:lnTo>
                    <a:pt x="758777" y="881579"/>
                  </a:lnTo>
                  <a:lnTo>
                    <a:pt x="813451" y="887674"/>
                  </a:lnTo>
                  <a:lnTo>
                    <a:pt x="814975" y="887674"/>
                  </a:lnTo>
                  <a:cubicBezTo>
                    <a:pt x="949277" y="902914"/>
                    <a:pt x="1101392" y="920155"/>
                    <a:pt x="1255697" y="920155"/>
                  </a:cubicBezTo>
                  <a:cubicBezTo>
                    <a:pt x="1345271" y="920680"/>
                    <a:pt x="1434743" y="914023"/>
                    <a:pt x="1523254" y="900247"/>
                  </a:cubicBezTo>
                  <a:cubicBezTo>
                    <a:pt x="1774904" y="859957"/>
                    <a:pt x="1982359" y="782804"/>
                    <a:pt x="2165524" y="714701"/>
                  </a:cubicBezTo>
                  <a:cubicBezTo>
                    <a:pt x="2273919" y="674314"/>
                    <a:pt x="2422699" y="619451"/>
                    <a:pt x="2483564" y="619451"/>
                  </a:cubicBezTo>
                  <a:lnTo>
                    <a:pt x="2486898" y="619927"/>
                  </a:lnTo>
                  <a:cubicBezTo>
                    <a:pt x="2491653" y="622101"/>
                    <a:pt x="2496210" y="624682"/>
                    <a:pt x="2500519" y="627642"/>
                  </a:cubicBezTo>
                  <a:lnTo>
                    <a:pt x="2521569" y="641358"/>
                  </a:lnTo>
                  <a:cubicBezTo>
                    <a:pt x="2867136" y="867672"/>
                    <a:pt x="3165459" y="1062935"/>
                    <a:pt x="3198416" y="1267817"/>
                  </a:cubicBezTo>
                  <a:lnTo>
                    <a:pt x="3198416" y="1268960"/>
                  </a:lnTo>
                  <a:lnTo>
                    <a:pt x="3198416" y="1270103"/>
                  </a:lnTo>
                  <a:cubicBezTo>
                    <a:pt x="3183747" y="1311918"/>
                    <a:pt x="3134027" y="1400786"/>
                    <a:pt x="3094117" y="1472129"/>
                  </a:cubicBezTo>
                  <a:cubicBezTo>
                    <a:pt x="3019822" y="1604907"/>
                    <a:pt x="2927429" y="1770166"/>
                    <a:pt x="2852182" y="1974001"/>
                  </a:cubicBezTo>
                  <a:lnTo>
                    <a:pt x="2850753" y="1977906"/>
                  </a:lnTo>
                  <a:lnTo>
                    <a:pt x="2846657" y="1976954"/>
                  </a:lnTo>
                  <a:cubicBezTo>
                    <a:pt x="2740358" y="1952570"/>
                    <a:pt x="2599007" y="1924661"/>
                    <a:pt x="2452037" y="1924661"/>
                  </a:cubicBezTo>
                  <a:cubicBezTo>
                    <a:pt x="2306304" y="1924661"/>
                    <a:pt x="2177621" y="1950760"/>
                    <a:pt x="2058464" y="2004576"/>
                  </a:cubicBezTo>
                  <a:cubicBezTo>
                    <a:pt x="1837198" y="2104493"/>
                    <a:pt x="1658414" y="2234510"/>
                    <a:pt x="1501346" y="2349191"/>
                  </a:cubicBezTo>
                  <a:cubicBezTo>
                    <a:pt x="1479629" y="2365002"/>
                    <a:pt x="1454483" y="2383385"/>
                    <a:pt x="1428004" y="2402245"/>
                  </a:cubicBezTo>
                  <a:close/>
                  <a:moveTo>
                    <a:pt x="768397" y="892247"/>
                  </a:moveTo>
                  <a:cubicBezTo>
                    <a:pt x="804783" y="939872"/>
                    <a:pt x="844597" y="990354"/>
                    <a:pt x="883745" y="1039122"/>
                  </a:cubicBezTo>
                  <a:cubicBezTo>
                    <a:pt x="1024525" y="1216001"/>
                    <a:pt x="1183878" y="1416122"/>
                    <a:pt x="1304274" y="1648722"/>
                  </a:cubicBezTo>
                  <a:cubicBezTo>
                    <a:pt x="1444006" y="1918280"/>
                    <a:pt x="1443910" y="2198220"/>
                    <a:pt x="1430194" y="2388720"/>
                  </a:cubicBezTo>
                  <a:cubicBezTo>
                    <a:pt x="1453531" y="2372051"/>
                    <a:pt x="1475724" y="2355858"/>
                    <a:pt x="1494964" y="2341856"/>
                  </a:cubicBezTo>
                  <a:cubicBezTo>
                    <a:pt x="1652889" y="2226699"/>
                    <a:pt x="1831769" y="2096397"/>
                    <a:pt x="2053987" y="1996099"/>
                  </a:cubicBezTo>
                  <a:cubicBezTo>
                    <a:pt x="2174383" y="1941711"/>
                    <a:pt x="2304399" y="1915327"/>
                    <a:pt x="2451465" y="1915327"/>
                  </a:cubicBezTo>
                  <a:cubicBezTo>
                    <a:pt x="2598531" y="1915327"/>
                    <a:pt x="2737406" y="1942092"/>
                    <a:pt x="2844181" y="1966571"/>
                  </a:cubicBezTo>
                  <a:cubicBezTo>
                    <a:pt x="2919333" y="1763879"/>
                    <a:pt x="3011249" y="1599573"/>
                    <a:pt x="3085258" y="1467366"/>
                  </a:cubicBezTo>
                  <a:cubicBezTo>
                    <a:pt x="3124597" y="1396881"/>
                    <a:pt x="3173555" y="1309441"/>
                    <a:pt x="3188509" y="1267913"/>
                  </a:cubicBezTo>
                  <a:cubicBezTo>
                    <a:pt x="3155172" y="1067888"/>
                    <a:pt x="2858945" y="873768"/>
                    <a:pt x="2516045" y="648788"/>
                  </a:cubicBezTo>
                  <a:lnTo>
                    <a:pt x="2494899" y="634976"/>
                  </a:lnTo>
                  <a:cubicBezTo>
                    <a:pt x="2491267" y="632514"/>
                    <a:pt x="2487481" y="630287"/>
                    <a:pt x="2483564" y="628309"/>
                  </a:cubicBezTo>
                  <a:lnTo>
                    <a:pt x="2483564" y="628309"/>
                  </a:lnTo>
                  <a:cubicBezTo>
                    <a:pt x="2424224" y="628309"/>
                    <a:pt x="2276586" y="683268"/>
                    <a:pt x="2168763" y="723559"/>
                  </a:cubicBezTo>
                  <a:cubicBezTo>
                    <a:pt x="1985312" y="791758"/>
                    <a:pt x="1777285" y="869196"/>
                    <a:pt x="1524778" y="909582"/>
                  </a:cubicBezTo>
                  <a:cubicBezTo>
                    <a:pt x="1435758" y="923388"/>
                    <a:pt x="1345779" y="930076"/>
                    <a:pt x="1255697" y="929585"/>
                  </a:cubicBezTo>
                  <a:cubicBezTo>
                    <a:pt x="1100820" y="929585"/>
                    <a:pt x="948420" y="912344"/>
                    <a:pt x="814022" y="897104"/>
                  </a:cubicBezTo>
                  <a:lnTo>
                    <a:pt x="812308" y="897104"/>
                  </a:lnTo>
                  <a:close/>
                  <a:moveTo>
                    <a:pt x="1739090" y="1737781"/>
                  </a:moveTo>
                  <a:lnTo>
                    <a:pt x="1737281" y="1732542"/>
                  </a:lnTo>
                  <a:cubicBezTo>
                    <a:pt x="1710775" y="1644601"/>
                    <a:pt x="1676178" y="1559306"/>
                    <a:pt x="1633934" y="1477748"/>
                  </a:cubicBezTo>
                  <a:cubicBezTo>
                    <a:pt x="1602502" y="1416979"/>
                    <a:pt x="1566688" y="1354495"/>
                    <a:pt x="1527540" y="1291820"/>
                  </a:cubicBezTo>
                  <a:lnTo>
                    <a:pt x="1523635" y="1285534"/>
                  </a:lnTo>
                  <a:lnTo>
                    <a:pt x="1530969" y="1284581"/>
                  </a:lnTo>
                  <a:cubicBezTo>
                    <a:pt x="1548400" y="1282295"/>
                    <a:pt x="1565926" y="1279819"/>
                    <a:pt x="1582976" y="1277057"/>
                  </a:cubicBezTo>
                  <a:cubicBezTo>
                    <a:pt x="1871869" y="1230860"/>
                    <a:pt x="2107994" y="1142945"/>
                    <a:pt x="2297350" y="1072364"/>
                  </a:cubicBezTo>
                  <a:cubicBezTo>
                    <a:pt x="2324783" y="1062173"/>
                    <a:pt x="2370598" y="1045123"/>
                    <a:pt x="2414413" y="1029788"/>
                  </a:cubicBezTo>
                  <a:lnTo>
                    <a:pt x="2416604" y="1029026"/>
                  </a:lnTo>
                  <a:lnTo>
                    <a:pt x="2418604" y="1030359"/>
                  </a:lnTo>
                  <a:cubicBezTo>
                    <a:pt x="2505091" y="1087509"/>
                    <a:pt x="2604151" y="1154184"/>
                    <a:pt x="2683399" y="1215906"/>
                  </a:cubicBezTo>
                  <a:cubicBezTo>
                    <a:pt x="2712545" y="1238480"/>
                    <a:pt x="2738263" y="1259912"/>
                    <a:pt x="2760075" y="1279628"/>
                  </a:cubicBezTo>
                  <a:lnTo>
                    <a:pt x="2762837" y="1282105"/>
                  </a:lnTo>
                  <a:lnTo>
                    <a:pt x="2760551" y="1286296"/>
                  </a:lnTo>
                  <a:cubicBezTo>
                    <a:pt x="2720165" y="1358495"/>
                    <a:pt x="2670159" y="1448221"/>
                    <a:pt x="2620248" y="1549376"/>
                  </a:cubicBezTo>
                  <a:lnTo>
                    <a:pt x="2618819" y="1552329"/>
                  </a:lnTo>
                  <a:lnTo>
                    <a:pt x="2615486" y="1552329"/>
                  </a:lnTo>
                  <a:cubicBezTo>
                    <a:pt x="2559383" y="1546900"/>
                    <a:pt x="2504043" y="1544138"/>
                    <a:pt x="2450989" y="1544138"/>
                  </a:cubicBezTo>
                  <a:cubicBezTo>
                    <a:pt x="2250107" y="1544138"/>
                    <a:pt x="2069989" y="1581285"/>
                    <a:pt x="1900634" y="1657866"/>
                  </a:cubicBezTo>
                  <a:cubicBezTo>
                    <a:pt x="1848723" y="1681298"/>
                    <a:pt x="1795859" y="1707396"/>
                    <a:pt x="1743757" y="1735590"/>
                  </a:cubicBezTo>
                  <a:close/>
                  <a:moveTo>
                    <a:pt x="1539637" y="1292678"/>
                  </a:moveTo>
                  <a:cubicBezTo>
                    <a:pt x="1577737" y="1353447"/>
                    <a:pt x="1611931" y="1414026"/>
                    <a:pt x="1642507" y="1472986"/>
                  </a:cubicBezTo>
                  <a:cubicBezTo>
                    <a:pt x="1684082" y="1553336"/>
                    <a:pt x="1718320" y="1637274"/>
                    <a:pt x="1744805" y="1723779"/>
                  </a:cubicBezTo>
                  <a:cubicBezTo>
                    <a:pt x="1795573" y="1696538"/>
                    <a:pt x="1846723" y="1671201"/>
                    <a:pt x="1897205" y="1648436"/>
                  </a:cubicBezTo>
                  <a:cubicBezTo>
                    <a:pt x="2067893" y="1571379"/>
                    <a:pt x="2249154" y="1534136"/>
                    <a:pt x="2451465" y="1534136"/>
                  </a:cubicBezTo>
                  <a:cubicBezTo>
                    <a:pt x="2503757" y="1534136"/>
                    <a:pt x="2558240" y="1536803"/>
                    <a:pt x="2613390" y="1542042"/>
                  </a:cubicBezTo>
                  <a:cubicBezTo>
                    <a:pt x="2662444" y="1442601"/>
                    <a:pt x="2711498" y="1354876"/>
                    <a:pt x="2751122" y="1284010"/>
                  </a:cubicBezTo>
                  <a:cubicBezTo>
                    <a:pt x="2730166" y="1264960"/>
                    <a:pt x="2705497" y="1244672"/>
                    <a:pt x="2677874" y="1223240"/>
                  </a:cubicBezTo>
                  <a:cubicBezTo>
                    <a:pt x="2599483" y="1162280"/>
                    <a:pt x="2501471" y="1096177"/>
                    <a:pt x="2415651" y="1039408"/>
                  </a:cubicBezTo>
                  <a:cubicBezTo>
                    <a:pt x="2372503" y="1054553"/>
                    <a:pt x="2327926" y="1071126"/>
                    <a:pt x="2301351" y="1081127"/>
                  </a:cubicBezTo>
                  <a:cubicBezTo>
                    <a:pt x="2110851" y="1151898"/>
                    <a:pt x="1874440" y="1239909"/>
                    <a:pt x="1584690" y="1286296"/>
                  </a:cubicBezTo>
                  <a:cubicBezTo>
                    <a:pt x="1569831" y="1288391"/>
                    <a:pt x="1554686" y="1290677"/>
                    <a:pt x="1539637" y="1292678"/>
                  </a:cubicBezTo>
                  <a:close/>
                  <a:moveTo>
                    <a:pt x="1241981" y="3002511"/>
                  </a:moveTo>
                  <a:lnTo>
                    <a:pt x="1241981" y="3002511"/>
                  </a:lnTo>
                  <a:cubicBezTo>
                    <a:pt x="1163018" y="3002511"/>
                    <a:pt x="1083485" y="2975555"/>
                    <a:pt x="998998" y="2920214"/>
                  </a:cubicBezTo>
                  <a:cubicBezTo>
                    <a:pt x="899461" y="2855063"/>
                    <a:pt x="908796" y="2717237"/>
                    <a:pt x="932323" y="2497685"/>
                  </a:cubicBezTo>
                  <a:cubicBezTo>
                    <a:pt x="952611" y="2308614"/>
                    <a:pt x="977852" y="2073347"/>
                    <a:pt x="873458" y="1871988"/>
                  </a:cubicBezTo>
                  <a:cubicBezTo>
                    <a:pt x="774684" y="1681488"/>
                    <a:pt x="637238" y="1508990"/>
                    <a:pt x="504269" y="1341922"/>
                  </a:cubicBezTo>
                  <a:cubicBezTo>
                    <a:pt x="216138" y="979972"/>
                    <a:pt x="47069" y="746133"/>
                    <a:pt x="202612" y="509246"/>
                  </a:cubicBezTo>
                  <a:cubicBezTo>
                    <a:pt x="272526" y="402471"/>
                    <a:pt x="407781" y="388088"/>
                    <a:pt x="530749" y="388088"/>
                  </a:cubicBezTo>
                  <a:cubicBezTo>
                    <a:pt x="634000" y="388088"/>
                    <a:pt x="748109" y="401042"/>
                    <a:pt x="868791" y="414663"/>
                  </a:cubicBezTo>
                  <a:cubicBezTo>
                    <a:pt x="996426" y="429141"/>
                    <a:pt x="1128347" y="444095"/>
                    <a:pt x="1255697" y="444095"/>
                  </a:cubicBezTo>
                  <a:cubicBezTo>
                    <a:pt x="1320067" y="444559"/>
                    <a:pt x="1384372" y="439909"/>
                    <a:pt x="1448006" y="430189"/>
                  </a:cubicBezTo>
                  <a:cubicBezTo>
                    <a:pt x="1652984" y="397423"/>
                    <a:pt x="1829006" y="331891"/>
                    <a:pt x="1999408" y="268264"/>
                  </a:cubicBezTo>
                  <a:cubicBezTo>
                    <a:pt x="2172954" y="203684"/>
                    <a:pt x="2336784" y="142724"/>
                    <a:pt x="2483564" y="142724"/>
                  </a:cubicBezTo>
                  <a:cubicBezTo>
                    <a:pt x="2582676" y="142818"/>
                    <a:pt x="2679474" y="172683"/>
                    <a:pt x="2761409" y="228449"/>
                  </a:cubicBezTo>
                  <a:lnTo>
                    <a:pt x="2782364" y="242165"/>
                  </a:lnTo>
                  <a:cubicBezTo>
                    <a:pt x="3011630" y="392279"/>
                    <a:pt x="3228229" y="534011"/>
                    <a:pt x="3392725" y="697365"/>
                  </a:cubicBezTo>
                  <a:cubicBezTo>
                    <a:pt x="3569509" y="872815"/>
                    <a:pt x="3659425" y="1047599"/>
                    <a:pt x="3675428" y="1247529"/>
                  </a:cubicBezTo>
                  <a:cubicBezTo>
                    <a:pt x="3686762" y="1387261"/>
                    <a:pt x="3612372" y="1520135"/>
                    <a:pt x="3509502" y="1703967"/>
                  </a:cubicBezTo>
                  <a:cubicBezTo>
                    <a:pt x="3389297" y="1918851"/>
                    <a:pt x="3253089" y="2162405"/>
                    <a:pt x="3204702" y="2511878"/>
                  </a:cubicBezTo>
                  <a:cubicBezTo>
                    <a:pt x="3204702" y="2514545"/>
                    <a:pt x="3203940" y="2516545"/>
                    <a:pt x="3203654" y="2518259"/>
                  </a:cubicBezTo>
                  <a:lnTo>
                    <a:pt x="3202988" y="2521212"/>
                  </a:lnTo>
                  <a:lnTo>
                    <a:pt x="3200130" y="2521879"/>
                  </a:lnTo>
                  <a:cubicBezTo>
                    <a:pt x="3187317" y="2524734"/>
                    <a:pt x="3174199" y="2525982"/>
                    <a:pt x="3161077" y="2525594"/>
                  </a:cubicBezTo>
                  <a:cubicBezTo>
                    <a:pt x="3085925" y="2525594"/>
                    <a:pt x="2977626" y="2498638"/>
                    <a:pt x="2862945" y="2470158"/>
                  </a:cubicBezTo>
                  <a:cubicBezTo>
                    <a:pt x="2724547" y="2435678"/>
                    <a:pt x="2581577" y="2400149"/>
                    <a:pt x="2451941" y="2400149"/>
                  </a:cubicBezTo>
                  <a:cubicBezTo>
                    <a:pt x="2375265" y="2400149"/>
                    <a:pt x="2310590" y="2412532"/>
                    <a:pt x="2254298" y="2438249"/>
                  </a:cubicBezTo>
                  <a:cubicBezTo>
                    <a:pt x="2077799" y="2517974"/>
                    <a:pt x="1927304" y="2627702"/>
                    <a:pt x="1781667" y="2733525"/>
                  </a:cubicBezTo>
                  <a:cubicBezTo>
                    <a:pt x="1591643" y="2872113"/>
                    <a:pt x="1412668" y="3002511"/>
                    <a:pt x="1241981" y="3002511"/>
                  </a:cubicBezTo>
                  <a:close/>
                  <a:moveTo>
                    <a:pt x="530368" y="397613"/>
                  </a:moveTo>
                  <a:cubicBezTo>
                    <a:pt x="409876" y="397613"/>
                    <a:pt x="277669" y="411520"/>
                    <a:pt x="210232" y="514390"/>
                  </a:cubicBezTo>
                  <a:cubicBezTo>
                    <a:pt x="58690" y="745943"/>
                    <a:pt x="225949" y="977400"/>
                    <a:pt x="511318" y="1336016"/>
                  </a:cubicBezTo>
                  <a:cubicBezTo>
                    <a:pt x="644668" y="1503371"/>
                    <a:pt x="782399" y="1676440"/>
                    <a:pt x="881459" y="1867607"/>
                  </a:cubicBezTo>
                  <a:cubicBezTo>
                    <a:pt x="987187" y="2071537"/>
                    <a:pt x="961850" y="2308424"/>
                    <a:pt x="941467" y="2498733"/>
                  </a:cubicBezTo>
                  <a:cubicBezTo>
                    <a:pt x="918130" y="2714569"/>
                    <a:pt x="908605" y="2850111"/>
                    <a:pt x="1003855" y="2912213"/>
                  </a:cubicBezTo>
                  <a:cubicBezTo>
                    <a:pt x="1086818" y="2966601"/>
                    <a:pt x="1164638" y="2992986"/>
                    <a:pt x="1241981" y="2992986"/>
                  </a:cubicBezTo>
                  <a:lnTo>
                    <a:pt x="1241981" y="2992986"/>
                  </a:lnTo>
                  <a:cubicBezTo>
                    <a:pt x="1409906" y="2992986"/>
                    <a:pt x="1587643" y="2863445"/>
                    <a:pt x="1775381" y="2726286"/>
                  </a:cubicBezTo>
                  <a:cubicBezTo>
                    <a:pt x="1921494" y="2619891"/>
                    <a:pt x="2072465" y="2509877"/>
                    <a:pt x="2249821" y="2429772"/>
                  </a:cubicBezTo>
                  <a:cubicBezTo>
                    <a:pt x="2306971" y="2403769"/>
                    <a:pt x="2373646" y="2391196"/>
                    <a:pt x="2451370" y="2391196"/>
                  </a:cubicBezTo>
                  <a:cubicBezTo>
                    <a:pt x="2582148" y="2391196"/>
                    <a:pt x="2725690" y="2426915"/>
                    <a:pt x="2864564" y="2461395"/>
                  </a:cubicBezTo>
                  <a:cubicBezTo>
                    <a:pt x="2978864" y="2489970"/>
                    <a:pt x="3086592" y="2516640"/>
                    <a:pt x="3160506" y="2516640"/>
                  </a:cubicBezTo>
                  <a:cubicBezTo>
                    <a:pt x="3171944" y="2516727"/>
                    <a:pt x="3183364" y="2515706"/>
                    <a:pt x="3194606" y="2513592"/>
                  </a:cubicBezTo>
                  <a:cubicBezTo>
                    <a:pt x="3194606" y="2512735"/>
                    <a:pt x="3194606" y="2511782"/>
                    <a:pt x="3194606" y="2510830"/>
                  </a:cubicBezTo>
                  <a:cubicBezTo>
                    <a:pt x="3243278" y="2159548"/>
                    <a:pt x="3380057" y="1915136"/>
                    <a:pt x="3500644" y="1699490"/>
                  </a:cubicBezTo>
                  <a:cubicBezTo>
                    <a:pt x="3602657" y="1517087"/>
                    <a:pt x="3676380" y="1385165"/>
                    <a:pt x="3665331" y="1248482"/>
                  </a:cubicBezTo>
                  <a:cubicBezTo>
                    <a:pt x="3649424" y="1050933"/>
                    <a:pt x="3560556" y="878054"/>
                    <a:pt x="3385391" y="704318"/>
                  </a:cubicBezTo>
                  <a:cubicBezTo>
                    <a:pt x="3221657" y="541631"/>
                    <a:pt x="3005439" y="400185"/>
                    <a:pt x="2776553" y="250357"/>
                  </a:cubicBezTo>
                  <a:lnTo>
                    <a:pt x="2755598" y="236641"/>
                  </a:lnTo>
                  <a:cubicBezTo>
                    <a:pt x="2675270" y="181755"/>
                    <a:pt x="2580282" y="152316"/>
                    <a:pt x="2482993" y="152154"/>
                  </a:cubicBezTo>
                  <a:cubicBezTo>
                    <a:pt x="2337927" y="152154"/>
                    <a:pt x="2174859" y="212828"/>
                    <a:pt x="2002171" y="277027"/>
                  </a:cubicBezTo>
                  <a:cubicBezTo>
                    <a:pt x="1831483" y="340558"/>
                    <a:pt x="1654889" y="406281"/>
                    <a:pt x="1448864" y="438952"/>
                  </a:cubicBezTo>
                  <a:cubicBezTo>
                    <a:pt x="1384758" y="448754"/>
                    <a:pt x="1319974" y="453436"/>
                    <a:pt x="1255125" y="452954"/>
                  </a:cubicBezTo>
                  <a:cubicBezTo>
                    <a:pt x="1127204" y="452954"/>
                    <a:pt x="995092" y="437999"/>
                    <a:pt x="867267" y="423521"/>
                  </a:cubicBezTo>
                  <a:cubicBezTo>
                    <a:pt x="746680" y="410472"/>
                    <a:pt x="633047" y="397613"/>
                    <a:pt x="530368" y="397613"/>
                  </a:cubicBezTo>
                  <a:close/>
                  <a:moveTo>
                    <a:pt x="1304941" y="2595412"/>
                  </a:moveTo>
                  <a:lnTo>
                    <a:pt x="1305798" y="2586363"/>
                  </a:lnTo>
                  <a:cubicBezTo>
                    <a:pt x="1307608" y="2568075"/>
                    <a:pt x="1309418" y="2551597"/>
                    <a:pt x="1310751" y="2539214"/>
                  </a:cubicBezTo>
                  <a:lnTo>
                    <a:pt x="1310751" y="2538262"/>
                  </a:lnTo>
                  <a:cubicBezTo>
                    <a:pt x="1333706" y="2323854"/>
                    <a:pt x="1368377" y="1999814"/>
                    <a:pt x="1211215" y="1696633"/>
                  </a:cubicBezTo>
                  <a:cubicBezTo>
                    <a:pt x="1095391" y="1473367"/>
                    <a:pt x="939467" y="1277533"/>
                    <a:pt x="801640" y="1104654"/>
                  </a:cubicBezTo>
                  <a:cubicBezTo>
                    <a:pt x="743442" y="1031597"/>
                    <a:pt x="622570" y="879769"/>
                    <a:pt x="561514" y="776899"/>
                  </a:cubicBezTo>
                  <a:lnTo>
                    <a:pt x="557133" y="769469"/>
                  </a:lnTo>
                  <a:lnTo>
                    <a:pt x="565801" y="769469"/>
                  </a:lnTo>
                  <a:cubicBezTo>
                    <a:pt x="640953" y="772136"/>
                    <a:pt x="730297" y="782233"/>
                    <a:pt x="824785" y="792901"/>
                  </a:cubicBezTo>
                  <a:cubicBezTo>
                    <a:pt x="956802" y="807950"/>
                    <a:pt x="1106059" y="824810"/>
                    <a:pt x="1254935" y="824810"/>
                  </a:cubicBezTo>
                  <a:cubicBezTo>
                    <a:pt x="1339476" y="825186"/>
                    <a:pt x="1423914" y="818816"/>
                    <a:pt x="1507442" y="805760"/>
                  </a:cubicBezTo>
                  <a:cubicBezTo>
                    <a:pt x="1749758" y="766993"/>
                    <a:pt x="1952546" y="691460"/>
                    <a:pt x="2131520" y="624785"/>
                  </a:cubicBezTo>
                  <a:cubicBezTo>
                    <a:pt x="2265728" y="574778"/>
                    <a:pt x="2404507" y="523153"/>
                    <a:pt x="2482802" y="523153"/>
                  </a:cubicBezTo>
                  <a:cubicBezTo>
                    <a:pt x="2499471" y="523153"/>
                    <a:pt x="2518521" y="524963"/>
                    <a:pt x="2551954" y="546870"/>
                  </a:cubicBezTo>
                  <a:lnTo>
                    <a:pt x="2572909" y="560586"/>
                  </a:lnTo>
                  <a:cubicBezTo>
                    <a:pt x="2785602" y="699841"/>
                    <a:pt x="2986389" y="831382"/>
                    <a:pt x="3123549" y="967399"/>
                  </a:cubicBezTo>
                  <a:cubicBezTo>
                    <a:pt x="3262805" y="1105702"/>
                    <a:pt x="3288141" y="1200380"/>
                    <a:pt x="3294999" y="1274771"/>
                  </a:cubicBezTo>
                  <a:lnTo>
                    <a:pt x="3294999" y="1275818"/>
                  </a:lnTo>
                  <a:cubicBezTo>
                    <a:pt x="3289284" y="1316299"/>
                    <a:pt x="3224228" y="1432695"/>
                    <a:pt x="3176699" y="1517658"/>
                  </a:cubicBezTo>
                  <a:cubicBezTo>
                    <a:pt x="3088021" y="1676059"/>
                    <a:pt x="2987723" y="1855415"/>
                    <a:pt x="2912761" y="2085253"/>
                  </a:cubicBezTo>
                  <a:lnTo>
                    <a:pt x="2911427" y="2089444"/>
                  </a:lnTo>
                  <a:lnTo>
                    <a:pt x="2907141" y="2088396"/>
                  </a:lnTo>
                  <a:cubicBezTo>
                    <a:pt x="2770267" y="2054773"/>
                    <a:pt x="2611009" y="2018864"/>
                    <a:pt x="2451465" y="2018864"/>
                  </a:cubicBezTo>
                  <a:cubicBezTo>
                    <a:pt x="2319544" y="2018864"/>
                    <a:pt x="2203815" y="2042200"/>
                    <a:pt x="2097135" y="2090301"/>
                  </a:cubicBezTo>
                  <a:cubicBezTo>
                    <a:pt x="1884728" y="2186218"/>
                    <a:pt x="1710610" y="2313091"/>
                    <a:pt x="1556877" y="2425105"/>
                  </a:cubicBezTo>
                  <a:cubicBezTo>
                    <a:pt x="1489154" y="2474445"/>
                    <a:pt x="1387046" y="2548930"/>
                    <a:pt x="1312847" y="2590078"/>
                  </a:cubicBezTo>
                  <a:close/>
                  <a:moveTo>
                    <a:pt x="574659" y="780042"/>
                  </a:moveTo>
                  <a:cubicBezTo>
                    <a:pt x="636667" y="882150"/>
                    <a:pt x="752872" y="1028168"/>
                    <a:pt x="809450" y="1099225"/>
                  </a:cubicBezTo>
                  <a:cubicBezTo>
                    <a:pt x="947277" y="1272294"/>
                    <a:pt x="1103487" y="1468604"/>
                    <a:pt x="1219692" y="1692728"/>
                  </a:cubicBezTo>
                  <a:cubicBezTo>
                    <a:pt x="1378283" y="1998480"/>
                    <a:pt x="1343517" y="2324235"/>
                    <a:pt x="1320276" y="2539786"/>
                  </a:cubicBezTo>
                  <a:lnTo>
                    <a:pt x="1320276" y="2540738"/>
                  </a:lnTo>
                  <a:cubicBezTo>
                    <a:pt x="1319228" y="2550930"/>
                    <a:pt x="1317800" y="2564075"/>
                    <a:pt x="1316276" y="2578838"/>
                  </a:cubicBezTo>
                  <a:cubicBezTo>
                    <a:pt x="1389237" y="2537119"/>
                    <a:pt x="1486297" y="2466348"/>
                    <a:pt x="1551257" y="2419009"/>
                  </a:cubicBezTo>
                  <a:cubicBezTo>
                    <a:pt x="1705467" y="2306709"/>
                    <a:pt x="1880060" y="2179455"/>
                    <a:pt x="2093230" y="2083157"/>
                  </a:cubicBezTo>
                  <a:cubicBezTo>
                    <a:pt x="2201053" y="2034485"/>
                    <a:pt x="2318306" y="2010863"/>
                    <a:pt x="2451560" y="2010863"/>
                  </a:cubicBezTo>
                  <a:cubicBezTo>
                    <a:pt x="2610437" y="2010863"/>
                    <a:pt x="2768838" y="2046105"/>
                    <a:pt x="2905236" y="2079633"/>
                  </a:cubicBezTo>
                  <a:cubicBezTo>
                    <a:pt x="2980293" y="1851033"/>
                    <a:pt x="3080115" y="1672344"/>
                    <a:pt x="3168316" y="1514705"/>
                  </a:cubicBezTo>
                  <a:cubicBezTo>
                    <a:pt x="3215370" y="1430599"/>
                    <a:pt x="3279664" y="1315728"/>
                    <a:pt x="3285569" y="1276580"/>
                  </a:cubicBezTo>
                  <a:cubicBezTo>
                    <a:pt x="3279188" y="1203905"/>
                    <a:pt x="3254041" y="1111417"/>
                    <a:pt x="3117263" y="975686"/>
                  </a:cubicBezTo>
                  <a:cubicBezTo>
                    <a:pt x="2980483" y="839954"/>
                    <a:pt x="2780363" y="708986"/>
                    <a:pt x="2568146" y="570111"/>
                  </a:cubicBezTo>
                  <a:lnTo>
                    <a:pt x="2547191" y="556395"/>
                  </a:lnTo>
                  <a:cubicBezTo>
                    <a:pt x="2515949" y="535916"/>
                    <a:pt x="2498423" y="534202"/>
                    <a:pt x="2483279" y="534202"/>
                  </a:cubicBezTo>
                  <a:cubicBezTo>
                    <a:pt x="2407079" y="534202"/>
                    <a:pt x="2268775" y="585541"/>
                    <a:pt x="2135330" y="635167"/>
                  </a:cubicBezTo>
                  <a:cubicBezTo>
                    <a:pt x="1955879" y="701842"/>
                    <a:pt x="1752616" y="777565"/>
                    <a:pt x="1509443" y="816142"/>
                  </a:cubicBezTo>
                  <a:cubicBezTo>
                    <a:pt x="1425413" y="829293"/>
                    <a:pt x="1340462" y="835664"/>
                    <a:pt x="1255411" y="835192"/>
                  </a:cubicBezTo>
                  <a:cubicBezTo>
                    <a:pt x="1105964" y="835192"/>
                    <a:pt x="956516" y="818237"/>
                    <a:pt x="824595" y="803283"/>
                  </a:cubicBezTo>
                  <a:cubicBezTo>
                    <a:pt x="733441" y="792424"/>
                    <a:pt x="647621" y="782709"/>
                    <a:pt x="574659" y="780042"/>
                  </a:cubicBezTo>
                  <a:close/>
                  <a:moveTo>
                    <a:pt x="1677559" y="1882942"/>
                  </a:moveTo>
                  <a:lnTo>
                    <a:pt x="1676130" y="1876465"/>
                  </a:lnTo>
                  <a:cubicBezTo>
                    <a:pt x="1649981" y="1752918"/>
                    <a:pt x="1607407" y="1633429"/>
                    <a:pt x="1549543" y="1521182"/>
                  </a:cubicBezTo>
                  <a:cubicBezTo>
                    <a:pt x="1493205" y="1413843"/>
                    <a:pt x="1430052" y="1310222"/>
                    <a:pt x="1360472" y="1210953"/>
                  </a:cubicBezTo>
                  <a:lnTo>
                    <a:pt x="1355614" y="1203905"/>
                  </a:lnTo>
                  <a:lnTo>
                    <a:pt x="1364186" y="1203905"/>
                  </a:lnTo>
                  <a:cubicBezTo>
                    <a:pt x="1432470" y="1200740"/>
                    <a:pt x="1500522" y="1193744"/>
                    <a:pt x="1568021" y="1182949"/>
                  </a:cubicBezTo>
                  <a:cubicBezTo>
                    <a:pt x="1847580" y="1138277"/>
                    <a:pt x="2078847" y="1052266"/>
                    <a:pt x="2264680" y="982924"/>
                  </a:cubicBezTo>
                  <a:cubicBezTo>
                    <a:pt x="2311638" y="965494"/>
                    <a:pt x="2375932" y="941491"/>
                    <a:pt x="2428319" y="924346"/>
                  </a:cubicBezTo>
                  <a:lnTo>
                    <a:pt x="2430415" y="923584"/>
                  </a:lnTo>
                  <a:lnTo>
                    <a:pt x="2432415" y="924917"/>
                  </a:lnTo>
                  <a:cubicBezTo>
                    <a:pt x="2592245" y="1029692"/>
                    <a:pt x="2756265" y="1140754"/>
                    <a:pt x="2855516" y="1239242"/>
                  </a:cubicBezTo>
                  <a:cubicBezTo>
                    <a:pt x="2863898" y="1247624"/>
                    <a:pt x="2871803" y="1255816"/>
                    <a:pt x="2878947" y="1263722"/>
                  </a:cubicBezTo>
                  <a:lnTo>
                    <a:pt x="2881233" y="1266198"/>
                  </a:lnTo>
                  <a:lnTo>
                    <a:pt x="2879614" y="1269246"/>
                  </a:lnTo>
                  <a:cubicBezTo>
                    <a:pt x="2866374" y="1293344"/>
                    <a:pt x="2853420" y="1316871"/>
                    <a:pt x="2844181" y="1332968"/>
                  </a:cubicBezTo>
                  <a:cubicBezTo>
                    <a:pt x="2792365" y="1425647"/>
                    <a:pt x="2733596" y="1530612"/>
                    <a:pt x="2676731" y="1651865"/>
                  </a:cubicBezTo>
                  <a:lnTo>
                    <a:pt x="2675207" y="1655008"/>
                  </a:lnTo>
                  <a:lnTo>
                    <a:pt x="2671778" y="1654532"/>
                  </a:lnTo>
                  <a:cubicBezTo>
                    <a:pt x="2598761" y="1644560"/>
                    <a:pt x="2525160" y="1639468"/>
                    <a:pt x="2451465" y="1639292"/>
                  </a:cubicBezTo>
                  <a:cubicBezTo>
                    <a:pt x="2264394" y="1639292"/>
                    <a:pt x="2097135" y="1673678"/>
                    <a:pt x="1940354" y="1744544"/>
                  </a:cubicBezTo>
                  <a:cubicBezTo>
                    <a:pt x="1852023" y="1784597"/>
                    <a:pt x="1766147" y="1829857"/>
                    <a:pt x="1683179" y="1880085"/>
                  </a:cubicBezTo>
                  <a:close/>
                  <a:moveTo>
                    <a:pt x="1372759" y="1212572"/>
                  </a:moveTo>
                  <a:cubicBezTo>
                    <a:pt x="1440723" y="1309973"/>
                    <a:pt x="1502442" y="1411587"/>
                    <a:pt x="1557544" y="1516801"/>
                  </a:cubicBezTo>
                  <a:cubicBezTo>
                    <a:pt x="1614806" y="1627790"/>
                    <a:pt x="1657207" y="1745835"/>
                    <a:pt x="1683655" y="1867892"/>
                  </a:cubicBezTo>
                  <a:cubicBezTo>
                    <a:pt x="1765142" y="1818882"/>
                    <a:pt x="1849387" y="1774613"/>
                    <a:pt x="1935972" y="1735304"/>
                  </a:cubicBezTo>
                  <a:cubicBezTo>
                    <a:pt x="2094087" y="1663867"/>
                    <a:pt x="2262584" y="1629196"/>
                    <a:pt x="2451084" y="1629196"/>
                  </a:cubicBezTo>
                  <a:cubicBezTo>
                    <a:pt x="2524038" y="1629373"/>
                    <a:pt x="2596902" y="1634337"/>
                    <a:pt x="2669207" y="1644055"/>
                  </a:cubicBezTo>
                  <a:cubicBezTo>
                    <a:pt x="2725785" y="1523849"/>
                    <a:pt x="2783983" y="1419741"/>
                    <a:pt x="2835513" y="1327825"/>
                  </a:cubicBezTo>
                  <a:cubicBezTo>
                    <a:pt x="2844276" y="1312013"/>
                    <a:pt x="2856563" y="1289725"/>
                    <a:pt x="2869232" y="1267055"/>
                  </a:cubicBezTo>
                  <a:cubicBezTo>
                    <a:pt x="2862850" y="1260102"/>
                    <a:pt x="2855801" y="1252768"/>
                    <a:pt x="2848372" y="1245433"/>
                  </a:cubicBezTo>
                  <a:cubicBezTo>
                    <a:pt x="2750645" y="1148374"/>
                    <a:pt x="2587577" y="1038360"/>
                    <a:pt x="2428700" y="933871"/>
                  </a:cubicBezTo>
                  <a:cubicBezTo>
                    <a:pt x="2376884" y="951016"/>
                    <a:pt x="2313829" y="974447"/>
                    <a:pt x="2267633" y="991688"/>
                  </a:cubicBezTo>
                  <a:cubicBezTo>
                    <a:pt x="2081419" y="1060934"/>
                    <a:pt x="1849580" y="1147136"/>
                    <a:pt x="1569069" y="1191713"/>
                  </a:cubicBezTo>
                  <a:cubicBezTo>
                    <a:pt x="1504185" y="1202210"/>
                    <a:pt x="1438779" y="1209173"/>
                    <a:pt x="1373140" y="1212572"/>
                  </a:cubicBezTo>
                  <a:close/>
                  <a:moveTo>
                    <a:pt x="1241981" y="2812011"/>
                  </a:moveTo>
                  <a:lnTo>
                    <a:pt x="1241981" y="2812011"/>
                  </a:lnTo>
                  <a:cubicBezTo>
                    <a:pt x="1203881" y="2812011"/>
                    <a:pt x="1161685" y="2797342"/>
                    <a:pt x="1113298" y="2767243"/>
                  </a:cubicBezTo>
                  <a:lnTo>
                    <a:pt x="1111679" y="2766195"/>
                  </a:lnTo>
                  <a:lnTo>
                    <a:pt x="1111679" y="2764290"/>
                  </a:lnTo>
                  <a:cubicBezTo>
                    <a:pt x="1100725" y="2718189"/>
                    <a:pt x="1114631" y="2587982"/>
                    <a:pt x="1122156" y="2518069"/>
                  </a:cubicBezTo>
                  <a:cubicBezTo>
                    <a:pt x="1143968" y="2314805"/>
                    <a:pt x="1173686" y="2036580"/>
                    <a:pt x="1042908" y="1784644"/>
                  </a:cubicBezTo>
                  <a:cubicBezTo>
                    <a:pt x="935656" y="1577856"/>
                    <a:pt x="792305" y="1397833"/>
                    <a:pt x="653717" y="1223621"/>
                  </a:cubicBezTo>
                  <a:cubicBezTo>
                    <a:pt x="524176" y="1060934"/>
                    <a:pt x="412829" y="916916"/>
                    <a:pt x="362442" y="803283"/>
                  </a:cubicBezTo>
                  <a:cubicBezTo>
                    <a:pt x="316246" y="698508"/>
                    <a:pt x="336058" y="654217"/>
                    <a:pt x="362442" y="613926"/>
                  </a:cubicBezTo>
                  <a:cubicBezTo>
                    <a:pt x="372824" y="598019"/>
                    <a:pt x="410638" y="578969"/>
                    <a:pt x="531130" y="578969"/>
                  </a:cubicBezTo>
                  <a:cubicBezTo>
                    <a:pt x="623617" y="578969"/>
                    <a:pt x="732488" y="591256"/>
                    <a:pt x="847741" y="604401"/>
                  </a:cubicBezTo>
                  <a:cubicBezTo>
                    <a:pt x="981091" y="619451"/>
                    <a:pt x="1117965" y="634976"/>
                    <a:pt x="1256077" y="634976"/>
                  </a:cubicBezTo>
                  <a:cubicBezTo>
                    <a:pt x="1330289" y="635230"/>
                    <a:pt x="1404404" y="629593"/>
                    <a:pt x="1477724" y="618117"/>
                  </a:cubicBezTo>
                  <a:cubicBezTo>
                    <a:pt x="1701371" y="582303"/>
                    <a:pt x="1886442" y="513342"/>
                    <a:pt x="2065417" y="446667"/>
                  </a:cubicBezTo>
                  <a:cubicBezTo>
                    <a:pt x="2222389" y="388279"/>
                    <a:pt x="2370693" y="333129"/>
                    <a:pt x="2483183" y="333129"/>
                  </a:cubicBezTo>
                  <a:cubicBezTo>
                    <a:pt x="2545231" y="333370"/>
                    <a:pt x="2605733" y="352508"/>
                    <a:pt x="2656633" y="387993"/>
                  </a:cubicBezTo>
                  <a:lnTo>
                    <a:pt x="2677589" y="401709"/>
                  </a:lnTo>
                  <a:cubicBezTo>
                    <a:pt x="2898569" y="546394"/>
                    <a:pt x="3107357" y="682982"/>
                    <a:pt x="3258137" y="832715"/>
                  </a:cubicBezTo>
                  <a:cubicBezTo>
                    <a:pt x="3402727" y="976257"/>
                    <a:pt x="3472736" y="1108940"/>
                    <a:pt x="3485213" y="1262960"/>
                  </a:cubicBezTo>
                  <a:cubicBezTo>
                    <a:pt x="3491786" y="1344970"/>
                    <a:pt x="3429302" y="1456603"/>
                    <a:pt x="3342910" y="1611098"/>
                  </a:cubicBezTo>
                  <a:cubicBezTo>
                    <a:pt x="3241659" y="1792073"/>
                    <a:pt x="3115548" y="2017435"/>
                    <a:pt x="3047635" y="2313662"/>
                  </a:cubicBezTo>
                  <a:lnTo>
                    <a:pt x="3046587" y="2318234"/>
                  </a:lnTo>
                  <a:lnTo>
                    <a:pt x="3041920" y="2317187"/>
                  </a:lnTo>
                  <a:cubicBezTo>
                    <a:pt x="2999819" y="2307662"/>
                    <a:pt x="2954195" y="2296708"/>
                    <a:pt x="2910094" y="2285754"/>
                  </a:cubicBezTo>
                  <a:lnTo>
                    <a:pt x="2908760" y="2285754"/>
                  </a:lnTo>
                  <a:cubicBezTo>
                    <a:pt x="2759313" y="2248512"/>
                    <a:pt x="2604817" y="2210126"/>
                    <a:pt x="2451560" y="2210126"/>
                  </a:cubicBezTo>
                  <a:cubicBezTo>
                    <a:pt x="2346785" y="2210126"/>
                    <a:pt x="2256965" y="2227937"/>
                    <a:pt x="2175335" y="2264704"/>
                  </a:cubicBezTo>
                  <a:cubicBezTo>
                    <a:pt x="1980835" y="2352524"/>
                    <a:pt x="1822148" y="2468158"/>
                    <a:pt x="1668796" y="2579886"/>
                  </a:cubicBezTo>
                  <a:cubicBezTo>
                    <a:pt x="1512490" y="2694567"/>
                    <a:pt x="1350661" y="2812011"/>
                    <a:pt x="1241981" y="2812011"/>
                  </a:cubicBezTo>
                  <a:close/>
                  <a:moveTo>
                    <a:pt x="1120060" y="2760195"/>
                  </a:moveTo>
                  <a:cubicBezTo>
                    <a:pt x="1166161" y="2788770"/>
                    <a:pt x="1205785" y="2802486"/>
                    <a:pt x="1241981" y="2802486"/>
                  </a:cubicBezTo>
                  <a:cubicBezTo>
                    <a:pt x="1347803" y="2802486"/>
                    <a:pt x="1508681" y="2685423"/>
                    <a:pt x="1663652" y="2572266"/>
                  </a:cubicBezTo>
                  <a:cubicBezTo>
                    <a:pt x="1817481" y="2460252"/>
                    <a:pt x="1976453" y="2344333"/>
                    <a:pt x="2171811" y="2256131"/>
                  </a:cubicBezTo>
                  <a:cubicBezTo>
                    <a:pt x="2254488" y="2218793"/>
                    <a:pt x="2346023" y="2200696"/>
                    <a:pt x="2451751" y="2200696"/>
                  </a:cubicBezTo>
                  <a:cubicBezTo>
                    <a:pt x="2605865" y="2200696"/>
                    <a:pt x="2761028" y="2239272"/>
                    <a:pt x="2910951" y="2276896"/>
                  </a:cubicBezTo>
                  <a:lnTo>
                    <a:pt x="2912284" y="2276896"/>
                  </a:lnTo>
                  <a:cubicBezTo>
                    <a:pt x="2954766" y="2287469"/>
                    <a:pt x="2998581" y="2298327"/>
                    <a:pt x="3039348" y="2307281"/>
                  </a:cubicBezTo>
                  <a:cubicBezTo>
                    <a:pt x="3108214" y="2012006"/>
                    <a:pt x="3233849" y="1787501"/>
                    <a:pt x="3334623" y="1606907"/>
                  </a:cubicBezTo>
                  <a:cubicBezTo>
                    <a:pt x="3420348" y="1453840"/>
                    <a:pt x="3482070" y="1343255"/>
                    <a:pt x="3475688" y="1264007"/>
                  </a:cubicBezTo>
                  <a:cubicBezTo>
                    <a:pt x="3463401" y="1112465"/>
                    <a:pt x="3394249" y="981591"/>
                    <a:pt x="3251374" y="839764"/>
                  </a:cubicBezTo>
                  <a:cubicBezTo>
                    <a:pt x="3101356" y="690793"/>
                    <a:pt x="2892949" y="554014"/>
                    <a:pt x="2672350" y="409996"/>
                  </a:cubicBezTo>
                  <a:lnTo>
                    <a:pt x="2651681" y="396375"/>
                  </a:lnTo>
                  <a:cubicBezTo>
                    <a:pt x="2602293" y="361923"/>
                    <a:pt x="2543590" y="343318"/>
                    <a:pt x="2483374" y="343035"/>
                  </a:cubicBezTo>
                  <a:cubicBezTo>
                    <a:pt x="2372598" y="343035"/>
                    <a:pt x="2225056" y="397899"/>
                    <a:pt x="2069036" y="456002"/>
                  </a:cubicBezTo>
                  <a:cubicBezTo>
                    <a:pt x="1889490" y="522677"/>
                    <a:pt x="1704038" y="591733"/>
                    <a:pt x="1479343" y="627452"/>
                  </a:cubicBezTo>
                  <a:cubicBezTo>
                    <a:pt x="1405286" y="638862"/>
                    <a:pt x="1330436" y="644340"/>
                    <a:pt x="1255506" y="643835"/>
                  </a:cubicBezTo>
                  <a:cubicBezTo>
                    <a:pt x="1116917" y="643835"/>
                    <a:pt x="979281" y="628214"/>
                    <a:pt x="845931" y="613164"/>
                  </a:cubicBezTo>
                  <a:cubicBezTo>
                    <a:pt x="730869" y="600115"/>
                    <a:pt x="622284" y="587828"/>
                    <a:pt x="530272" y="587828"/>
                  </a:cubicBezTo>
                  <a:cubicBezTo>
                    <a:pt x="403304" y="587828"/>
                    <a:pt x="375586" y="609259"/>
                    <a:pt x="369490" y="618498"/>
                  </a:cubicBezTo>
                  <a:cubicBezTo>
                    <a:pt x="344630" y="656598"/>
                    <a:pt x="326056" y="698794"/>
                    <a:pt x="370348" y="798806"/>
                  </a:cubicBezTo>
                  <a:cubicBezTo>
                    <a:pt x="420163" y="911392"/>
                    <a:pt x="531130" y="1054838"/>
                    <a:pt x="660289" y="1217049"/>
                  </a:cubicBezTo>
                  <a:cubicBezTo>
                    <a:pt x="799163" y="1391547"/>
                    <a:pt x="942800" y="1571951"/>
                    <a:pt x="1050814" y="1779596"/>
                  </a:cubicBezTo>
                  <a:cubicBezTo>
                    <a:pt x="1182926" y="2034485"/>
                    <a:pt x="1152922" y="2314329"/>
                    <a:pt x="1131110" y="2518736"/>
                  </a:cubicBezTo>
                  <a:cubicBezTo>
                    <a:pt x="1124061" y="2582648"/>
                    <a:pt x="1110059" y="2713617"/>
                    <a:pt x="1119775" y="2760195"/>
                  </a:cubicBezTo>
                  <a:close/>
                  <a:moveTo>
                    <a:pt x="1521444" y="2216507"/>
                  </a:moveTo>
                  <a:lnTo>
                    <a:pt x="1521444" y="2207458"/>
                  </a:lnTo>
                  <a:cubicBezTo>
                    <a:pt x="1517539" y="1979525"/>
                    <a:pt x="1471533" y="1783787"/>
                    <a:pt x="1380855" y="1608907"/>
                  </a:cubicBezTo>
                  <a:cubicBezTo>
                    <a:pt x="1257030" y="1370021"/>
                    <a:pt x="1090628" y="1161232"/>
                    <a:pt x="969280" y="1008261"/>
                  </a:cubicBezTo>
                  <a:lnTo>
                    <a:pt x="962326" y="999593"/>
                  </a:lnTo>
                  <a:lnTo>
                    <a:pt x="973471" y="1000641"/>
                  </a:lnTo>
                  <a:cubicBezTo>
                    <a:pt x="1081675" y="1010833"/>
                    <a:pt x="1171400" y="1015595"/>
                    <a:pt x="1255792" y="1015595"/>
                  </a:cubicBezTo>
                  <a:cubicBezTo>
                    <a:pt x="1350405" y="1016123"/>
                    <a:pt x="1444908" y="1009084"/>
                    <a:pt x="1538398" y="994545"/>
                  </a:cubicBezTo>
                  <a:cubicBezTo>
                    <a:pt x="1799288" y="952730"/>
                    <a:pt x="2011505" y="873863"/>
                    <a:pt x="2198767" y="804045"/>
                  </a:cubicBezTo>
                  <a:cubicBezTo>
                    <a:pt x="2279063" y="774232"/>
                    <a:pt x="2400506" y="728988"/>
                    <a:pt x="2461752" y="717368"/>
                  </a:cubicBezTo>
                  <a:lnTo>
                    <a:pt x="2463562" y="717368"/>
                  </a:lnTo>
                  <a:lnTo>
                    <a:pt x="2469372" y="721082"/>
                  </a:lnTo>
                  <a:cubicBezTo>
                    <a:pt x="2673683" y="854908"/>
                    <a:pt x="2866755" y="981305"/>
                    <a:pt x="2990199" y="1103797"/>
                  </a:cubicBezTo>
                  <a:cubicBezTo>
                    <a:pt x="3050588" y="1163804"/>
                    <a:pt x="3086402" y="1214001"/>
                    <a:pt x="3099451" y="1257340"/>
                  </a:cubicBezTo>
                  <a:lnTo>
                    <a:pt x="3099927" y="1259149"/>
                  </a:lnTo>
                  <a:lnTo>
                    <a:pt x="3099165" y="1260769"/>
                  </a:lnTo>
                  <a:cubicBezTo>
                    <a:pt x="3080115" y="1301631"/>
                    <a:pt x="3042015" y="1370402"/>
                    <a:pt x="3010964" y="1425551"/>
                  </a:cubicBezTo>
                  <a:cubicBezTo>
                    <a:pt x="2945336" y="1542899"/>
                    <a:pt x="2863898" y="1688537"/>
                    <a:pt x="2792555" y="1863701"/>
                  </a:cubicBezTo>
                  <a:lnTo>
                    <a:pt x="2791127" y="1867321"/>
                  </a:lnTo>
                  <a:lnTo>
                    <a:pt x="2787221" y="1866559"/>
                  </a:lnTo>
                  <a:cubicBezTo>
                    <a:pt x="2677007" y="1842848"/>
                    <a:pt x="2564673" y="1830370"/>
                    <a:pt x="2451941" y="1829316"/>
                  </a:cubicBezTo>
                  <a:cubicBezTo>
                    <a:pt x="2292398" y="1829316"/>
                    <a:pt x="2150856" y="1857891"/>
                    <a:pt x="2019221" y="1917708"/>
                  </a:cubicBezTo>
                  <a:cubicBezTo>
                    <a:pt x="1827101" y="2004386"/>
                    <a:pt x="1670129" y="2110018"/>
                    <a:pt x="1528969" y="2211364"/>
                  </a:cubicBezTo>
                  <a:close/>
                  <a:moveTo>
                    <a:pt x="983186" y="1011119"/>
                  </a:moveTo>
                  <a:cubicBezTo>
                    <a:pt x="1104154" y="1163519"/>
                    <a:pt x="1266841" y="1369354"/>
                    <a:pt x="1388856" y="1604526"/>
                  </a:cubicBezTo>
                  <a:cubicBezTo>
                    <a:pt x="1478963" y="1778453"/>
                    <a:pt x="1525349" y="1972667"/>
                    <a:pt x="1530302" y="2198220"/>
                  </a:cubicBezTo>
                  <a:cubicBezTo>
                    <a:pt x="1669939" y="2098302"/>
                    <a:pt x="1825577" y="1994384"/>
                    <a:pt x="2014839" y="1908850"/>
                  </a:cubicBezTo>
                  <a:cubicBezTo>
                    <a:pt x="2147713" y="1848842"/>
                    <a:pt x="2290588" y="1819696"/>
                    <a:pt x="2451465" y="1819696"/>
                  </a:cubicBezTo>
                  <a:cubicBezTo>
                    <a:pt x="2563603" y="1820681"/>
                    <a:pt x="2675357" y="1832966"/>
                    <a:pt x="2785031" y="1856367"/>
                  </a:cubicBezTo>
                  <a:cubicBezTo>
                    <a:pt x="2856182" y="1682155"/>
                    <a:pt x="2937431" y="1537375"/>
                    <a:pt x="3002391" y="1420884"/>
                  </a:cubicBezTo>
                  <a:cubicBezTo>
                    <a:pt x="3032871" y="1366306"/>
                    <a:pt x="3070590" y="1298869"/>
                    <a:pt x="3089640" y="1258102"/>
                  </a:cubicBezTo>
                  <a:cubicBezTo>
                    <a:pt x="3076591" y="1216763"/>
                    <a:pt x="3042015" y="1168281"/>
                    <a:pt x="2983246" y="1110274"/>
                  </a:cubicBezTo>
                  <a:cubicBezTo>
                    <a:pt x="2860564" y="988449"/>
                    <a:pt x="2667873" y="862624"/>
                    <a:pt x="2463943" y="728797"/>
                  </a:cubicBezTo>
                  <a:lnTo>
                    <a:pt x="2461466" y="727178"/>
                  </a:lnTo>
                  <a:cubicBezTo>
                    <a:pt x="2400316" y="739275"/>
                    <a:pt x="2281063" y="783662"/>
                    <a:pt x="2201910" y="812903"/>
                  </a:cubicBezTo>
                  <a:cubicBezTo>
                    <a:pt x="2014267" y="882722"/>
                    <a:pt x="1801860" y="961779"/>
                    <a:pt x="1539732" y="1003403"/>
                  </a:cubicBezTo>
                  <a:cubicBezTo>
                    <a:pt x="1445740" y="1018054"/>
                    <a:pt x="1350726" y="1025157"/>
                    <a:pt x="1255601" y="1024644"/>
                  </a:cubicBezTo>
                  <a:cubicBezTo>
                    <a:pt x="1173591" y="1025120"/>
                    <a:pt x="1086818" y="1020644"/>
                    <a:pt x="983186" y="1011119"/>
                  </a:cubicBezTo>
                  <a:close/>
                  <a:moveTo>
                    <a:pt x="1793573" y="1602431"/>
                  </a:moveTo>
                  <a:lnTo>
                    <a:pt x="1791764" y="1597573"/>
                  </a:lnTo>
                  <a:cubicBezTo>
                    <a:pt x="1770470" y="1541513"/>
                    <a:pt x="1745917" y="1486746"/>
                    <a:pt x="1718231" y="1433552"/>
                  </a:cubicBezTo>
                  <a:cubicBezTo>
                    <a:pt x="1706039" y="1409930"/>
                    <a:pt x="1693180" y="1385927"/>
                    <a:pt x="1680131" y="1362591"/>
                  </a:cubicBezTo>
                  <a:lnTo>
                    <a:pt x="1676892" y="1356876"/>
                  </a:lnTo>
                  <a:lnTo>
                    <a:pt x="1683369" y="1355638"/>
                  </a:lnTo>
                  <a:cubicBezTo>
                    <a:pt x="1942354" y="1305727"/>
                    <a:pt x="2157619" y="1225622"/>
                    <a:pt x="2330593" y="1161328"/>
                  </a:cubicBezTo>
                  <a:cubicBezTo>
                    <a:pt x="2346976" y="1155232"/>
                    <a:pt x="2373074" y="1145516"/>
                    <a:pt x="2401364" y="1135229"/>
                  </a:cubicBezTo>
                  <a:lnTo>
                    <a:pt x="2403649" y="1134372"/>
                  </a:lnTo>
                  <a:lnTo>
                    <a:pt x="2405650" y="1135706"/>
                  </a:lnTo>
                  <a:cubicBezTo>
                    <a:pt x="2509663" y="1205238"/>
                    <a:pt x="2581386" y="1256387"/>
                    <a:pt x="2638250" y="1301726"/>
                  </a:cubicBezTo>
                  <a:lnTo>
                    <a:pt x="2641394" y="1304203"/>
                  </a:lnTo>
                  <a:lnTo>
                    <a:pt x="2639489" y="1307727"/>
                  </a:lnTo>
                  <a:cubicBezTo>
                    <a:pt x="2610056" y="1360972"/>
                    <a:pt x="2586053" y="1405930"/>
                    <a:pt x="2563860" y="1448983"/>
                  </a:cubicBezTo>
                  <a:lnTo>
                    <a:pt x="2562431" y="1451745"/>
                  </a:lnTo>
                  <a:lnTo>
                    <a:pt x="2559383" y="1451745"/>
                  </a:lnTo>
                  <a:cubicBezTo>
                    <a:pt x="2523283" y="1449554"/>
                    <a:pt x="2486898" y="1448411"/>
                    <a:pt x="2451084" y="1448411"/>
                  </a:cubicBezTo>
                  <a:cubicBezTo>
                    <a:pt x="2236391" y="1448411"/>
                    <a:pt x="2043509" y="1488321"/>
                    <a:pt x="1861582" y="1570522"/>
                  </a:cubicBezTo>
                  <a:cubicBezTo>
                    <a:pt x="1840341" y="1580047"/>
                    <a:pt x="1818910" y="1590143"/>
                    <a:pt x="1797860" y="1600335"/>
                  </a:cubicBezTo>
                  <a:close/>
                  <a:moveTo>
                    <a:pt x="1691942" y="1363734"/>
                  </a:moveTo>
                  <a:cubicBezTo>
                    <a:pt x="1704038" y="1385356"/>
                    <a:pt x="1715754" y="1407358"/>
                    <a:pt x="1727089" y="1429171"/>
                  </a:cubicBezTo>
                  <a:cubicBezTo>
                    <a:pt x="1754027" y="1481263"/>
                    <a:pt x="1777974" y="1534849"/>
                    <a:pt x="1798812" y="1589667"/>
                  </a:cubicBezTo>
                  <a:cubicBezTo>
                    <a:pt x="1818434" y="1580142"/>
                    <a:pt x="1838341" y="1570617"/>
                    <a:pt x="1858057" y="1562045"/>
                  </a:cubicBezTo>
                  <a:cubicBezTo>
                    <a:pt x="2041319" y="1479272"/>
                    <a:pt x="2235343" y="1439077"/>
                    <a:pt x="2451465" y="1439077"/>
                  </a:cubicBezTo>
                  <a:cubicBezTo>
                    <a:pt x="2486422" y="1439077"/>
                    <a:pt x="2521950" y="1440124"/>
                    <a:pt x="2557192" y="1442220"/>
                  </a:cubicBezTo>
                  <a:cubicBezTo>
                    <a:pt x="2578529" y="1400882"/>
                    <a:pt x="2601579" y="1357733"/>
                    <a:pt x="2629583" y="1307060"/>
                  </a:cubicBezTo>
                  <a:cubicBezTo>
                    <a:pt x="2573766" y="1262769"/>
                    <a:pt x="2503472" y="1212763"/>
                    <a:pt x="2402792" y="1145135"/>
                  </a:cubicBezTo>
                  <a:cubicBezTo>
                    <a:pt x="2375360" y="1154660"/>
                    <a:pt x="2350309" y="1164185"/>
                    <a:pt x="2334403" y="1170281"/>
                  </a:cubicBezTo>
                  <a:cubicBezTo>
                    <a:pt x="2162477" y="1234194"/>
                    <a:pt x="1948926" y="1313442"/>
                    <a:pt x="1691942" y="1363734"/>
                  </a:cubicBezTo>
                  <a:close/>
                  <a:moveTo>
                    <a:pt x="1819196" y="1537470"/>
                  </a:moveTo>
                  <a:lnTo>
                    <a:pt x="1817386" y="1532898"/>
                  </a:lnTo>
                  <a:cubicBezTo>
                    <a:pt x="1800146" y="1491560"/>
                    <a:pt x="1781191" y="1450793"/>
                    <a:pt x="1760902" y="1411645"/>
                  </a:cubicBezTo>
                  <a:lnTo>
                    <a:pt x="1749949" y="1390785"/>
                  </a:lnTo>
                  <a:lnTo>
                    <a:pt x="1756331" y="1389642"/>
                  </a:lnTo>
                  <a:cubicBezTo>
                    <a:pt x="1990931" y="1338874"/>
                    <a:pt x="2188766" y="1265246"/>
                    <a:pt x="2347738" y="1206190"/>
                  </a:cubicBezTo>
                  <a:cubicBezTo>
                    <a:pt x="2359644" y="1201714"/>
                    <a:pt x="2376313" y="1195427"/>
                    <a:pt x="2395363" y="1188474"/>
                  </a:cubicBezTo>
                  <a:lnTo>
                    <a:pt x="2397649" y="1187617"/>
                  </a:lnTo>
                  <a:lnTo>
                    <a:pt x="2399649" y="1188950"/>
                  </a:lnTo>
                  <a:cubicBezTo>
                    <a:pt x="2472896" y="1238290"/>
                    <a:pt x="2530999" y="1279343"/>
                    <a:pt x="2577290" y="1314490"/>
                  </a:cubicBezTo>
                  <a:lnTo>
                    <a:pt x="2580529" y="1316966"/>
                  </a:lnTo>
                  <a:lnTo>
                    <a:pt x="2578624" y="1320586"/>
                  </a:lnTo>
                  <a:cubicBezTo>
                    <a:pt x="2562908" y="1349161"/>
                    <a:pt x="2549096" y="1375259"/>
                    <a:pt x="2536142" y="1400024"/>
                  </a:cubicBezTo>
                  <a:lnTo>
                    <a:pt x="2534714" y="1402691"/>
                  </a:lnTo>
                  <a:lnTo>
                    <a:pt x="2531666" y="1402691"/>
                  </a:lnTo>
                  <a:cubicBezTo>
                    <a:pt x="2504900" y="1401453"/>
                    <a:pt x="2477849" y="1400882"/>
                    <a:pt x="2451465" y="1400882"/>
                  </a:cubicBezTo>
                  <a:cubicBezTo>
                    <a:pt x="2229914" y="1400882"/>
                    <a:pt x="2030650" y="1442220"/>
                    <a:pt x="1841865" y="1527183"/>
                  </a:cubicBezTo>
                  <a:lnTo>
                    <a:pt x="1823291" y="1535660"/>
                  </a:lnTo>
                  <a:close/>
                  <a:moveTo>
                    <a:pt x="1764236" y="1397357"/>
                  </a:moveTo>
                  <a:lnTo>
                    <a:pt x="1769380" y="1406882"/>
                  </a:lnTo>
                  <a:cubicBezTo>
                    <a:pt x="1789001" y="1444982"/>
                    <a:pt x="1807480" y="1484321"/>
                    <a:pt x="1824244" y="1524326"/>
                  </a:cubicBezTo>
                  <a:lnTo>
                    <a:pt x="1838436" y="1517848"/>
                  </a:lnTo>
                  <a:cubicBezTo>
                    <a:pt x="2027983" y="1432123"/>
                    <a:pt x="2228485" y="1390690"/>
                    <a:pt x="2451465" y="1390690"/>
                  </a:cubicBezTo>
                  <a:cubicBezTo>
                    <a:pt x="2476992" y="1390690"/>
                    <a:pt x="2503091" y="1391261"/>
                    <a:pt x="2529094" y="1392404"/>
                  </a:cubicBezTo>
                  <a:cubicBezTo>
                    <a:pt x="2541095" y="1369354"/>
                    <a:pt x="2553954" y="1345351"/>
                    <a:pt x="2568241" y="1319062"/>
                  </a:cubicBezTo>
                  <a:cubicBezTo>
                    <a:pt x="2523093" y="1284867"/>
                    <a:pt x="2466800" y="1245148"/>
                    <a:pt x="2396315" y="1197713"/>
                  </a:cubicBezTo>
                  <a:lnTo>
                    <a:pt x="2350976" y="1214477"/>
                  </a:lnTo>
                  <a:cubicBezTo>
                    <a:pt x="2193052" y="1273628"/>
                    <a:pt x="1996932" y="1346589"/>
                    <a:pt x="1764236" y="1397357"/>
                  </a:cubicBezTo>
                  <a:close/>
                  <a:moveTo>
                    <a:pt x="1843865" y="1474129"/>
                  </a:moveTo>
                  <a:lnTo>
                    <a:pt x="1841960" y="1469843"/>
                  </a:lnTo>
                  <a:cubicBezTo>
                    <a:pt x="1835610" y="1456127"/>
                    <a:pt x="1829260" y="1442538"/>
                    <a:pt x="1822910" y="1429076"/>
                  </a:cubicBezTo>
                  <a:lnTo>
                    <a:pt x="1820339" y="1423741"/>
                  </a:lnTo>
                  <a:lnTo>
                    <a:pt x="1826054" y="1422313"/>
                  </a:lnTo>
                  <a:cubicBezTo>
                    <a:pt x="2037889" y="1371926"/>
                    <a:pt x="2218769" y="1304679"/>
                    <a:pt x="2364216" y="1250863"/>
                  </a:cubicBezTo>
                  <a:lnTo>
                    <a:pt x="2391172" y="1241338"/>
                  </a:lnTo>
                  <a:lnTo>
                    <a:pt x="2393267" y="1242671"/>
                  </a:lnTo>
                  <a:cubicBezTo>
                    <a:pt x="2440892" y="1274961"/>
                    <a:pt x="2480992" y="1303060"/>
                    <a:pt x="2515759" y="1328396"/>
                  </a:cubicBezTo>
                  <a:lnTo>
                    <a:pt x="2519092" y="1330873"/>
                  </a:lnTo>
                  <a:lnTo>
                    <a:pt x="2506520" y="1354399"/>
                  </a:lnTo>
                  <a:lnTo>
                    <a:pt x="2503567" y="1354399"/>
                  </a:lnTo>
                  <a:cubicBezTo>
                    <a:pt x="2486041" y="1353923"/>
                    <a:pt x="2468515" y="1353638"/>
                    <a:pt x="2451465" y="1353638"/>
                  </a:cubicBezTo>
                  <a:cubicBezTo>
                    <a:pt x="2232390" y="1353638"/>
                    <a:pt x="2035318" y="1392690"/>
                    <a:pt x="1848152" y="1472986"/>
                  </a:cubicBezTo>
                  <a:close/>
                  <a:moveTo>
                    <a:pt x="1834340" y="1430219"/>
                  </a:moveTo>
                  <a:cubicBezTo>
                    <a:pt x="1839293" y="1440696"/>
                    <a:pt x="1843865" y="1451173"/>
                    <a:pt x="1849009" y="1461746"/>
                  </a:cubicBezTo>
                  <a:cubicBezTo>
                    <a:pt x="2036080" y="1382117"/>
                    <a:pt x="2233247" y="1343446"/>
                    <a:pt x="2451751" y="1343446"/>
                  </a:cubicBezTo>
                  <a:cubicBezTo>
                    <a:pt x="2467943" y="1343446"/>
                    <a:pt x="2484612" y="1343446"/>
                    <a:pt x="2501186" y="1344113"/>
                  </a:cubicBezTo>
                  <a:lnTo>
                    <a:pt x="2507091" y="1333064"/>
                  </a:lnTo>
                  <a:cubicBezTo>
                    <a:pt x="2473658" y="1308680"/>
                    <a:pt x="2435368" y="1281819"/>
                    <a:pt x="2390219" y="1251148"/>
                  </a:cubicBezTo>
                  <a:lnTo>
                    <a:pt x="2367740" y="1259531"/>
                  </a:lnTo>
                  <a:cubicBezTo>
                    <a:pt x="2223056" y="1313442"/>
                    <a:pt x="2043890" y="1380117"/>
                    <a:pt x="1834055" y="1430219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40000"/>
                    <a:lumOff val="60000"/>
                    <a:alpha val="41000"/>
                  </a:schemeClr>
                </a:gs>
                <a:gs pos="100000">
                  <a:schemeClr val="accent1"/>
                </a:gs>
              </a:gsLst>
              <a:lin ang="2729382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04" name="图片 103" descr="健康检查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2475" r="2475"/>
            <a:stretch>
              <a:fillRect/>
            </a:stretch>
          </p:blipFill>
          <p:spPr>
            <a:xfrm>
              <a:off x="2764" y="4409"/>
              <a:ext cx="13410" cy="1038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09" h="8520">
                  <a:moveTo>
                    <a:pt x="8419" y="0"/>
                  </a:moveTo>
                  <a:cubicBezTo>
                    <a:pt x="9077" y="-4"/>
                    <a:pt x="9711" y="264"/>
                    <a:pt x="10314" y="1103"/>
                  </a:cubicBezTo>
                  <a:cubicBezTo>
                    <a:pt x="11227" y="2373"/>
                    <a:pt x="11192" y="4207"/>
                    <a:pt x="10490" y="5633"/>
                  </a:cubicBezTo>
                  <a:cubicBezTo>
                    <a:pt x="9424" y="7801"/>
                    <a:pt x="7361" y="8652"/>
                    <a:pt x="5566" y="8504"/>
                  </a:cubicBezTo>
                  <a:cubicBezTo>
                    <a:pt x="3730" y="8352"/>
                    <a:pt x="1829" y="7176"/>
                    <a:pt x="709" y="5068"/>
                  </a:cubicBezTo>
                  <a:cubicBezTo>
                    <a:pt x="192" y="4097"/>
                    <a:pt x="-392" y="2371"/>
                    <a:pt x="356" y="1328"/>
                  </a:cubicBezTo>
                  <a:cubicBezTo>
                    <a:pt x="906" y="565"/>
                    <a:pt x="1886" y="810"/>
                    <a:pt x="2586" y="885"/>
                  </a:cubicBezTo>
                  <a:cubicBezTo>
                    <a:pt x="3564" y="989"/>
                    <a:pt x="4540" y="1045"/>
                    <a:pt x="5509" y="805"/>
                  </a:cubicBezTo>
                  <a:cubicBezTo>
                    <a:pt x="6511" y="557"/>
                    <a:pt x="7488" y="6"/>
                    <a:pt x="8419" y="0"/>
                  </a:cubicBezTo>
                  <a:close/>
                </a:path>
              </a:pathLst>
            </a:custGeom>
            <a:effectLst/>
          </p:spPr>
        </p:pic>
      </p:grpSp>
      <p:sp>
        <p:nvSpPr>
          <p:cNvPr id="9" name="矩形 8"/>
          <p:cNvSpPr/>
          <p:nvPr/>
        </p:nvSpPr>
        <p:spPr bwMode="auto">
          <a:xfrm>
            <a:off x="7587836" y="3403770"/>
            <a:ext cx="263144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457200">
              <a:lnSpc>
                <a:spcPct val="100000"/>
              </a:lnSpc>
              <a:buNone/>
            </a:pPr>
            <a:r>
              <a:rPr lang="zh-CN" altLang="en-US" sz="4800" b="1" kern="100" dirty="0">
                <a:solidFill>
                  <a:srgbClr val="003E87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立项背景</a:t>
            </a:r>
            <a:endParaRPr lang="zh-CN" altLang="en-US" sz="4800" b="1" kern="100" dirty="0">
              <a:solidFill>
                <a:srgbClr val="003E87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522845" y="2334260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 defTabSz="457200">
              <a:lnSpc>
                <a:spcPct val="15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01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pic>
        <p:nvPicPr>
          <p:cNvPr id="30" name="图片 1" descr="http://www.gzu.edu.cn/gzu/biaoshi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7690" y="73660"/>
            <a:ext cx="90106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30" descr="贵大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755" y="19050"/>
            <a:ext cx="1833245" cy="785495"/>
          </a:xfrm>
          <a:prstGeom prst="rect">
            <a:avLst/>
          </a:prstGeom>
        </p:spPr>
      </p:pic>
      <p:sp>
        <p:nvSpPr>
          <p:cNvPr id="105" name="流程图: 可选过程 104"/>
          <p:cNvSpPr/>
          <p:nvPr/>
        </p:nvSpPr>
        <p:spPr>
          <a:xfrm rot="19020000">
            <a:off x="-2320290" y="-626110"/>
            <a:ext cx="4852035" cy="3648710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6" name="流程图: 可选过程 105"/>
          <p:cNvSpPr/>
          <p:nvPr/>
        </p:nvSpPr>
        <p:spPr>
          <a:xfrm rot="19020000">
            <a:off x="-684530" y="3819525"/>
            <a:ext cx="2685415" cy="2512695"/>
          </a:xfrm>
          <a:prstGeom prst="flowChartAlternateProcess">
            <a:avLst/>
          </a:prstGeom>
          <a:solidFill>
            <a:srgbClr val="C2D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7" name="流程图: 可选过程 106"/>
          <p:cNvSpPr/>
          <p:nvPr/>
        </p:nvSpPr>
        <p:spPr>
          <a:xfrm rot="19020000">
            <a:off x="1064895" y="5755640"/>
            <a:ext cx="2685415" cy="2531745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9310" y="193675"/>
            <a:ext cx="404685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1.1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立项背景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8" name="Shape 2"/>
          <p:cNvSpPr/>
          <p:nvPr>
            <p:custDataLst>
              <p:tags r:id="rId3"/>
            </p:custDataLst>
          </p:nvPr>
        </p:nvSpPr>
        <p:spPr>
          <a:xfrm>
            <a:off x="2038350" y="3391535"/>
            <a:ext cx="4784090" cy="2444115"/>
          </a:xfrm>
          <a:custGeom>
            <a:avLst/>
            <a:gdLst/>
            <a:ahLst/>
            <a:cxnLst/>
            <a:rect l="l" t="t" r="r" b="b"/>
            <a:pathLst>
              <a:path w="3695700" h="1422400">
                <a:moveTo>
                  <a:pt x="101602" y="0"/>
                </a:moveTo>
                <a:lnTo>
                  <a:pt x="3594098" y="0"/>
                </a:lnTo>
                <a:cubicBezTo>
                  <a:pt x="3650211" y="0"/>
                  <a:pt x="3695700" y="45489"/>
                  <a:pt x="3695700" y="101602"/>
                </a:cubicBezTo>
                <a:lnTo>
                  <a:pt x="3695700" y="1320798"/>
                </a:lnTo>
                <a:cubicBezTo>
                  <a:pt x="3695700" y="1376911"/>
                  <a:pt x="3650211" y="1422400"/>
                  <a:pt x="35940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</p:spPr>
      </p:sp>
      <p:grpSp>
        <p:nvGrpSpPr>
          <p:cNvPr id="45" name="组合 44"/>
          <p:cNvGrpSpPr/>
          <p:nvPr/>
        </p:nvGrpSpPr>
        <p:grpSpPr>
          <a:xfrm>
            <a:off x="2228850" y="3509645"/>
            <a:ext cx="377190" cy="406400"/>
            <a:chOff x="3439" y="1599"/>
            <a:chExt cx="594" cy="640"/>
          </a:xfrm>
        </p:grpSpPr>
        <p:sp>
          <p:nvSpPr>
            <p:cNvPr id="9" name="Shape 3"/>
            <p:cNvSpPr/>
            <p:nvPr>
              <p:custDataLst>
                <p:tags r:id="rId4"/>
              </p:custDataLst>
            </p:nvPr>
          </p:nvSpPr>
          <p:spPr>
            <a:xfrm>
              <a:off x="3439" y="1599"/>
              <a:ext cx="594" cy="64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lnTo>
                    <a:pt x="203200" y="0"/>
                  </a:lnTo>
                  <a:cubicBezTo>
                    <a:pt x="315349" y="0"/>
                    <a:pt x="406400" y="91051"/>
                    <a:pt x="406400" y="203200"/>
                  </a:cubicBezTo>
                  <a:lnTo>
                    <a:pt x="406400" y="203200"/>
                  </a:lnTo>
                  <a:cubicBezTo>
                    <a:pt x="406400" y="315349"/>
                    <a:pt x="315349" y="406400"/>
                    <a:pt x="203200" y="406400"/>
                  </a:cubicBezTo>
                  <a:lnTo>
                    <a:pt x="203200" y="406400"/>
                  </a:lnTo>
                  <a:cubicBezTo>
                    <a:pt x="91051" y="406400"/>
                    <a:pt x="0" y="315349"/>
                    <a:pt x="0" y="203200"/>
                  </a:cubicBezTo>
                  <a:lnTo>
                    <a:pt x="0" y="203200"/>
                  </a:lnTo>
                  <a:cubicBezTo>
                    <a:pt x="0" y="91051"/>
                    <a:pt x="91051" y="0"/>
                    <a:pt x="203200" y="0"/>
                  </a:cubicBezTo>
                  <a:close/>
                </a:path>
              </a:pathLst>
            </a:custGeom>
            <a:solidFill>
              <a:srgbClr val="3C5A85"/>
            </a:solidFill>
          </p:spPr>
        </p:sp>
        <p:sp>
          <p:nvSpPr>
            <p:cNvPr id="10" name="Shape 4"/>
            <p:cNvSpPr/>
            <p:nvPr>
              <p:custDataLst>
                <p:tags r:id="rId5"/>
              </p:custDataLst>
            </p:nvPr>
          </p:nvSpPr>
          <p:spPr>
            <a:xfrm>
              <a:off x="3550" y="1759"/>
              <a:ext cx="371" cy="320"/>
            </a:xfrm>
            <a:custGeom>
              <a:avLst/>
              <a:gdLst/>
              <a:ahLst/>
              <a:cxnLst/>
              <a:rect l="l" t="t" r="r" b="b"/>
              <a:pathLst>
                <a:path w="254000" h="203200">
                  <a:moveTo>
                    <a:pt x="127000" y="6350"/>
                  </a:moveTo>
                  <a:cubicBezTo>
                    <a:pt x="149780" y="6350"/>
                    <a:pt x="168275" y="24845"/>
                    <a:pt x="168275" y="47625"/>
                  </a:cubicBezTo>
                  <a:cubicBezTo>
                    <a:pt x="168275" y="70405"/>
                    <a:pt x="149780" y="88900"/>
                    <a:pt x="127000" y="88900"/>
                  </a:cubicBezTo>
                  <a:cubicBezTo>
                    <a:pt x="104220" y="88900"/>
                    <a:pt x="85725" y="70405"/>
                    <a:pt x="85725" y="47625"/>
                  </a:cubicBezTo>
                  <a:cubicBezTo>
                    <a:pt x="85725" y="24845"/>
                    <a:pt x="104220" y="6350"/>
                    <a:pt x="127000" y="6350"/>
                  </a:cubicBezTo>
                  <a:close/>
                  <a:moveTo>
                    <a:pt x="38100" y="34925"/>
                  </a:moveTo>
                  <a:cubicBezTo>
                    <a:pt x="53871" y="34925"/>
                    <a:pt x="66675" y="47729"/>
                    <a:pt x="66675" y="63500"/>
                  </a:cubicBezTo>
                  <a:cubicBezTo>
                    <a:pt x="66675" y="79271"/>
                    <a:pt x="53871" y="92075"/>
                    <a:pt x="38100" y="92075"/>
                  </a:cubicBezTo>
                  <a:cubicBezTo>
                    <a:pt x="22329" y="92075"/>
                    <a:pt x="9525" y="79271"/>
                    <a:pt x="9525" y="63500"/>
                  </a:cubicBezTo>
                  <a:cubicBezTo>
                    <a:pt x="9525" y="47729"/>
                    <a:pt x="22329" y="34925"/>
                    <a:pt x="38100" y="34925"/>
                  </a:cubicBezTo>
                  <a:close/>
                  <a:moveTo>
                    <a:pt x="0" y="165100"/>
                  </a:moveTo>
                  <a:cubicBezTo>
                    <a:pt x="0" y="137041"/>
                    <a:pt x="22741" y="114300"/>
                    <a:pt x="50800" y="114300"/>
                  </a:cubicBezTo>
                  <a:cubicBezTo>
                    <a:pt x="55880" y="114300"/>
                    <a:pt x="60801" y="115054"/>
                    <a:pt x="65445" y="116443"/>
                  </a:cubicBezTo>
                  <a:cubicBezTo>
                    <a:pt x="52388" y="131048"/>
                    <a:pt x="44450" y="150336"/>
                    <a:pt x="44450" y="171450"/>
                  </a:cubicBezTo>
                  <a:lnTo>
                    <a:pt x="44450" y="177800"/>
                  </a:lnTo>
                  <a:cubicBezTo>
                    <a:pt x="44450" y="182324"/>
                    <a:pt x="45403" y="186611"/>
                    <a:pt x="47109" y="190500"/>
                  </a:cubicBezTo>
                  <a:lnTo>
                    <a:pt x="12700" y="190500"/>
                  </a:lnTo>
                  <a:cubicBezTo>
                    <a:pt x="5675" y="190500"/>
                    <a:pt x="0" y="184825"/>
                    <a:pt x="0" y="177800"/>
                  </a:cubicBezTo>
                  <a:lnTo>
                    <a:pt x="0" y="165100"/>
                  </a:lnTo>
                  <a:close/>
                  <a:moveTo>
                    <a:pt x="206891" y="190500"/>
                  </a:moveTo>
                  <a:cubicBezTo>
                    <a:pt x="208597" y="186611"/>
                    <a:pt x="209550" y="182324"/>
                    <a:pt x="209550" y="177800"/>
                  </a:cubicBezTo>
                  <a:lnTo>
                    <a:pt x="209550" y="171450"/>
                  </a:lnTo>
                  <a:cubicBezTo>
                    <a:pt x="209550" y="150336"/>
                    <a:pt x="201613" y="131048"/>
                    <a:pt x="188555" y="116443"/>
                  </a:cubicBezTo>
                  <a:cubicBezTo>
                    <a:pt x="193199" y="115054"/>
                    <a:pt x="198120" y="114300"/>
                    <a:pt x="203200" y="114300"/>
                  </a:cubicBezTo>
                  <a:cubicBezTo>
                    <a:pt x="231259" y="114300"/>
                    <a:pt x="254000" y="137041"/>
                    <a:pt x="254000" y="165100"/>
                  </a:cubicBezTo>
                  <a:lnTo>
                    <a:pt x="254000" y="177800"/>
                  </a:lnTo>
                  <a:cubicBezTo>
                    <a:pt x="254000" y="184825"/>
                    <a:pt x="248325" y="190500"/>
                    <a:pt x="241300" y="190500"/>
                  </a:cubicBezTo>
                  <a:lnTo>
                    <a:pt x="206891" y="190500"/>
                  </a:lnTo>
                  <a:close/>
                  <a:moveTo>
                    <a:pt x="187325" y="63500"/>
                  </a:moveTo>
                  <a:cubicBezTo>
                    <a:pt x="187325" y="47729"/>
                    <a:pt x="200129" y="34925"/>
                    <a:pt x="215900" y="34925"/>
                  </a:cubicBezTo>
                  <a:cubicBezTo>
                    <a:pt x="231671" y="34925"/>
                    <a:pt x="244475" y="47729"/>
                    <a:pt x="244475" y="63500"/>
                  </a:cubicBezTo>
                  <a:cubicBezTo>
                    <a:pt x="244475" y="79271"/>
                    <a:pt x="231671" y="92075"/>
                    <a:pt x="215900" y="92075"/>
                  </a:cubicBezTo>
                  <a:cubicBezTo>
                    <a:pt x="200129" y="92075"/>
                    <a:pt x="187325" y="79271"/>
                    <a:pt x="187325" y="63500"/>
                  </a:cubicBezTo>
                  <a:close/>
                  <a:moveTo>
                    <a:pt x="63500" y="171450"/>
                  </a:moveTo>
                  <a:cubicBezTo>
                    <a:pt x="63500" y="136366"/>
                    <a:pt x="91916" y="107950"/>
                    <a:pt x="127000" y="107950"/>
                  </a:cubicBezTo>
                  <a:cubicBezTo>
                    <a:pt x="162084" y="107950"/>
                    <a:pt x="190500" y="136366"/>
                    <a:pt x="190500" y="171450"/>
                  </a:cubicBezTo>
                  <a:lnTo>
                    <a:pt x="190500" y="177800"/>
                  </a:lnTo>
                  <a:cubicBezTo>
                    <a:pt x="190500" y="184825"/>
                    <a:pt x="184825" y="190500"/>
                    <a:pt x="177800" y="190500"/>
                  </a:cubicBezTo>
                  <a:lnTo>
                    <a:pt x="76200" y="190500"/>
                  </a:lnTo>
                  <a:cubicBezTo>
                    <a:pt x="69175" y="190500"/>
                    <a:pt x="63500" y="184825"/>
                    <a:pt x="63500" y="177800"/>
                  </a:cubicBezTo>
                  <a:lnTo>
                    <a:pt x="63500" y="1714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Text 5"/>
          <p:cNvSpPr/>
          <p:nvPr>
            <p:custDataLst>
              <p:tags r:id="rId6"/>
            </p:custDataLst>
          </p:nvPr>
        </p:nvSpPr>
        <p:spPr>
          <a:xfrm>
            <a:off x="2534920" y="3610610"/>
            <a:ext cx="1748155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数据现状</a:t>
            </a:r>
            <a:endParaRPr lang="en-US" sz="2800" b="1" dirty="0">
              <a:solidFill>
                <a:srgbClr val="3C5A85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6"/>
          <p:cNvSpPr/>
          <p:nvPr>
            <p:custDataLst>
              <p:tags r:id="rId7"/>
            </p:custDataLst>
          </p:nvPr>
        </p:nvSpPr>
        <p:spPr>
          <a:xfrm>
            <a:off x="2295525" y="4714875"/>
            <a:ext cx="225615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/>
              <a:t>--</a:t>
            </a:r>
            <a:r>
              <a:rPr lang="zh-CN" altLang="en-US" sz="1600" dirty="0"/>
              <a:t>糖尿病患者需长期控糖、控脂、控钠，单看某一指标难以判断食品是否适宜。</a:t>
            </a:r>
            <a:endParaRPr lang="zh-CN" alt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/>
              <a:t>--</a:t>
            </a:r>
            <a:r>
              <a:rPr lang="zh-CN" altLang="en-US" sz="1600" dirty="0"/>
              <a:t>本项目采用 </a:t>
            </a:r>
            <a:r>
              <a:rPr lang="en-US" altLang="zh-CN" sz="1600" dirty="0"/>
              <a:t>IBM </a:t>
            </a:r>
            <a:r>
              <a:rPr lang="zh-CN" altLang="en-US" sz="1600" dirty="0"/>
              <a:t>公开食品数据 13,260 条，17 维营养特征。</a:t>
            </a:r>
            <a:endParaRPr lang="zh-CN" altLang="en-US" sz="16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/>
          </a:p>
        </p:txBody>
      </p:sp>
      <p:grpSp>
        <p:nvGrpSpPr>
          <p:cNvPr id="77" name="组合 76"/>
          <p:cNvGrpSpPr/>
          <p:nvPr/>
        </p:nvGrpSpPr>
        <p:grpSpPr>
          <a:xfrm>
            <a:off x="6896100" y="873125"/>
            <a:ext cx="5151755" cy="2404110"/>
            <a:chOff x="9102" y="3227"/>
            <a:chExt cx="8113" cy="3786"/>
          </a:xfrm>
        </p:grpSpPr>
        <p:grpSp>
          <p:nvGrpSpPr>
            <p:cNvPr id="75" name="组合 74"/>
            <p:cNvGrpSpPr/>
            <p:nvPr/>
          </p:nvGrpSpPr>
          <p:grpSpPr>
            <a:xfrm rot="0">
              <a:off x="9102" y="3227"/>
              <a:ext cx="8113" cy="3786"/>
              <a:chOff x="9102" y="3227"/>
              <a:chExt cx="8113" cy="3786"/>
            </a:xfrm>
          </p:grpSpPr>
          <p:grpSp>
            <p:nvGrpSpPr>
              <p:cNvPr id="38" name="组合 37"/>
              <p:cNvGrpSpPr/>
              <p:nvPr>
                <p:custDataLst>
                  <p:tags r:id="rId8"/>
                </p:custDataLst>
              </p:nvPr>
            </p:nvGrpSpPr>
            <p:grpSpPr>
              <a:xfrm>
                <a:off x="9102" y="3227"/>
                <a:ext cx="8113" cy="3786"/>
                <a:chOff x="57" y="6297"/>
                <a:chExt cx="8113" cy="3786"/>
              </a:xfrm>
            </p:grpSpPr>
            <p:sp>
              <p:nvSpPr>
                <p:cNvPr id="39" name="Shape 2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7" y="6372"/>
                  <a:ext cx="8113" cy="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5700" h="1422400">
                      <a:moveTo>
                        <a:pt x="101602" y="0"/>
                      </a:moveTo>
                      <a:lnTo>
                        <a:pt x="3594098" y="0"/>
                      </a:lnTo>
                      <a:cubicBezTo>
                        <a:pt x="3650211" y="0"/>
                        <a:pt x="3695700" y="45489"/>
                        <a:pt x="3695700" y="101602"/>
                      </a:cubicBezTo>
                      <a:lnTo>
                        <a:pt x="3695700" y="1320798"/>
                      </a:lnTo>
                      <a:cubicBezTo>
                        <a:pt x="3695700" y="1376911"/>
                        <a:pt x="3650211" y="1422400"/>
                        <a:pt x="3594098" y="1422400"/>
                      </a:cubicBezTo>
                      <a:lnTo>
                        <a:pt x="101602" y="1422400"/>
                      </a:lnTo>
                      <a:cubicBezTo>
                        <a:pt x="45489" y="1422400"/>
                        <a:pt x="0" y="1376911"/>
                        <a:pt x="0" y="1320798"/>
                      </a:cubicBezTo>
                      <a:lnTo>
                        <a:pt x="0" y="101602"/>
                      </a:lnTo>
                      <a:cubicBezTo>
                        <a:pt x="0" y="45526"/>
                        <a:pt x="45526" y="0"/>
                        <a:pt x="101602" y="0"/>
                      </a:cubicBezTo>
                      <a:close/>
                    </a:path>
                  </a:pathLst>
                </a:custGeom>
                <a:solidFill>
                  <a:srgbClr val="3C5A85">
                    <a:alpha val="10196"/>
                  </a:srgbClr>
                </a:solidFill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" name="Shape 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80" y="6558"/>
                  <a:ext cx="640" cy="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00" h="406400">
                      <a:moveTo>
                        <a:pt x="203200" y="0"/>
                      </a:moveTo>
                      <a:lnTo>
                        <a:pt x="203200" y="0"/>
                      </a:lnTo>
                      <a:cubicBezTo>
                        <a:pt x="315349" y="0"/>
                        <a:pt x="406400" y="91051"/>
                        <a:pt x="406400" y="203200"/>
                      </a:cubicBezTo>
                      <a:lnTo>
                        <a:pt x="406400" y="203200"/>
                      </a:lnTo>
                      <a:cubicBezTo>
                        <a:pt x="406400" y="315349"/>
                        <a:pt x="315349" y="406400"/>
                        <a:pt x="203200" y="406400"/>
                      </a:cubicBezTo>
                      <a:lnTo>
                        <a:pt x="203200" y="406400"/>
                      </a:lnTo>
                      <a:cubicBezTo>
                        <a:pt x="91051" y="406400"/>
                        <a:pt x="0" y="315349"/>
                        <a:pt x="0" y="203200"/>
                      </a:cubicBezTo>
                      <a:lnTo>
                        <a:pt x="0" y="203200"/>
                      </a:lnTo>
                      <a:cubicBezTo>
                        <a:pt x="0" y="91051"/>
                        <a:pt x="91051" y="0"/>
                        <a:pt x="203200" y="0"/>
                      </a:cubicBezTo>
                      <a:close/>
                    </a:path>
                  </a:pathLst>
                </a:custGeom>
                <a:solidFill>
                  <a:srgbClr val="3C5A85"/>
                </a:solidFill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7" name="Text 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170" y="6570"/>
                  <a:ext cx="2791" cy="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p>
                  <a:pPr marL="0" indent="0">
                    <a:lnSpc>
                      <a:spcPct val="130000"/>
                    </a:lnSpc>
                    <a:buNone/>
                  </a:pPr>
                  <a:r>
                    <a:rPr lang="zh-CN" altLang="en-US" sz="2800" b="1" dirty="0">
                      <a:solidFill>
                        <a:srgbClr val="3C5A85"/>
                      </a:solidFill>
                      <a:latin typeface="Noto Sans SC" panose="020B0200000000000000" pitchFamily="34" charset="-122"/>
                      <a:ea typeface="Noto Sans SC" panose="020B0200000000000000" pitchFamily="34" charset="-122"/>
                      <a:cs typeface="Noto Sans SC" panose="020B0200000000000000" pitchFamily="34" charset="-120"/>
                    </a:rPr>
                    <a:t> 健康需求</a:t>
                  </a:r>
                  <a:endParaRPr lang="zh-CN" altLang="en-US" sz="2800" b="1" dirty="0">
                    <a:solidFill>
                      <a:srgbClr val="3C5A85"/>
                    </a:solidFill>
                    <a:latin typeface="Noto Sans SC" panose="020B0200000000000000" pitchFamily="34" charset="-122"/>
                    <a:ea typeface="Noto Sans SC" panose="020B0200000000000000" pitchFamily="34" charset="-122"/>
                    <a:cs typeface="Noto Sans SC" panose="020B0200000000000000" pitchFamily="34" charset="-120"/>
                  </a:endParaRPr>
                </a:p>
              </p:txBody>
            </p:sp>
            <p:sp>
              <p:nvSpPr>
                <p:cNvPr id="18" name="Text 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18" y="6297"/>
                  <a:ext cx="4544" cy="1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p>
                  <a:pPr marL="0" indent="0">
                    <a:lnSpc>
                      <a:spcPct val="120000"/>
                    </a:lnSpc>
                    <a:buNone/>
                  </a:pPr>
                  <a:endParaRPr lang="zh-CN" altLang="en-US" sz="1600" dirty="0"/>
                </a:p>
              </p:txBody>
            </p:sp>
          </p:grpSp>
          <p:pic>
            <p:nvPicPr>
              <p:cNvPr id="22" name="图片占位符 2" descr="41fa073c-acc9-11f0-89c4-9a776382d5bb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4"/>
              <a:srcRect t="16667" b="16667"/>
              <a:stretch>
                <a:fillRect/>
              </a:stretch>
            </p:blipFill>
            <p:spPr>
              <a:xfrm>
                <a:off x="13899" y="3406"/>
                <a:ext cx="2700" cy="2700"/>
              </a:xfrm>
              <a:custGeom>
                <a:avLst>
                  <a:gd name="connisteX0" fmla="*/ 0 w 1524000"/>
                  <a:gd name="connsiteY0" fmla="*/ 762000 h 1524000"/>
                  <a:gd name="connisteX1" fmla="*/ 762000 w 1524000"/>
                  <a:gd name="connsiteY1" fmla="*/ 0 h 1524000"/>
                  <a:gd name="connisteX2" fmla="*/ 762000 w 1524000"/>
                  <a:gd name="connsiteY2" fmla="*/ 0 h 1524000"/>
                  <a:gd name="connisteX3" fmla="*/ 1524000 w 1524000"/>
                  <a:gd name="connsiteY3" fmla="*/ 762000 h 1524000"/>
                  <a:gd name="connisteX4" fmla="*/ 1524000 w 1524000"/>
                  <a:gd name="connsiteY4" fmla="*/ 762000 h 1524000"/>
                  <a:gd name="connisteX5" fmla="*/ 762000 w 1524000"/>
                  <a:gd name="connsiteY5" fmla="*/ 1524000 h 1524000"/>
                  <a:gd name="connisteX6" fmla="*/ 762000 w 1524000"/>
                  <a:gd name="connsiteY6" fmla="*/ 1524000 h 1524000"/>
                  <a:gd name="connisteX7" fmla="*/ 0 w 1524000"/>
                  <a:gd name="connsiteY7" fmla="*/ 762000 h 1524000"/>
                  <a:gd name="connisteX8" fmla="*/ 0 w 1524000"/>
                  <a:gd name="connsiteY8" fmla="*/ 762000 h 1524000"/>
                </a:avLst>
                <a:gdLst>
                  <a:gd name="connisteX0-1" fmla="*/ 0 w 1524000"/>
                  <a:gd name="connsiteY0-2" fmla="*/ 762000 h 1524000"/>
                  <a:gd name="connisteX1-3" fmla="*/ 762000 w 1524000"/>
                  <a:gd name="connsiteY1-4" fmla="*/ 0 h 1524000"/>
                  <a:gd name="connisteX2-5" fmla="*/ 762000 w 1524000"/>
                  <a:gd name="connsiteY2-6" fmla="*/ 0 h 1524000"/>
                  <a:gd name="connisteX3-7" fmla="*/ 1524000 w 1524000"/>
                  <a:gd name="connsiteY3-8" fmla="*/ 762000 h 1524000"/>
                  <a:gd name="connisteX4-9" fmla="*/ 1524000 w 1524000"/>
                  <a:gd name="connsiteY4-10" fmla="*/ 762000 h 1524000"/>
                  <a:gd name="connisteX5-11" fmla="*/ 762000 w 1524000"/>
                  <a:gd name="connsiteY5-12" fmla="*/ 1524000 h 1524000"/>
                  <a:gd name="connisteX6-13" fmla="*/ 762000 w 1524000"/>
                  <a:gd name="connsiteY6-14" fmla="*/ 1524000 h 1524000"/>
                  <a:gd name="connisteX7-15" fmla="*/ 0 w 1524000"/>
                  <a:gd name="connsiteY7-16" fmla="*/ 762000 h 1524000"/>
                  <a:gd name="connisteX8-17" fmla="*/ 0 w 1524000"/>
                  <a:gd name="connsiteY8-18" fmla="*/ 762000 h 15240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  <a:cxn ang="0">
                    <a:pos x="connisteX0-1" y="connsiteY0-2"/>
                  </a:cxn>
                  <a:cxn ang="0">
                    <a:pos x="connisteX1-3" y="connsiteY1-4"/>
                  </a:cxn>
                  <a:cxn ang="0">
                    <a:pos x="connisteX2-5" y="connsiteY2-6"/>
                  </a:cxn>
                  <a:cxn ang="0">
                    <a:pos x="connisteX3-7" y="connsiteY3-8"/>
                  </a:cxn>
                  <a:cxn ang="0">
                    <a:pos x="connisteX4-9" y="connsiteY4-10"/>
                  </a:cxn>
                  <a:cxn ang="0">
                    <a:pos x="connisteX5-11" y="connsiteY5-12"/>
                  </a:cxn>
                  <a:cxn ang="0">
                    <a:pos x="connisteX6-13" y="connsiteY6-14"/>
                  </a:cxn>
                  <a:cxn ang="0">
                    <a:pos x="connisteX7-15" y="connsiteY7-16"/>
                  </a:cxn>
                  <a:cxn ang="0">
                    <a:pos x="connisteX8-17" y="connsiteY8-18"/>
                  </a:cxn>
                </a:cxnLst>
                <a:pathLst>
                  <a:path w="1524000" h="1524000">
                    <a:moveTo>
                      <a:pt x="0" y="762000"/>
                    </a:moveTo>
                    <a:cubicBezTo>
                      <a:pt x="0" y="341159"/>
                      <a:pt x="341159" y="0"/>
                      <a:pt x="762000" y="0"/>
                    </a:cubicBezTo>
                    <a:lnTo>
                      <a:pt x="762000" y="0"/>
                    </a:lnTo>
                    <a:cubicBezTo>
                      <a:pt x="1182841" y="0"/>
                      <a:pt x="1524000" y="341159"/>
                      <a:pt x="1524000" y="762000"/>
                    </a:cubicBezTo>
                    <a:lnTo>
                      <a:pt x="1524000" y="762000"/>
                    </a:lnTo>
                    <a:cubicBezTo>
                      <a:pt x="1524000" y="1182841"/>
                      <a:pt x="1182841" y="1524000"/>
                      <a:pt x="762000" y="1524000"/>
                    </a:cubicBezTo>
                    <a:lnTo>
                      <a:pt x="762000" y="1524000"/>
                    </a:lnTo>
                    <a:cubicBezTo>
                      <a:pt x="341159" y="1524000"/>
                      <a:pt x="0" y="1182841"/>
                      <a:pt x="0" y="762000"/>
                    </a:cubicBezTo>
                    <a:lnTo>
                      <a:pt x="0" y="762000"/>
                    </a:lnTo>
                    <a:close/>
                  </a:path>
                  <a:path w="1524000" h="1524000">
                    <a:moveTo>
                      <a:pt x="0" y="762000"/>
                    </a:moveTo>
                    <a:cubicBezTo>
                      <a:pt x="0" y="341159"/>
                      <a:pt x="341159" y="0"/>
                      <a:pt x="762000" y="0"/>
                    </a:cubicBezTo>
                    <a:lnTo>
                      <a:pt x="762000" y="0"/>
                    </a:lnTo>
                    <a:cubicBezTo>
                      <a:pt x="1182841" y="0"/>
                      <a:pt x="1524000" y="341159"/>
                      <a:pt x="1524000" y="762000"/>
                    </a:cubicBezTo>
                    <a:lnTo>
                      <a:pt x="1524000" y="762000"/>
                    </a:lnTo>
                    <a:cubicBezTo>
                      <a:pt x="1524000" y="1182841"/>
                      <a:pt x="1182841" y="1524000"/>
                      <a:pt x="762000" y="1524000"/>
                    </a:cubicBezTo>
                    <a:lnTo>
                      <a:pt x="762000" y="1524000"/>
                    </a:lnTo>
                    <a:cubicBezTo>
                      <a:pt x="341159" y="1524000"/>
                      <a:pt x="0" y="1182841"/>
                      <a:pt x="0" y="762000"/>
                    </a:cubicBez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</p:pic>
        </p:grpSp>
        <p:sp>
          <p:nvSpPr>
            <p:cNvPr id="23" name="Shape 9"/>
            <p:cNvSpPr/>
            <p:nvPr>
              <p:custDataLst>
                <p:tags r:id="rId15"/>
              </p:custDataLst>
            </p:nvPr>
          </p:nvSpPr>
          <p:spPr>
            <a:xfrm>
              <a:off x="9625" y="3648"/>
              <a:ext cx="240" cy="320"/>
            </a:xfrm>
            <a:custGeom>
              <a:avLst/>
              <a:gdLst/>
              <a:ahLst/>
              <a:cxnLst/>
              <a:rect l="l" t="t" r="r" b="b"/>
              <a:pathLst>
                <a:path w="152400" h="203200">
                  <a:moveTo>
                    <a:pt x="0" y="25400"/>
                  </a:moveTo>
                  <a:cubicBezTo>
                    <a:pt x="0" y="11390"/>
                    <a:pt x="11390" y="0"/>
                    <a:pt x="25400" y="0"/>
                  </a:cubicBezTo>
                  <a:lnTo>
                    <a:pt x="84733" y="0"/>
                  </a:lnTo>
                  <a:cubicBezTo>
                    <a:pt x="91480" y="0"/>
                    <a:pt x="97949" y="2659"/>
                    <a:pt x="102711" y="7422"/>
                  </a:cubicBezTo>
                  <a:lnTo>
                    <a:pt x="144978" y="49728"/>
                  </a:lnTo>
                  <a:cubicBezTo>
                    <a:pt x="149741" y="54491"/>
                    <a:pt x="152400" y="60960"/>
                    <a:pt x="152400" y="67707"/>
                  </a:cubicBezTo>
                  <a:lnTo>
                    <a:pt x="152400" y="177800"/>
                  </a:lnTo>
                  <a:cubicBezTo>
                    <a:pt x="152400" y="191810"/>
                    <a:pt x="141010" y="203200"/>
                    <a:pt x="127000" y="203200"/>
                  </a:cubicBezTo>
                  <a:lnTo>
                    <a:pt x="25400" y="203200"/>
                  </a:lnTo>
                  <a:cubicBezTo>
                    <a:pt x="11390" y="203200"/>
                    <a:pt x="0" y="191810"/>
                    <a:pt x="0" y="177800"/>
                  </a:cubicBezTo>
                  <a:lnTo>
                    <a:pt x="0" y="25400"/>
                  </a:lnTo>
                  <a:close/>
                  <a:moveTo>
                    <a:pt x="82550" y="23217"/>
                  </a:moveTo>
                  <a:lnTo>
                    <a:pt x="82550" y="60325"/>
                  </a:lnTo>
                  <a:cubicBezTo>
                    <a:pt x="82550" y="65603"/>
                    <a:pt x="86797" y="69850"/>
                    <a:pt x="92075" y="69850"/>
                  </a:cubicBezTo>
                  <a:lnTo>
                    <a:pt x="129183" y="69850"/>
                  </a:lnTo>
                  <a:lnTo>
                    <a:pt x="82550" y="23217"/>
                  </a:lnTo>
                  <a:close/>
                  <a:moveTo>
                    <a:pt x="47625" y="101600"/>
                  </a:moveTo>
                  <a:cubicBezTo>
                    <a:pt x="42347" y="101600"/>
                    <a:pt x="38100" y="105847"/>
                    <a:pt x="38100" y="111125"/>
                  </a:cubicBezTo>
                  <a:cubicBezTo>
                    <a:pt x="38100" y="116403"/>
                    <a:pt x="42347" y="120650"/>
                    <a:pt x="47625" y="120650"/>
                  </a:cubicBezTo>
                  <a:lnTo>
                    <a:pt x="104775" y="120650"/>
                  </a:lnTo>
                  <a:cubicBezTo>
                    <a:pt x="110053" y="120650"/>
                    <a:pt x="114300" y="116403"/>
                    <a:pt x="114300" y="111125"/>
                  </a:cubicBezTo>
                  <a:cubicBezTo>
                    <a:pt x="114300" y="105847"/>
                    <a:pt x="110053" y="101600"/>
                    <a:pt x="104775" y="101600"/>
                  </a:cubicBezTo>
                  <a:lnTo>
                    <a:pt x="47625" y="101600"/>
                  </a:lnTo>
                  <a:close/>
                  <a:moveTo>
                    <a:pt x="47625" y="139700"/>
                  </a:moveTo>
                  <a:cubicBezTo>
                    <a:pt x="42347" y="139700"/>
                    <a:pt x="38100" y="143947"/>
                    <a:pt x="38100" y="149225"/>
                  </a:cubicBezTo>
                  <a:cubicBezTo>
                    <a:pt x="38100" y="154503"/>
                    <a:pt x="42347" y="158750"/>
                    <a:pt x="47625" y="158750"/>
                  </a:cubicBezTo>
                  <a:lnTo>
                    <a:pt x="104775" y="158750"/>
                  </a:lnTo>
                  <a:cubicBezTo>
                    <a:pt x="110053" y="158750"/>
                    <a:pt x="114300" y="154503"/>
                    <a:pt x="114300" y="149225"/>
                  </a:cubicBezTo>
                  <a:cubicBezTo>
                    <a:pt x="114300" y="143947"/>
                    <a:pt x="110053" y="139700"/>
                    <a:pt x="104775" y="139700"/>
                  </a:cubicBezTo>
                  <a:lnTo>
                    <a:pt x="47625" y="139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939280" y="3424555"/>
            <a:ext cx="5151755" cy="2405380"/>
            <a:chOff x="10900" y="6935"/>
            <a:chExt cx="8113" cy="3788"/>
          </a:xfrm>
        </p:grpSpPr>
        <p:grpSp>
          <p:nvGrpSpPr>
            <p:cNvPr id="34" name="组合 33"/>
            <p:cNvGrpSpPr/>
            <p:nvPr>
              <p:custDataLst>
                <p:tags r:id="rId16"/>
              </p:custDataLst>
            </p:nvPr>
          </p:nvGrpSpPr>
          <p:grpSpPr>
            <a:xfrm>
              <a:off x="10900" y="6935"/>
              <a:ext cx="8113" cy="3788"/>
              <a:chOff x="-3" y="5467"/>
              <a:chExt cx="8113" cy="3788"/>
            </a:xfrm>
          </p:grpSpPr>
          <p:sp>
            <p:nvSpPr>
              <p:cNvPr id="35" name="Shape 2"/>
              <p:cNvSpPr/>
              <p:nvPr>
                <p:custDataLst>
                  <p:tags r:id="rId17"/>
                </p:custDataLst>
              </p:nvPr>
            </p:nvSpPr>
            <p:spPr>
              <a:xfrm>
                <a:off x="-3" y="5467"/>
                <a:ext cx="8113" cy="3788"/>
              </a:xfrm>
              <a:custGeom>
                <a:avLst/>
                <a:gdLst/>
                <a:ahLst/>
                <a:cxnLst/>
                <a:rect l="l" t="t" r="r" b="b"/>
                <a:pathLst>
                  <a:path w="3695700" h="1422400">
                    <a:moveTo>
                      <a:pt x="101602" y="0"/>
                    </a:moveTo>
                    <a:lnTo>
                      <a:pt x="3594098" y="0"/>
                    </a:lnTo>
                    <a:cubicBezTo>
                      <a:pt x="3650211" y="0"/>
                      <a:pt x="3695700" y="45489"/>
                      <a:pt x="3695700" y="101602"/>
                    </a:cubicBezTo>
                    <a:lnTo>
                      <a:pt x="3695700" y="1320798"/>
                    </a:lnTo>
                    <a:cubicBezTo>
                      <a:pt x="3695700" y="1376911"/>
                      <a:pt x="3650211" y="1422400"/>
                      <a:pt x="3594098" y="1422400"/>
                    </a:cubicBezTo>
                    <a:lnTo>
                      <a:pt x="101602" y="1422400"/>
                    </a:lnTo>
                    <a:cubicBezTo>
                      <a:pt x="45489" y="1422400"/>
                      <a:pt x="0" y="1376911"/>
                      <a:pt x="0" y="1320798"/>
                    </a:cubicBezTo>
                    <a:lnTo>
                      <a:pt x="0" y="101602"/>
                    </a:lnTo>
                    <a:cubicBezTo>
                      <a:pt x="0" y="45526"/>
                      <a:pt x="45526" y="0"/>
                      <a:pt x="101602" y="0"/>
                    </a:cubicBezTo>
                    <a:close/>
                  </a:path>
                </a:pathLst>
              </a:custGeom>
              <a:solidFill>
                <a:srgbClr val="3C5A85">
                  <a:alpha val="10196"/>
                </a:srgbClr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" name="Text 5"/>
              <p:cNvSpPr/>
              <p:nvPr>
                <p:custDataLst>
                  <p:tags r:id="rId18"/>
                </p:custDataLst>
              </p:nvPr>
            </p:nvSpPr>
            <p:spPr>
              <a:xfrm>
                <a:off x="1170" y="5686"/>
                <a:ext cx="2932" cy="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800" b="1" dirty="0">
                    <a:solidFill>
                      <a:srgbClr val="3C5A85"/>
                    </a:solidFill>
                    <a:latin typeface="Noto Sans SC" panose="020B0200000000000000" pitchFamily="34" charset="-122"/>
                    <a:ea typeface="Noto Sans SC" panose="020B0200000000000000" pitchFamily="34" charset="-122"/>
                    <a:cs typeface="Noto Sans SC" panose="020B0200000000000000" pitchFamily="34" charset="-120"/>
                  </a:rPr>
                  <a:t> 数智驱动</a:t>
                </a:r>
                <a:endParaRPr lang="zh-CN" altLang="en-US" sz="2800" b="1" dirty="0">
                  <a:solidFill>
                    <a:srgbClr val="3C5A85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endParaRPr>
              </a:p>
            </p:txBody>
          </p:sp>
          <p:sp>
            <p:nvSpPr>
              <p:cNvPr id="37" name="Text 6"/>
              <p:cNvSpPr/>
              <p:nvPr>
                <p:custDataLst>
                  <p:tags r:id="rId19"/>
                </p:custDataLst>
              </p:nvPr>
            </p:nvSpPr>
            <p:spPr>
              <a:xfrm>
                <a:off x="480" y="7499"/>
                <a:ext cx="4093" cy="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600" dirty="0"/>
                  <a:t>--</a:t>
                </a:r>
                <a:r>
                  <a:rPr lang="zh-CN" altLang="en-US" sz="1600" dirty="0"/>
                  <a:t>采用 </a:t>
                </a:r>
                <a:r>
                  <a:rPr lang="en-US" altLang="zh-CN" sz="1600" dirty="0"/>
                  <a:t>Softmax </a:t>
                </a:r>
                <a:r>
                  <a:rPr lang="zh-CN" altLang="en-US" sz="1600" dirty="0"/>
                  <a:t>逻辑回归，对比 </a:t>
                </a:r>
                <a:r>
                  <a:rPr lang="en-US" altLang="zh-CN" sz="1600" dirty="0"/>
                  <a:t>L1 / L2 </a:t>
                </a:r>
                <a:r>
                  <a:rPr lang="zh-CN" altLang="en-US" sz="1600" dirty="0"/>
                  <a:t>正则化。</a:t>
                </a:r>
                <a:endParaRPr lang="zh-CN" altLang="en-US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600" dirty="0"/>
                  <a:t>--</a:t>
                </a:r>
                <a:r>
                  <a:rPr lang="zh-CN" altLang="en-US" sz="1600" dirty="0"/>
                  <a:t>搭建 </a:t>
                </a:r>
                <a:r>
                  <a:rPr lang="en-US" altLang="zh-CN" sz="1600" dirty="0"/>
                  <a:t>Lab </a:t>
                </a:r>
                <a:r>
                  <a:rPr lang="zh-CN" altLang="en-US" sz="1600" dirty="0"/>
                  <a:t>实验平台 + 饮食推荐演示系统。</a:t>
                </a:r>
                <a:endParaRPr lang="zh-CN" altLang="en-US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sz="1600" dirty="0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11223" y="7154"/>
              <a:ext cx="640" cy="640"/>
              <a:chOff x="11970" y="12338"/>
              <a:chExt cx="640" cy="640"/>
            </a:xfrm>
          </p:grpSpPr>
          <p:sp>
            <p:nvSpPr>
              <p:cNvPr id="68" name="Shape 13"/>
              <p:cNvSpPr/>
              <p:nvPr>
                <p:custDataLst>
                  <p:tags r:id="rId20"/>
                </p:custDataLst>
              </p:nvPr>
            </p:nvSpPr>
            <p:spPr>
              <a:xfrm>
                <a:off x="11970" y="12338"/>
                <a:ext cx="640" cy="64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203200" y="0"/>
                    </a:moveTo>
                    <a:lnTo>
                      <a:pt x="203200" y="0"/>
                    </a:lnTo>
                    <a:cubicBezTo>
                      <a:pt x="315349" y="0"/>
                      <a:pt x="406400" y="91051"/>
                      <a:pt x="406400" y="203200"/>
                    </a:cubicBezTo>
                    <a:lnTo>
                      <a:pt x="406400" y="203200"/>
                    </a:lnTo>
                    <a:cubicBezTo>
                      <a:pt x="406400" y="315349"/>
                      <a:pt x="315349" y="406400"/>
                      <a:pt x="203200" y="406400"/>
                    </a:cubicBezTo>
                    <a:lnTo>
                      <a:pt x="203200" y="406400"/>
                    </a:lnTo>
                    <a:cubicBezTo>
                      <a:pt x="91051" y="406400"/>
                      <a:pt x="0" y="315349"/>
                      <a:pt x="0" y="203200"/>
                    </a:cubicBezTo>
                    <a:lnTo>
                      <a:pt x="0" y="203200"/>
                    </a:lnTo>
                    <a:cubicBezTo>
                      <a:pt x="0" y="91051"/>
                      <a:pt x="91051" y="0"/>
                      <a:pt x="203200" y="0"/>
                    </a:cubicBezTo>
                    <a:close/>
                  </a:path>
                </a:pathLst>
              </a:custGeom>
              <a:solidFill>
                <a:srgbClr val="3C5A85"/>
              </a:solidFill>
            </p:spPr>
          </p:sp>
          <p:sp>
            <p:nvSpPr>
              <p:cNvPr id="69" name="Shape 14"/>
              <p:cNvSpPr/>
              <p:nvPr>
                <p:custDataLst>
                  <p:tags r:id="rId21"/>
                </p:custDataLst>
              </p:nvPr>
            </p:nvSpPr>
            <p:spPr>
              <a:xfrm>
                <a:off x="12130" y="12498"/>
                <a:ext cx="320" cy="32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203200">
                    <a:moveTo>
                      <a:pt x="69850" y="9525"/>
                    </a:moveTo>
                    <a:cubicBezTo>
                      <a:pt x="69850" y="4247"/>
                      <a:pt x="65603" y="0"/>
                      <a:pt x="60325" y="0"/>
                    </a:cubicBezTo>
                    <a:cubicBezTo>
                      <a:pt x="55047" y="0"/>
                      <a:pt x="50800" y="4247"/>
                      <a:pt x="50800" y="9525"/>
                    </a:cubicBezTo>
                    <a:lnTo>
                      <a:pt x="50800" y="25400"/>
                    </a:lnTo>
                    <a:cubicBezTo>
                      <a:pt x="36790" y="25400"/>
                      <a:pt x="25400" y="36790"/>
                      <a:pt x="25400" y="50800"/>
                    </a:cubicBezTo>
                    <a:lnTo>
                      <a:pt x="9525" y="50800"/>
                    </a:lnTo>
                    <a:cubicBezTo>
                      <a:pt x="4247" y="50800"/>
                      <a:pt x="0" y="55047"/>
                      <a:pt x="0" y="60325"/>
                    </a:cubicBezTo>
                    <a:cubicBezTo>
                      <a:pt x="0" y="65603"/>
                      <a:pt x="4247" y="69850"/>
                      <a:pt x="9525" y="69850"/>
                    </a:cubicBezTo>
                    <a:lnTo>
                      <a:pt x="25400" y="69850"/>
                    </a:lnTo>
                    <a:lnTo>
                      <a:pt x="25400" y="92075"/>
                    </a:lnTo>
                    <a:lnTo>
                      <a:pt x="9525" y="92075"/>
                    </a:lnTo>
                    <a:cubicBezTo>
                      <a:pt x="4247" y="92075"/>
                      <a:pt x="0" y="96322"/>
                      <a:pt x="0" y="101600"/>
                    </a:cubicBezTo>
                    <a:cubicBezTo>
                      <a:pt x="0" y="106878"/>
                      <a:pt x="4247" y="111125"/>
                      <a:pt x="9525" y="111125"/>
                    </a:cubicBezTo>
                    <a:lnTo>
                      <a:pt x="25400" y="111125"/>
                    </a:lnTo>
                    <a:lnTo>
                      <a:pt x="25400" y="133350"/>
                    </a:lnTo>
                    <a:lnTo>
                      <a:pt x="9525" y="133350"/>
                    </a:lnTo>
                    <a:cubicBezTo>
                      <a:pt x="4247" y="133350"/>
                      <a:pt x="0" y="137597"/>
                      <a:pt x="0" y="142875"/>
                    </a:cubicBezTo>
                    <a:cubicBezTo>
                      <a:pt x="0" y="148153"/>
                      <a:pt x="4247" y="152400"/>
                      <a:pt x="9525" y="152400"/>
                    </a:cubicBezTo>
                    <a:lnTo>
                      <a:pt x="25400" y="152400"/>
                    </a:lnTo>
                    <a:cubicBezTo>
                      <a:pt x="25400" y="166410"/>
                      <a:pt x="36790" y="177800"/>
                      <a:pt x="50800" y="177800"/>
                    </a:cubicBezTo>
                    <a:lnTo>
                      <a:pt x="50800" y="193675"/>
                    </a:lnTo>
                    <a:cubicBezTo>
                      <a:pt x="50800" y="198953"/>
                      <a:pt x="55047" y="203200"/>
                      <a:pt x="60325" y="203200"/>
                    </a:cubicBezTo>
                    <a:cubicBezTo>
                      <a:pt x="65603" y="203200"/>
                      <a:pt x="69850" y="198953"/>
                      <a:pt x="69850" y="193675"/>
                    </a:cubicBezTo>
                    <a:lnTo>
                      <a:pt x="69850" y="177800"/>
                    </a:lnTo>
                    <a:lnTo>
                      <a:pt x="92075" y="177800"/>
                    </a:lnTo>
                    <a:lnTo>
                      <a:pt x="92075" y="193675"/>
                    </a:lnTo>
                    <a:cubicBezTo>
                      <a:pt x="92075" y="198953"/>
                      <a:pt x="96322" y="203200"/>
                      <a:pt x="101600" y="203200"/>
                    </a:cubicBezTo>
                    <a:cubicBezTo>
                      <a:pt x="106878" y="203200"/>
                      <a:pt x="111125" y="198953"/>
                      <a:pt x="111125" y="193675"/>
                    </a:cubicBezTo>
                    <a:lnTo>
                      <a:pt x="111125" y="177800"/>
                    </a:lnTo>
                    <a:lnTo>
                      <a:pt x="133350" y="177800"/>
                    </a:lnTo>
                    <a:lnTo>
                      <a:pt x="133350" y="193675"/>
                    </a:lnTo>
                    <a:cubicBezTo>
                      <a:pt x="133350" y="198953"/>
                      <a:pt x="137597" y="203200"/>
                      <a:pt x="142875" y="203200"/>
                    </a:cubicBezTo>
                    <a:cubicBezTo>
                      <a:pt x="148153" y="203200"/>
                      <a:pt x="152400" y="198953"/>
                      <a:pt x="152400" y="193675"/>
                    </a:cubicBezTo>
                    <a:lnTo>
                      <a:pt x="152400" y="177800"/>
                    </a:lnTo>
                    <a:cubicBezTo>
                      <a:pt x="166410" y="177800"/>
                      <a:pt x="177800" y="166410"/>
                      <a:pt x="177800" y="152400"/>
                    </a:cubicBezTo>
                    <a:lnTo>
                      <a:pt x="193675" y="152400"/>
                    </a:lnTo>
                    <a:cubicBezTo>
                      <a:pt x="198953" y="152400"/>
                      <a:pt x="203200" y="148153"/>
                      <a:pt x="203200" y="142875"/>
                    </a:cubicBezTo>
                    <a:cubicBezTo>
                      <a:pt x="203200" y="137597"/>
                      <a:pt x="198953" y="133350"/>
                      <a:pt x="193675" y="133350"/>
                    </a:cubicBezTo>
                    <a:lnTo>
                      <a:pt x="177800" y="133350"/>
                    </a:lnTo>
                    <a:lnTo>
                      <a:pt x="177800" y="111125"/>
                    </a:lnTo>
                    <a:lnTo>
                      <a:pt x="193675" y="111125"/>
                    </a:lnTo>
                    <a:cubicBezTo>
                      <a:pt x="198953" y="111125"/>
                      <a:pt x="203200" y="106878"/>
                      <a:pt x="203200" y="101600"/>
                    </a:cubicBezTo>
                    <a:cubicBezTo>
                      <a:pt x="203200" y="96322"/>
                      <a:pt x="198953" y="92075"/>
                      <a:pt x="193675" y="92075"/>
                    </a:cubicBezTo>
                    <a:lnTo>
                      <a:pt x="177800" y="92075"/>
                    </a:lnTo>
                    <a:lnTo>
                      <a:pt x="177800" y="69850"/>
                    </a:lnTo>
                    <a:lnTo>
                      <a:pt x="193675" y="69850"/>
                    </a:lnTo>
                    <a:cubicBezTo>
                      <a:pt x="198953" y="69850"/>
                      <a:pt x="203200" y="65603"/>
                      <a:pt x="203200" y="60325"/>
                    </a:cubicBezTo>
                    <a:cubicBezTo>
                      <a:pt x="203200" y="55047"/>
                      <a:pt x="198953" y="50800"/>
                      <a:pt x="193675" y="50800"/>
                    </a:cubicBezTo>
                    <a:lnTo>
                      <a:pt x="177800" y="50800"/>
                    </a:lnTo>
                    <a:cubicBezTo>
                      <a:pt x="177800" y="36790"/>
                      <a:pt x="166410" y="25400"/>
                      <a:pt x="152400" y="25400"/>
                    </a:cubicBezTo>
                    <a:lnTo>
                      <a:pt x="152400" y="9525"/>
                    </a:lnTo>
                    <a:cubicBezTo>
                      <a:pt x="152400" y="4247"/>
                      <a:pt x="148153" y="0"/>
                      <a:pt x="142875" y="0"/>
                    </a:cubicBezTo>
                    <a:cubicBezTo>
                      <a:pt x="137597" y="0"/>
                      <a:pt x="133350" y="4247"/>
                      <a:pt x="133350" y="9525"/>
                    </a:cubicBezTo>
                    <a:lnTo>
                      <a:pt x="133350" y="25400"/>
                    </a:lnTo>
                    <a:lnTo>
                      <a:pt x="111125" y="25400"/>
                    </a:lnTo>
                    <a:lnTo>
                      <a:pt x="111125" y="9525"/>
                    </a:lnTo>
                    <a:cubicBezTo>
                      <a:pt x="111125" y="4247"/>
                      <a:pt x="106878" y="0"/>
                      <a:pt x="101600" y="0"/>
                    </a:cubicBezTo>
                    <a:cubicBezTo>
                      <a:pt x="96322" y="0"/>
                      <a:pt x="92075" y="4247"/>
                      <a:pt x="92075" y="9525"/>
                    </a:cubicBezTo>
                    <a:lnTo>
                      <a:pt x="92075" y="25400"/>
                    </a:lnTo>
                    <a:lnTo>
                      <a:pt x="69850" y="25400"/>
                    </a:lnTo>
                    <a:lnTo>
                      <a:pt x="69850" y="9525"/>
                    </a:lnTo>
                    <a:close/>
                    <a:moveTo>
                      <a:pt x="63500" y="50800"/>
                    </a:moveTo>
                    <a:lnTo>
                      <a:pt x="139700" y="50800"/>
                    </a:lnTo>
                    <a:cubicBezTo>
                      <a:pt x="146725" y="50800"/>
                      <a:pt x="152400" y="56475"/>
                      <a:pt x="152400" y="63500"/>
                    </a:cubicBezTo>
                    <a:lnTo>
                      <a:pt x="152400" y="139700"/>
                    </a:lnTo>
                    <a:cubicBezTo>
                      <a:pt x="152400" y="146725"/>
                      <a:pt x="146725" y="152400"/>
                      <a:pt x="139700" y="152400"/>
                    </a:cubicBezTo>
                    <a:lnTo>
                      <a:pt x="63500" y="152400"/>
                    </a:lnTo>
                    <a:cubicBezTo>
                      <a:pt x="56475" y="152400"/>
                      <a:pt x="50800" y="146725"/>
                      <a:pt x="50800" y="139700"/>
                    </a:cubicBezTo>
                    <a:lnTo>
                      <a:pt x="50800" y="63500"/>
                    </a:lnTo>
                    <a:cubicBezTo>
                      <a:pt x="50800" y="56475"/>
                      <a:pt x="56475" y="50800"/>
                      <a:pt x="63500" y="50800"/>
                    </a:cubicBezTo>
                    <a:close/>
                    <a:moveTo>
                      <a:pt x="69850" y="69850"/>
                    </a:moveTo>
                    <a:lnTo>
                      <a:pt x="69850" y="133350"/>
                    </a:lnTo>
                    <a:lnTo>
                      <a:pt x="133350" y="133350"/>
                    </a:lnTo>
                    <a:lnTo>
                      <a:pt x="133350" y="69850"/>
                    </a:lnTo>
                    <a:lnTo>
                      <a:pt x="69850" y="698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pic>
          <p:nvPicPr>
            <p:cNvPr id="73" name="图片占位符 3" descr="42d2c66b-acc9-11f0-8e43-6e901cb648ff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rcRect/>
            <a:stretch>
              <a:fillRect/>
            </a:stretch>
          </p:blipFill>
          <p:spPr>
            <a:xfrm>
              <a:off x="15696" y="7068"/>
              <a:ext cx="2699" cy="2699"/>
            </a:xfrm>
            <a:custGeom>
              <a:avLst>
                <a:gd name="connisteX0" fmla="*/ 0 w 1219200"/>
                <a:gd name="connsiteY0" fmla="*/ 609600 h 1219200"/>
                <a:gd name="connisteX1" fmla="*/ 609600 w 1219200"/>
                <a:gd name="connsiteY1" fmla="*/ 0 h 1219200"/>
                <a:gd name="connisteX2" fmla="*/ 609600 w 1219200"/>
                <a:gd name="connsiteY2" fmla="*/ 0 h 1219200"/>
                <a:gd name="connisteX3" fmla="*/ 1219200 w 1219200"/>
                <a:gd name="connsiteY3" fmla="*/ 609600 h 1219200"/>
                <a:gd name="connisteX4" fmla="*/ 1219200 w 1219200"/>
                <a:gd name="connsiteY4" fmla="*/ 609600 h 1219200"/>
                <a:gd name="connisteX5" fmla="*/ 609600 w 1219200"/>
                <a:gd name="connsiteY5" fmla="*/ 1219200 h 1219200"/>
                <a:gd name="connisteX6" fmla="*/ 609600 w 1219200"/>
                <a:gd name="connsiteY6" fmla="*/ 1219200 h 1219200"/>
                <a:gd name="connisteX7" fmla="*/ 0 w 1219200"/>
                <a:gd name="connsiteY7" fmla="*/ 609600 h 1219200"/>
                <a:gd name="connisteX8" fmla="*/ 0 w 1219200"/>
                <a:gd name="connsiteY8" fmla="*/ 609600 h 1219200"/>
              </a:avLst>
              <a:gdLst>
                <a:gd name="connisteX0-1" fmla="*/ 0 w 1219200"/>
                <a:gd name="connsiteY0-2" fmla="*/ 609600 h 1219200"/>
                <a:gd name="connisteX1-3" fmla="*/ 609600 w 1219200"/>
                <a:gd name="connsiteY1-4" fmla="*/ 0 h 1219200"/>
                <a:gd name="connisteX2-5" fmla="*/ 609600 w 1219200"/>
                <a:gd name="connsiteY2-6" fmla="*/ 0 h 1219200"/>
                <a:gd name="connisteX3-7" fmla="*/ 1219200 w 1219200"/>
                <a:gd name="connsiteY3-8" fmla="*/ 609600 h 1219200"/>
                <a:gd name="connisteX4-9" fmla="*/ 1219200 w 1219200"/>
                <a:gd name="connsiteY4-10" fmla="*/ 609600 h 1219200"/>
                <a:gd name="connisteX5-11" fmla="*/ 609600 w 1219200"/>
                <a:gd name="connsiteY5-12" fmla="*/ 1219200 h 1219200"/>
                <a:gd name="connisteX6-13" fmla="*/ 609600 w 1219200"/>
                <a:gd name="connsiteY6-14" fmla="*/ 1219200 h 1219200"/>
                <a:gd name="connisteX7-15" fmla="*/ 0 w 1219200"/>
                <a:gd name="connsiteY7-16" fmla="*/ 609600 h 1219200"/>
                <a:gd name="connisteX8-17" fmla="*/ 0 w 1219200"/>
                <a:gd name="connsiteY8-18" fmla="*/ 609600 h 12192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0-1" y="connsiteY0-2"/>
                </a:cxn>
                <a:cxn ang="0">
                  <a:pos x="connisteX1-3" y="connsiteY1-4"/>
                </a:cxn>
                <a:cxn ang="0">
                  <a:pos x="connisteX2-5" y="connsiteY2-6"/>
                </a:cxn>
                <a:cxn ang="0">
                  <a:pos x="connisteX3-7" y="connsiteY3-8"/>
                </a:cxn>
                <a:cxn ang="0">
                  <a:pos x="connisteX4-9" y="connsiteY4-10"/>
                </a:cxn>
                <a:cxn ang="0">
                  <a:pos x="connisteX5-11" y="connsiteY5-12"/>
                </a:cxn>
                <a:cxn ang="0">
                  <a:pos x="connisteX6-13" y="connsiteY6-14"/>
                </a:cxn>
                <a:cxn ang="0">
                  <a:pos x="connisteX7-15" y="connsiteY7-16"/>
                </a:cxn>
                <a:cxn ang="0">
                  <a:pos x="connisteX8-17" y="connsiteY8-18"/>
                </a:cxn>
              </a:cxnLst>
              <a:pathLst>
                <a:path w="1219200" h="1219200">
                  <a:moveTo>
                    <a:pt x="0" y="609600"/>
                  </a:moveTo>
                  <a:cubicBezTo>
                    <a:pt x="0" y="272927"/>
                    <a:pt x="272927" y="0"/>
                    <a:pt x="609600" y="0"/>
                  </a:cubicBezTo>
                  <a:lnTo>
                    <a:pt x="609600" y="0"/>
                  </a:lnTo>
                  <a:cubicBezTo>
                    <a:pt x="946273" y="0"/>
                    <a:pt x="1219200" y="272927"/>
                    <a:pt x="1219200" y="609600"/>
                  </a:cubicBezTo>
                  <a:lnTo>
                    <a:pt x="1219200" y="609600"/>
                  </a:lnTo>
                  <a:cubicBezTo>
                    <a:pt x="1219200" y="946273"/>
                    <a:pt x="946273" y="1219200"/>
                    <a:pt x="609600" y="1219200"/>
                  </a:cubicBezTo>
                  <a:lnTo>
                    <a:pt x="609600" y="1219200"/>
                  </a:lnTo>
                  <a:cubicBezTo>
                    <a:pt x="272927" y="1219200"/>
                    <a:pt x="0" y="946273"/>
                    <a:pt x="0" y="609600"/>
                  </a:cubicBezTo>
                  <a:lnTo>
                    <a:pt x="0" y="609600"/>
                  </a:lnTo>
                  <a:close/>
                </a:path>
                <a:path w="1219200" h="1219200">
                  <a:moveTo>
                    <a:pt x="0" y="609600"/>
                  </a:moveTo>
                  <a:cubicBezTo>
                    <a:pt x="0" y="272927"/>
                    <a:pt x="272927" y="0"/>
                    <a:pt x="609600" y="0"/>
                  </a:cubicBezTo>
                  <a:lnTo>
                    <a:pt x="609600" y="0"/>
                  </a:lnTo>
                  <a:cubicBezTo>
                    <a:pt x="946273" y="0"/>
                    <a:pt x="1219200" y="272927"/>
                    <a:pt x="1219200" y="609600"/>
                  </a:cubicBezTo>
                  <a:lnTo>
                    <a:pt x="1219200" y="609600"/>
                  </a:lnTo>
                  <a:cubicBezTo>
                    <a:pt x="1219200" y="946273"/>
                    <a:pt x="946273" y="1219200"/>
                    <a:pt x="609600" y="1219200"/>
                  </a:cubicBezTo>
                  <a:lnTo>
                    <a:pt x="609600" y="1219200"/>
                  </a:lnTo>
                  <a:cubicBezTo>
                    <a:pt x="272927" y="1219200"/>
                    <a:pt x="0" y="946273"/>
                    <a:pt x="0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</p:pic>
      </p:grpSp>
      <p:grpSp>
        <p:nvGrpSpPr>
          <p:cNvPr id="2" name="组合 1"/>
          <p:cNvGrpSpPr/>
          <p:nvPr/>
        </p:nvGrpSpPr>
        <p:grpSpPr>
          <a:xfrm>
            <a:off x="2038350" y="908685"/>
            <a:ext cx="4737735" cy="2369185"/>
            <a:chOff x="3209" y="5461"/>
            <a:chExt cx="7461" cy="3731"/>
          </a:xfrm>
        </p:grpSpPr>
        <p:grpSp>
          <p:nvGrpSpPr>
            <p:cNvPr id="24" name="组合 23"/>
            <p:cNvGrpSpPr/>
            <p:nvPr>
              <p:custDataLst>
                <p:tags r:id="rId24"/>
              </p:custDataLst>
            </p:nvPr>
          </p:nvGrpSpPr>
          <p:grpSpPr>
            <a:xfrm>
              <a:off x="3209" y="5461"/>
              <a:ext cx="7461" cy="3731"/>
              <a:chOff x="-3" y="5467"/>
              <a:chExt cx="8113" cy="3731"/>
            </a:xfrm>
          </p:grpSpPr>
          <p:sp>
            <p:nvSpPr>
              <p:cNvPr id="28" name="Shape 2"/>
              <p:cNvSpPr/>
              <p:nvPr>
                <p:custDataLst>
                  <p:tags r:id="rId25"/>
                </p:custDataLst>
              </p:nvPr>
            </p:nvSpPr>
            <p:spPr>
              <a:xfrm>
                <a:off x="-3" y="5467"/>
                <a:ext cx="8113" cy="3731"/>
              </a:xfrm>
              <a:custGeom>
                <a:avLst/>
                <a:gdLst/>
                <a:ahLst/>
                <a:cxnLst/>
                <a:rect l="l" t="t" r="r" b="b"/>
                <a:pathLst>
                  <a:path w="3695700" h="1422400">
                    <a:moveTo>
                      <a:pt x="101602" y="0"/>
                    </a:moveTo>
                    <a:lnTo>
                      <a:pt x="3594098" y="0"/>
                    </a:lnTo>
                    <a:cubicBezTo>
                      <a:pt x="3650211" y="0"/>
                      <a:pt x="3695700" y="45489"/>
                      <a:pt x="3695700" y="101602"/>
                    </a:cubicBezTo>
                    <a:lnTo>
                      <a:pt x="3695700" y="1320798"/>
                    </a:lnTo>
                    <a:cubicBezTo>
                      <a:pt x="3695700" y="1376911"/>
                      <a:pt x="3650211" y="1422400"/>
                      <a:pt x="3594098" y="1422400"/>
                    </a:cubicBezTo>
                    <a:lnTo>
                      <a:pt x="101602" y="1422400"/>
                    </a:lnTo>
                    <a:cubicBezTo>
                      <a:pt x="45489" y="1422400"/>
                      <a:pt x="0" y="1376911"/>
                      <a:pt x="0" y="1320798"/>
                    </a:cubicBezTo>
                    <a:lnTo>
                      <a:pt x="0" y="101602"/>
                    </a:lnTo>
                    <a:cubicBezTo>
                      <a:pt x="0" y="45526"/>
                      <a:pt x="45526" y="0"/>
                      <a:pt x="101602" y="0"/>
                    </a:cubicBezTo>
                    <a:close/>
                  </a:path>
                </a:pathLst>
              </a:custGeom>
              <a:solidFill>
                <a:srgbClr val="3C5A85">
                  <a:alpha val="10196"/>
                </a:srgbClr>
              </a:solidFill>
            </p:spPr>
          </p:sp>
          <p:sp>
            <p:nvSpPr>
              <p:cNvPr id="29" name="Shape 3"/>
              <p:cNvSpPr/>
              <p:nvPr>
                <p:custDataLst>
                  <p:tags r:id="rId26"/>
                </p:custDataLst>
              </p:nvPr>
            </p:nvSpPr>
            <p:spPr>
              <a:xfrm>
                <a:off x="320" y="5653"/>
                <a:ext cx="640" cy="64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203200" y="0"/>
                    </a:moveTo>
                    <a:lnTo>
                      <a:pt x="203200" y="0"/>
                    </a:lnTo>
                    <a:cubicBezTo>
                      <a:pt x="315349" y="0"/>
                      <a:pt x="406400" y="91051"/>
                      <a:pt x="406400" y="203200"/>
                    </a:cubicBezTo>
                    <a:lnTo>
                      <a:pt x="406400" y="203200"/>
                    </a:lnTo>
                    <a:cubicBezTo>
                      <a:pt x="406400" y="315349"/>
                      <a:pt x="315349" y="406400"/>
                      <a:pt x="203200" y="406400"/>
                    </a:cubicBezTo>
                    <a:lnTo>
                      <a:pt x="203200" y="406400"/>
                    </a:lnTo>
                    <a:cubicBezTo>
                      <a:pt x="91051" y="406400"/>
                      <a:pt x="0" y="315349"/>
                      <a:pt x="0" y="203200"/>
                    </a:cubicBezTo>
                    <a:lnTo>
                      <a:pt x="0" y="203200"/>
                    </a:lnTo>
                    <a:cubicBezTo>
                      <a:pt x="0" y="91051"/>
                      <a:pt x="91051" y="0"/>
                      <a:pt x="203200" y="0"/>
                    </a:cubicBezTo>
                    <a:close/>
                  </a:path>
                </a:pathLst>
              </a:custGeom>
              <a:solidFill>
                <a:srgbClr val="3C5A85"/>
              </a:solidFill>
            </p:spPr>
          </p:sp>
          <p:sp>
            <p:nvSpPr>
              <p:cNvPr id="30" name="Shape 4"/>
              <p:cNvSpPr/>
              <p:nvPr>
                <p:custDataLst>
                  <p:tags r:id="rId27"/>
                </p:custDataLst>
              </p:nvPr>
            </p:nvSpPr>
            <p:spPr>
              <a:xfrm>
                <a:off x="440" y="5813"/>
                <a:ext cx="400" cy="32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03200">
                    <a:moveTo>
                      <a:pt x="127000" y="6350"/>
                    </a:moveTo>
                    <a:cubicBezTo>
                      <a:pt x="149780" y="6350"/>
                      <a:pt x="168275" y="24845"/>
                      <a:pt x="168275" y="47625"/>
                    </a:cubicBezTo>
                    <a:cubicBezTo>
                      <a:pt x="168275" y="70405"/>
                      <a:pt x="149780" y="88900"/>
                      <a:pt x="127000" y="88900"/>
                    </a:cubicBezTo>
                    <a:cubicBezTo>
                      <a:pt x="104220" y="88900"/>
                      <a:pt x="85725" y="70405"/>
                      <a:pt x="85725" y="47625"/>
                    </a:cubicBezTo>
                    <a:cubicBezTo>
                      <a:pt x="85725" y="24845"/>
                      <a:pt x="104220" y="6350"/>
                      <a:pt x="127000" y="6350"/>
                    </a:cubicBezTo>
                    <a:close/>
                    <a:moveTo>
                      <a:pt x="38100" y="34925"/>
                    </a:moveTo>
                    <a:cubicBezTo>
                      <a:pt x="53871" y="34925"/>
                      <a:pt x="66675" y="47729"/>
                      <a:pt x="66675" y="63500"/>
                    </a:cubicBezTo>
                    <a:cubicBezTo>
                      <a:pt x="66675" y="79271"/>
                      <a:pt x="53871" y="92075"/>
                      <a:pt x="38100" y="92075"/>
                    </a:cubicBezTo>
                    <a:cubicBezTo>
                      <a:pt x="22329" y="92075"/>
                      <a:pt x="9525" y="79271"/>
                      <a:pt x="9525" y="63500"/>
                    </a:cubicBezTo>
                    <a:cubicBezTo>
                      <a:pt x="9525" y="47729"/>
                      <a:pt x="22329" y="34925"/>
                      <a:pt x="38100" y="34925"/>
                    </a:cubicBezTo>
                    <a:close/>
                    <a:moveTo>
                      <a:pt x="0" y="165100"/>
                    </a:moveTo>
                    <a:cubicBezTo>
                      <a:pt x="0" y="137041"/>
                      <a:pt x="22741" y="114300"/>
                      <a:pt x="50800" y="114300"/>
                    </a:cubicBezTo>
                    <a:cubicBezTo>
                      <a:pt x="55880" y="114300"/>
                      <a:pt x="60801" y="115054"/>
                      <a:pt x="65445" y="116443"/>
                    </a:cubicBezTo>
                    <a:cubicBezTo>
                      <a:pt x="52388" y="131048"/>
                      <a:pt x="44450" y="150336"/>
                      <a:pt x="44450" y="171450"/>
                    </a:cubicBezTo>
                    <a:lnTo>
                      <a:pt x="44450" y="177800"/>
                    </a:lnTo>
                    <a:cubicBezTo>
                      <a:pt x="44450" y="182324"/>
                      <a:pt x="45403" y="186611"/>
                      <a:pt x="47109" y="190500"/>
                    </a:cubicBezTo>
                    <a:lnTo>
                      <a:pt x="12700" y="190500"/>
                    </a:lnTo>
                    <a:cubicBezTo>
                      <a:pt x="5675" y="190500"/>
                      <a:pt x="0" y="184825"/>
                      <a:pt x="0" y="177800"/>
                    </a:cubicBezTo>
                    <a:lnTo>
                      <a:pt x="0" y="165100"/>
                    </a:lnTo>
                    <a:close/>
                    <a:moveTo>
                      <a:pt x="206891" y="190500"/>
                    </a:moveTo>
                    <a:cubicBezTo>
                      <a:pt x="208597" y="186611"/>
                      <a:pt x="209550" y="182324"/>
                      <a:pt x="209550" y="177800"/>
                    </a:cubicBezTo>
                    <a:lnTo>
                      <a:pt x="209550" y="171450"/>
                    </a:lnTo>
                    <a:cubicBezTo>
                      <a:pt x="209550" y="150336"/>
                      <a:pt x="201613" y="131048"/>
                      <a:pt x="188555" y="116443"/>
                    </a:cubicBezTo>
                    <a:cubicBezTo>
                      <a:pt x="193199" y="115054"/>
                      <a:pt x="198120" y="114300"/>
                      <a:pt x="203200" y="114300"/>
                    </a:cubicBezTo>
                    <a:cubicBezTo>
                      <a:pt x="231259" y="114300"/>
                      <a:pt x="254000" y="137041"/>
                      <a:pt x="254000" y="165100"/>
                    </a:cubicBezTo>
                    <a:lnTo>
                      <a:pt x="254000" y="177800"/>
                    </a:lnTo>
                    <a:cubicBezTo>
                      <a:pt x="254000" y="184825"/>
                      <a:pt x="248325" y="190500"/>
                      <a:pt x="241300" y="190500"/>
                    </a:cubicBezTo>
                    <a:lnTo>
                      <a:pt x="206891" y="190500"/>
                    </a:lnTo>
                    <a:close/>
                    <a:moveTo>
                      <a:pt x="187325" y="63500"/>
                    </a:moveTo>
                    <a:cubicBezTo>
                      <a:pt x="187325" y="47729"/>
                      <a:pt x="200129" y="34925"/>
                      <a:pt x="215900" y="34925"/>
                    </a:cubicBezTo>
                    <a:cubicBezTo>
                      <a:pt x="231671" y="34925"/>
                      <a:pt x="244475" y="47729"/>
                      <a:pt x="244475" y="63500"/>
                    </a:cubicBezTo>
                    <a:cubicBezTo>
                      <a:pt x="244475" y="79271"/>
                      <a:pt x="231671" y="92075"/>
                      <a:pt x="215900" y="92075"/>
                    </a:cubicBezTo>
                    <a:cubicBezTo>
                      <a:pt x="200129" y="92075"/>
                      <a:pt x="187325" y="79271"/>
                      <a:pt x="187325" y="63500"/>
                    </a:cubicBezTo>
                    <a:close/>
                    <a:moveTo>
                      <a:pt x="63500" y="171450"/>
                    </a:moveTo>
                    <a:cubicBezTo>
                      <a:pt x="63500" y="136366"/>
                      <a:pt x="91916" y="107950"/>
                      <a:pt x="127000" y="107950"/>
                    </a:cubicBezTo>
                    <a:cubicBezTo>
                      <a:pt x="162084" y="107950"/>
                      <a:pt x="190500" y="136366"/>
                      <a:pt x="190500" y="171450"/>
                    </a:cubicBezTo>
                    <a:lnTo>
                      <a:pt x="190500" y="177800"/>
                    </a:lnTo>
                    <a:cubicBezTo>
                      <a:pt x="190500" y="184825"/>
                      <a:pt x="184825" y="190500"/>
                      <a:pt x="177800" y="190500"/>
                    </a:cubicBezTo>
                    <a:lnTo>
                      <a:pt x="76200" y="190500"/>
                    </a:lnTo>
                    <a:cubicBezTo>
                      <a:pt x="69175" y="190500"/>
                      <a:pt x="63500" y="184825"/>
                      <a:pt x="63500" y="177800"/>
                    </a:cubicBezTo>
                    <a:lnTo>
                      <a:pt x="63500" y="17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 5"/>
              <p:cNvSpPr/>
              <p:nvPr>
                <p:custDataLst>
                  <p:tags r:id="rId28"/>
                </p:custDataLst>
              </p:nvPr>
            </p:nvSpPr>
            <p:spPr>
              <a:xfrm>
                <a:off x="1170" y="5686"/>
                <a:ext cx="2474" cy="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800" b="1" dirty="0">
                    <a:solidFill>
                      <a:srgbClr val="3C5A85"/>
                    </a:solidFill>
                    <a:latin typeface="Noto Sans SC" panose="020B0200000000000000" pitchFamily="34" charset="-122"/>
                    <a:ea typeface="Noto Sans SC" panose="020B0200000000000000" pitchFamily="34" charset="-122"/>
                    <a:cs typeface="Noto Sans SC" panose="020B0200000000000000" pitchFamily="34" charset="-120"/>
                  </a:rPr>
                  <a:t>饮食场景</a:t>
                </a:r>
                <a:endParaRPr lang="zh-CN" altLang="en-US" sz="2800" b="1" dirty="0">
                  <a:solidFill>
                    <a:srgbClr val="3C5A85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endParaRPr>
              </a:p>
            </p:txBody>
          </p:sp>
          <p:sp>
            <p:nvSpPr>
              <p:cNvPr id="33" name="Text 6"/>
              <p:cNvSpPr/>
              <p:nvPr>
                <p:custDataLst>
                  <p:tags r:id="rId29"/>
                </p:custDataLst>
              </p:nvPr>
            </p:nvSpPr>
            <p:spPr>
              <a:xfrm>
                <a:off x="444" y="7299"/>
                <a:ext cx="3924" cy="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600" dirty="0"/>
                  <a:t>--</a:t>
                </a:r>
                <a:r>
                  <a:rPr lang="zh-CN" altLang="en-US" sz="1600" dirty="0"/>
                  <a:t>患者日常复面对「能不能吃、吃多少」的问题。</a:t>
                </a:r>
                <a:endParaRPr lang="zh-CN" altLang="en-US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600" dirty="0"/>
                  <a:t>--</a:t>
                </a:r>
                <a:r>
                  <a:rPr lang="zh-CN" altLang="en-US" sz="1600" dirty="0"/>
                  <a:t>超市、外卖、家庭烹饪等场景营养信息分散。</a:t>
                </a:r>
                <a:endParaRPr lang="zh-CN" altLang="en-US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600" dirty="0"/>
                  <a:t>--</a:t>
                </a:r>
                <a:r>
                  <a:rPr lang="zh-CN" altLang="en-US" sz="1600" dirty="0"/>
                  <a:t>难以直接根据营养指标做判断。</a:t>
                </a:r>
                <a:endParaRPr lang="zh-CN" altLang="en-US" sz="1600" dirty="0"/>
              </a:p>
            </p:txBody>
          </p:sp>
        </p:grpSp>
        <p:pic>
          <p:nvPicPr>
            <p:cNvPr id="74" name="图片占位符 4" descr="41fa0952-acc9-11f0-89c4-9a776382d5bb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rcRect l="26606"/>
            <a:stretch>
              <a:fillRect/>
            </a:stretch>
          </p:blipFill>
          <p:spPr>
            <a:xfrm>
              <a:off x="7343" y="5594"/>
              <a:ext cx="2776" cy="2776"/>
            </a:xfrm>
            <a:custGeom>
              <a:avLst>
                <a:gd name="connisteX0" fmla="*/ 0 w 1524000"/>
                <a:gd name="connsiteY0" fmla="*/ 762000 h 1524000"/>
                <a:gd name="connisteX1" fmla="*/ 762000 w 1524000"/>
                <a:gd name="connsiteY1" fmla="*/ 0 h 1524000"/>
                <a:gd name="connisteX2" fmla="*/ 762000 w 1524000"/>
                <a:gd name="connsiteY2" fmla="*/ 0 h 1524000"/>
                <a:gd name="connisteX3" fmla="*/ 1524000 w 1524000"/>
                <a:gd name="connsiteY3" fmla="*/ 762000 h 1524000"/>
                <a:gd name="connisteX4" fmla="*/ 1524000 w 1524000"/>
                <a:gd name="connsiteY4" fmla="*/ 762000 h 1524000"/>
                <a:gd name="connisteX5" fmla="*/ 762000 w 1524000"/>
                <a:gd name="connsiteY5" fmla="*/ 1524000 h 1524000"/>
                <a:gd name="connisteX6" fmla="*/ 762000 w 1524000"/>
                <a:gd name="connsiteY6" fmla="*/ 1524000 h 1524000"/>
                <a:gd name="connisteX7" fmla="*/ 0 w 1524000"/>
                <a:gd name="connsiteY7" fmla="*/ 762000 h 1524000"/>
                <a:gd name="connisteX8" fmla="*/ 0 w 1524000"/>
                <a:gd name="connsiteY8" fmla="*/ 762000 h 1524000"/>
              </a:avLst>
              <a:gdLst>
                <a:gd name="connisteX0-1" fmla="*/ 0 w 1524000"/>
                <a:gd name="connsiteY0-2" fmla="*/ 762000 h 1524000"/>
                <a:gd name="connisteX1-3" fmla="*/ 762000 w 1524000"/>
                <a:gd name="connsiteY1-4" fmla="*/ 0 h 1524000"/>
                <a:gd name="connisteX2-5" fmla="*/ 762000 w 1524000"/>
                <a:gd name="connsiteY2-6" fmla="*/ 0 h 1524000"/>
                <a:gd name="connisteX3-7" fmla="*/ 1524000 w 1524000"/>
                <a:gd name="connsiteY3-8" fmla="*/ 762000 h 1524000"/>
                <a:gd name="connisteX4-9" fmla="*/ 1524000 w 1524000"/>
                <a:gd name="connsiteY4-10" fmla="*/ 762000 h 1524000"/>
                <a:gd name="connisteX5-11" fmla="*/ 762000 w 1524000"/>
                <a:gd name="connsiteY5-12" fmla="*/ 1524000 h 1524000"/>
                <a:gd name="connisteX6-13" fmla="*/ 762000 w 1524000"/>
                <a:gd name="connsiteY6-14" fmla="*/ 1524000 h 1524000"/>
                <a:gd name="connisteX7-15" fmla="*/ 0 w 1524000"/>
                <a:gd name="connsiteY7-16" fmla="*/ 762000 h 1524000"/>
                <a:gd name="connisteX8-17" fmla="*/ 0 w 1524000"/>
                <a:gd name="connsiteY8-18" fmla="*/ 762000 h 15240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0-1" y="connsiteY0-2"/>
                </a:cxn>
                <a:cxn ang="0">
                  <a:pos x="connisteX1-3" y="connsiteY1-4"/>
                </a:cxn>
                <a:cxn ang="0">
                  <a:pos x="connisteX2-5" y="connsiteY2-6"/>
                </a:cxn>
                <a:cxn ang="0">
                  <a:pos x="connisteX3-7" y="connsiteY3-8"/>
                </a:cxn>
                <a:cxn ang="0">
                  <a:pos x="connisteX4-9" y="connsiteY4-10"/>
                </a:cxn>
                <a:cxn ang="0">
                  <a:pos x="connisteX5-11" y="connsiteY5-12"/>
                </a:cxn>
                <a:cxn ang="0">
                  <a:pos x="connisteX6-13" y="connsiteY6-14"/>
                </a:cxn>
                <a:cxn ang="0">
                  <a:pos x="connisteX7-15" y="connsiteY7-16"/>
                </a:cxn>
                <a:cxn ang="0">
                  <a:pos x="connisteX8-17" y="connsiteY8-18"/>
                </a:cxn>
              </a:cxnLst>
              <a:pathLst>
                <a:path w="1524000" h="1524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  <a:lnTo>
                    <a:pt x="762000" y="0"/>
                  </a:lnTo>
                  <a:cubicBezTo>
                    <a:pt x="1182841" y="0"/>
                    <a:pt x="1524000" y="341159"/>
                    <a:pt x="1524000" y="762000"/>
                  </a:cubicBezTo>
                  <a:lnTo>
                    <a:pt x="1524000" y="762000"/>
                  </a:lnTo>
                  <a:cubicBezTo>
                    <a:pt x="1524000" y="1182841"/>
                    <a:pt x="1182841" y="1524000"/>
                    <a:pt x="762000" y="1524000"/>
                  </a:cubicBezTo>
                  <a:lnTo>
                    <a:pt x="762000" y="1524000"/>
                  </a:lnTo>
                  <a:cubicBezTo>
                    <a:pt x="341159" y="1524000"/>
                    <a:pt x="0" y="1182841"/>
                    <a:pt x="0" y="762000"/>
                  </a:cubicBezTo>
                  <a:lnTo>
                    <a:pt x="0" y="762000"/>
                  </a:lnTo>
                  <a:close/>
                </a:path>
                <a:path w="1524000" h="1524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  <a:lnTo>
                    <a:pt x="762000" y="0"/>
                  </a:lnTo>
                  <a:cubicBezTo>
                    <a:pt x="1182841" y="0"/>
                    <a:pt x="1524000" y="341159"/>
                    <a:pt x="1524000" y="762000"/>
                  </a:cubicBezTo>
                  <a:lnTo>
                    <a:pt x="1524000" y="762000"/>
                  </a:lnTo>
                  <a:cubicBezTo>
                    <a:pt x="1524000" y="1182841"/>
                    <a:pt x="1182841" y="1524000"/>
                    <a:pt x="762000" y="1524000"/>
                  </a:cubicBezTo>
                  <a:lnTo>
                    <a:pt x="762000" y="1524000"/>
                  </a:lnTo>
                  <a:cubicBezTo>
                    <a:pt x="341159" y="1524000"/>
                    <a:pt x="0" y="1182841"/>
                    <a:pt x="0" y="762000"/>
                  </a:cubicBezTo>
                  <a:lnTo>
                    <a:pt x="0" y="76200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</p:pic>
      </p:grpSp>
      <p:sp>
        <p:nvSpPr>
          <p:cNvPr id="16" name="Text 11"/>
          <p:cNvSpPr/>
          <p:nvPr>
            <p:custDataLst>
              <p:tags r:id="rId32"/>
            </p:custDataLst>
          </p:nvPr>
        </p:nvSpPr>
        <p:spPr>
          <a:xfrm>
            <a:off x="7144385" y="1709420"/>
            <a:ext cx="2682240" cy="123634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/>
              <a:t>--</a:t>
            </a:r>
            <a:r>
              <a:rPr lang="zh-CN" altLang="en-US" sz="1600" dirty="0"/>
              <a:t>科学饮食是糖尿病管理的重要环节。</a:t>
            </a:r>
            <a:endParaRPr lang="zh-CN" alt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/>
              <a:t>--</a:t>
            </a:r>
            <a:r>
              <a:rPr lang="zh-CN" altLang="en-US" sz="1600" dirty="0"/>
              <a:t>需要将复杂营养信息转化为可执行建议。</a:t>
            </a:r>
            <a:endParaRPr lang="zh-CN" alt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/>
              <a:t>--</a:t>
            </a:r>
            <a:r>
              <a:rPr lang="zh-CN" altLang="en-US" sz="1600" dirty="0"/>
              <a:t>系统输出：多吃 / 适量 / 少吃 三类饮食指导。</a:t>
            </a:r>
            <a:endParaRPr lang="en-US" sz="1600" dirty="0"/>
          </a:p>
        </p:txBody>
      </p:sp>
      <p:pic>
        <p:nvPicPr>
          <p:cNvPr id="31" name="图片占位符 4" descr="图表,药丸,未来,领导能力,水平画幅,智慧,无人,符号,想法,知识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rcRect l="5421" r="5421"/>
          <a:stretch>
            <a:fillRect/>
          </a:stretch>
        </p:blipFill>
        <p:spPr>
          <a:xfrm>
            <a:off x="4752340" y="3685540"/>
            <a:ext cx="1762760" cy="1762760"/>
          </a:xfrm>
          <a:custGeom>
            <a:av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avLst>
            <a:gdLst>
              <a:gd name="connisteX0-1" fmla="*/ 0 w 1524000"/>
              <a:gd name="connsiteY0-2" fmla="*/ 762000 h 1524000"/>
              <a:gd name="connisteX1-3" fmla="*/ 762000 w 1524000"/>
              <a:gd name="connsiteY1-4" fmla="*/ 0 h 1524000"/>
              <a:gd name="connisteX2-5" fmla="*/ 762000 w 1524000"/>
              <a:gd name="connsiteY2-6" fmla="*/ 0 h 1524000"/>
              <a:gd name="connisteX3-7" fmla="*/ 1524000 w 1524000"/>
              <a:gd name="connsiteY3-8" fmla="*/ 762000 h 1524000"/>
              <a:gd name="connisteX4-9" fmla="*/ 1524000 w 1524000"/>
              <a:gd name="connsiteY4-10" fmla="*/ 762000 h 1524000"/>
              <a:gd name="connisteX5-11" fmla="*/ 762000 w 1524000"/>
              <a:gd name="connsiteY5-12" fmla="*/ 1524000 h 1524000"/>
              <a:gd name="connisteX6-13" fmla="*/ 762000 w 1524000"/>
              <a:gd name="connsiteY6-14" fmla="*/ 1524000 h 1524000"/>
              <a:gd name="connisteX7-15" fmla="*/ 0 w 1524000"/>
              <a:gd name="connsiteY7-16" fmla="*/ 762000 h 1524000"/>
              <a:gd name="connisteX8-17" fmla="*/ 0 w 1524000"/>
              <a:gd name="connsiteY8-1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  <a:cxn ang="0">
                <a:pos x="connisteX7-15" y="connsiteY7-16"/>
              </a:cxn>
              <a:cxn ang="0">
                <a:pos x="connisteX8-17" y="connsiteY8-1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圆角矩形 112"/>
          <p:cNvSpPr/>
          <p:nvPr/>
        </p:nvSpPr>
        <p:spPr>
          <a:xfrm>
            <a:off x="7350125" y="2647950"/>
            <a:ext cx="3145790" cy="702310"/>
          </a:xfrm>
          <a:prstGeom prst="roundRect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grpSp>
        <p:nvGrpSpPr>
          <p:cNvPr id="102" name="组合 101"/>
          <p:cNvGrpSpPr/>
          <p:nvPr>
            <p:custDataLst>
              <p:tags r:id="rId1"/>
            </p:custDataLst>
          </p:nvPr>
        </p:nvGrpSpPr>
        <p:grpSpPr>
          <a:xfrm rot="0">
            <a:off x="2310130" y="1511935"/>
            <a:ext cx="4457997" cy="3781731"/>
            <a:chOff x="2102" y="3422"/>
            <a:chExt cx="14997" cy="12359"/>
          </a:xfrm>
        </p:grpSpPr>
        <p:sp>
          <p:nvSpPr>
            <p:cNvPr id="103" name="任意多边形: 形状 2678"/>
            <p:cNvSpPr/>
            <p:nvPr>
              <p:custDataLst>
                <p:tags r:id="rId2"/>
              </p:custDataLst>
            </p:nvPr>
          </p:nvSpPr>
          <p:spPr>
            <a:xfrm>
              <a:off x="2102" y="3422"/>
              <a:ext cx="14997" cy="12359"/>
            </a:xfrm>
            <a:custGeom>
              <a:avLst/>
              <a:gdLst>
                <a:gd name="connsiteX0" fmla="*/ 1242647 w 3819074"/>
                <a:gd name="connsiteY0" fmla="*/ 3146242 h 3146477"/>
                <a:gd name="connsiteX1" fmla="*/ 920417 w 3819074"/>
                <a:gd name="connsiteY1" fmla="*/ 3039753 h 3146477"/>
                <a:gd name="connsiteX2" fmla="*/ 789924 w 3819074"/>
                <a:gd name="connsiteY2" fmla="*/ 2482445 h 3146477"/>
                <a:gd name="connsiteX3" fmla="*/ 746204 w 3819074"/>
                <a:gd name="connsiteY3" fmla="*/ 1937806 h 3146477"/>
                <a:gd name="connsiteX4" fmla="*/ 392065 w 3819074"/>
                <a:gd name="connsiteY4" fmla="*/ 1430885 h 3146477"/>
                <a:gd name="connsiteX5" fmla="*/ 82788 w 3819074"/>
                <a:gd name="connsiteY5" fmla="*/ 430760 h 3146477"/>
                <a:gd name="connsiteX6" fmla="*/ 884602 w 3819074"/>
                <a:gd name="connsiteY6" fmla="*/ 272550 h 3146477"/>
                <a:gd name="connsiteX7" fmla="*/ 1425051 w 3819074"/>
                <a:gd name="connsiteY7" fmla="*/ 288933 h 3146477"/>
                <a:gd name="connsiteX8" fmla="*/ 1948926 w 3819074"/>
                <a:gd name="connsiteY8" fmla="*/ 134438 h 3146477"/>
                <a:gd name="connsiteX9" fmla="*/ 2838942 w 3819074"/>
                <a:gd name="connsiteY9" fmla="*/ 109292 h 3146477"/>
                <a:gd name="connsiteX10" fmla="*/ 2859802 w 3819074"/>
                <a:gd name="connsiteY10" fmla="*/ 123008 h 3146477"/>
                <a:gd name="connsiteX11" fmla="*/ 3817445 w 3819074"/>
                <a:gd name="connsiteY11" fmla="*/ 1236575 h 3146477"/>
                <a:gd name="connsiteX12" fmla="*/ 3633803 w 3819074"/>
                <a:gd name="connsiteY12" fmla="*/ 1774262 h 3146477"/>
                <a:gd name="connsiteX13" fmla="*/ 3345672 w 3819074"/>
                <a:gd name="connsiteY13" fmla="*/ 2532071 h 3146477"/>
                <a:gd name="connsiteX14" fmla="*/ 3285760 w 3819074"/>
                <a:gd name="connsiteY14" fmla="*/ 2638655 h 3146477"/>
                <a:gd name="connsiteX15" fmla="*/ 2827893 w 3819074"/>
                <a:gd name="connsiteY15" fmla="*/ 2609318 h 3146477"/>
                <a:gd name="connsiteX16" fmla="*/ 2312686 w 3819074"/>
                <a:gd name="connsiteY16" fmla="*/ 2568647 h 3146477"/>
                <a:gd name="connsiteX17" fmla="*/ 1865011 w 3819074"/>
                <a:gd name="connsiteY17" fmla="*/ 2849444 h 3146477"/>
                <a:gd name="connsiteX18" fmla="*/ 1242647 w 3819074"/>
                <a:gd name="connsiteY18" fmla="*/ 3146242 h 3146477"/>
                <a:gd name="connsiteX19" fmla="*/ 529034 w 3819074"/>
                <a:gd name="connsiteY19" fmla="*/ 254548 h 3146477"/>
                <a:gd name="connsiteX20" fmla="*/ 90884 w 3819074"/>
                <a:gd name="connsiteY20" fmla="*/ 436189 h 3146477"/>
                <a:gd name="connsiteX21" fmla="*/ 399685 w 3819074"/>
                <a:gd name="connsiteY21" fmla="*/ 1424885 h 3146477"/>
                <a:gd name="connsiteX22" fmla="*/ 754872 w 3819074"/>
                <a:gd name="connsiteY22" fmla="*/ 1933424 h 3146477"/>
                <a:gd name="connsiteX23" fmla="*/ 799639 w 3819074"/>
                <a:gd name="connsiteY23" fmla="*/ 2483493 h 3146477"/>
                <a:gd name="connsiteX24" fmla="*/ 925846 w 3819074"/>
                <a:gd name="connsiteY24" fmla="*/ 3031752 h 3146477"/>
                <a:gd name="connsiteX25" fmla="*/ 1859867 w 3819074"/>
                <a:gd name="connsiteY25" fmla="*/ 2841728 h 3146477"/>
                <a:gd name="connsiteX26" fmla="*/ 2308876 w 3819074"/>
                <a:gd name="connsiteY26" fmla="*/ 2559979 h 3146477"/>
                <a:gd name="connsiteX27" fmla="*/ 2830370 w 3819074"/>
                <a:gd name="connsiteY27" fmla="*/ 2600079 h 3146477"/>
                <a:gd name="connsiteX28" fmla="*/ 3280616 w 3819074"/>
                <a:gd name="connsiteY28" fmla="*/ 2630845 h 3146477"/>
                <a:gd name="connsiteX29" fmla="*/ 3336433 w 3819074"/>
                <a:gd name="connsiteY29" fmla="*/ 2530832 h 3146477"/>
                <a:gd name="connsiteX30" fmla="*/ 3625707 w 3819074"/>
                <a:gd name="connsiteY30" fmla="*/ 1769594 h 3146477"/>
                <a:gd name="connsiteX31" fmla="*/ 3808206 w 3819074"/>
                <a:gd name="connsiteY31" fmla="*/ 1237337 h 3146477"/>
                <a:gd name="connsiteX32" fmla="*/ 2855706 w 3819074"/>
                <a:gd name="connsiteY32" fmla="*/ 131199 h 3146477"/>
                <a:gd name="connsiteX33" fmla="*/ 2834751 w 3819074"/>
                <a:gd name="connsiteY33" fmla="*/ 117483 h 3146477"/>
                <a:gd name="connsiteX34" fmla="*/ 1953212 w 3819074"/>
                <a:gd name="connsiteY34" fmla="*/ 143486 h 3146477"/>
                <a:gd name="connsiteX35" fmla="*/ 1427147 w 3819074"/>
                <a:gd name="connsiteY35" fmla="*/ 298553 h 3146477"/>
                <a:gd name="connsiteX36" fmla="*/ 884221 w 3819074"/>
                <a:gd name="connsiteY36" fmla="*/ 282170 h 3146477"/>
                <a:gd name="connsiteX37" fmla="*/ 529034 w 3819074"/>
                <a:gd name="connsiteY37" fmla="*/ 254548 h 3146477"/>
                <a:gd name="connsiteX38" fmla="*/ 1241981 w 3819074"/>
                <a:gd name="connsiteY38" fmla="*/ 2764386 h 3146477"/>
                <a:gd name="connsiteX39" fmla="*/ 1241981 w 3819074"/>
                <a:gd name="connsiteY39" fmla="*/ 2764386 h 3146477"/>
                <a:gd name="connsiteX40" fmla="*/ 1157589 w 3819074"/>
                <a:gd name="connsiteY40" fmla="*/ 2737906 h 3146477"/>
                <a:gd name="connsiteX41" fmla="*/ 1155303 w 3819074"/>
                <a:gd name="connsiteY41" fmla="*/ 2736667 h 3146477"/>
                <a:gd name="connsiteX42" fmla="*/ 1155303 w 3819074"/>
                <a:gd name="connsiteY42" fmla="*/ 2734096 h 3146477"/>
                <a:gd name="connsiteX43" fmla="*/ 1169305 w 3819074"/>
                <a:gd name="connsiteY43" fmla="*/ 2523117 h 3146477"/>
                <a:gd name="connsiteX44" fmla="*/ 1085009 w 3819074"/>
                <a:gd name="connsiteY44" fmla="*/ 1762355 h 3146477"/>
                <a:gd name="connsiteX45" fmla="*/ 690197 w 3819074"/>
                <a:gd name="connsiteY45" fmla="*/ 1193618 h 3146477"/>
                <a:gd name="connsiteX46" fmla="*/ 402447 w 3819074"/>
                <a:gd name="connsiteY46" fmla="*/ 777947 h 3146477"/>
                <a:gd name="connsiteX47" fmla="*/ 399113 w 3819074"/>
                <a:gd name="connsiteY47" fmla="*/ 643263 h 3146477"/>
                <a:gd name="connsiteX48" fmla="*/ 399970 w 3819074"/>
                <a:gd name="connsiteY48" fmla="*/ 642025 h 3146477"/>
                <a:gd name="connsiteX49" fmla="*/ 401304 w 3819074"/>
                <a:gd name="connsiteY49" fmla="*/ 641453 h 3146477"/>
                <a:gd name="connsiteX50" fmla="*/ 530368 w 3819074"/>
                <a:gd name="connsiteY50" fmla="*/ 626213 h 3146477"/>
                <a:gd name="connsiteX51" fmla="*/ 841645 w 3819074"/>
                <a:gd name="connsiteY51" fmla="*/ 651264 h 3146477"/>
                <a:gd name="connsiteX52" fmla="*/ 1255315 w 3819074"/>
                <a:gd name="connsiteY52" fmla="*/ 682220 h 3146477"/>
                <a:gd name="connsiteX53" fmla="*/ 1485249 w 3819074"/>
                <a:gd name="connsiteY53" fmla="*/ 665742 h 3146477"/>
                <a:gd name="connsiteX54" fmla="*/ 2082086 w 3819074"/>
                <a:gd name="connsiteY54" fmla="*/ 492101 h 3146477"/>
                <a:gd name="connsiteX55" fmla="*/ 2483183 w 3819074"/>
                <a:gd name="connsiteY55" fmla="*/ 381516 h 3146477"/>
                <a:gd name="connsiteX56" fmla="*/ 2630630 w 3819074"/>
                <a:gd name="connsiteY56" fmla="*/ 428665 h 3146477"/>
                <a:gd name="connsiteX57" fmla="*/ 2651681 w 3819074"/>
                <a:gd name="connsiteY57" fmla="*/ 441905 h 3146477"/>
                <a:gd name="connsiteX58" fmla="*/ 3437683 w 3819074"/>
                <a:gd name="connsiteY58" fmla="*/ 1267246 h 3146477"/>
                <a:gd name="connsiteX59" fmla="*/ 3301381 w 3819074"/>
                <a:gd name="connsiteY59" fmla="*/ 1588238 h 3146477"/>
                <a:gd name="connsiteX60" fmla="*/ 3010202 w 3819074"/>
                <a:gd name="connsiteY60" fmla="*/ 2256798 h 3146477"/>
                <a:gd name="connsiteX61" fmla="*/ 3008963 w 3819074"/>
                <a:gd name="connsiteY61" fmla="*/ 2261275 h 3146477"/>
                <a:gd name="connsiteX62" fmla="*/ 3004487 w 3819074"/>
                <a:gd name="connsiteY62" fmla="*/ 2260227 h 3146477"/>
                <a:gd name="connsiteX63" fmla="*/ 2920762 w 3819074"/>
                <a:gd name="connsiteY63" fmla="*/ 2239844 h 3146477"/>
                <a:gd name="connsiteX64" fmla="*/ 2919809 w 3819074"/>
                <a:gd name="connsiteY64" fmla="*/ 2239844 h 3146477"/>
                <a:gd name="connsiteX65" fmla="*/ 2451465 w 3819074"/>
                <a:gd name="connsiteY65" fmla="*/ 2162882 h 3146477"/>
                <a:gd name="connsiteX66" fmla="*/ 2156190 w 3819074"/>
                <a:gd name="connsiteY66" fmla="*/ 2221746 h 3146477"/>
                <a:gd name="connsiteX67" fmla="*/ 1641173 w 3819074"/>
                <a:gd name="connsiteY67" fmla="*/ 2541786 h 3146477"/>
                <a:gd name="connsiteX68" fmla="*/ 1241981 w 3819074"/>
                <a:gd name="connsiteY68" fmla="*/ 2764386 h 3146477"/>
                <a:gd name="connsiteX69" fmla="*/ 1164447 w 3819074"/>
                <a:gd name="connsiteY69" fmla="*/ 2730857 h 3146477"/>
                <a:gd name="connsiteX70" fmla="*/ 1241885 w 3819074"/>
                <a:gd name="connsiteY70" fmla="*/ 2754861 h 3146477"/>
                <a:gd name="connsiteX71" fmla="*/ 1241885 w 3819074"/>
                <a:gd name="connsiteY71" fmla="*/ 2754861 h 3146477"/>
                <a:gd name="connsiteX72" fmla="*/ 1635458 w 3819074"/>
                <a:gd name="connsiteY72" fmla="*/ 2533880 h 3146477"/>
                <a:gd name="connsiteX73" fmla="*/ 2152190 w 3819074"/>
                <a:gd name="connsiteY73" fmla="*/ 2212697 h 3146477"/>
                <a:gd name="connsiteX74" fmla="*/ 2451656 w 3819074"/>
                <a:gd name="connsiteY74" fmla="*/ 2153071 h 3146477"/>
                <a:gd name="connsiteX75" fmla="*/ 2922191 w 3819074"/>
                <a:gd name="connsiteY75" fmla="*/ 2230319 h 3146477"/>
                <a:gd name="connsiteX76" fmla="*/ 2923238 w 3819074"/>
                <a:gd name="connsiteY76" fmla="*/ 2230319 h 3146477"/>
                <a:gd name="connsiteX77" fmla="*/ 3002296 w 3819074"/>
                <a:gd name="connsiteY77" fmla="*/ 2249369 h 3146477"/>
                <a:gd name="connsiteX78" fmla="*/ 3293189 w 3819074"/>
                <a:gd name="connsiteY78" fmla="*/ 1582619 h 3146477"/>
                <a:gd name="connsiteX79" fmla="*/ 3428444 w 3819074"/>
                <a:gd name="connsiteY79" fmla="*/ 1267055 h 3146477"/>
                <a:gd name="connsiteX80" fmla="*/ 2646537 w 3819074"/>
                <a:gd name="connsiteY80" fmla="*/ 448953 h 3146477"/>
                <a:gd name="connsiteX81" fmla="*/ 2625582 w 3819074"/>
                <a:gd name="connsiteY81" fmla="*/ 435237 h 3146477"/>
                <a:gd name="connsiteX82" fmla="*/ 2483374 w 3819074"/>
                <a:gd name="connsiteY82" fmla="*/ 389707 h 3146477"/>
                <a:gd name="connsiteX83" fmla="*/ 2085705 w 3819074"/>
                <a:gd name="connsiteY83" fmla="*/ 499626 h 3146477"/>
                <a:gd name="connsiteX84" fmla="*/ 1486868 w 3819074"/>
                <a:gd name="connsiteY84" fmla="*/ 673743 h 3146477"/>
                <a:gd name="connsiteX85" fmla="*/ 1255506 w 3819074"/>
                <a:gd name="connsiteY85" fmla="*/ 690793 h 3146477"/>
                <a:gd name="connsiteX86" fmla="*/ 840788 w 3819074"/>
                <a:gd name="connsiteY86" fmla="*/ 659837 h 3146477"/>
                <a:gd name="connsiteX87" fmla="*/ 530558 w 3819074"/>
                <a:gd name="connsiteY87" fmla="*/ 634786 h 3146477"/>
                <a:gd name="connsiteX88" fmla="*/ 406733 w 3819074"/>
                <a:gd name="connsiteY88" fmla="*/ 648788 h 3146477"/>
                <a:gd name="connsiteX89" fmla="*/ 411686 w 3819074"/>
                <a:gd name="connsiteY89" fmla="*/ 773279 h 3146477"/>
                <a:gd name="connsiteX90" fmla="*/ 698103 w 3819074"/>
                <a:gd name="connsiteY90" fmla="*/ 1186664 h 3146477"/>
                <a:gd name="connsiteX91" fmla="*/ 1093390 w 3819074"/>
                <a:gd name="connsiteY91" fmla="*/ 1757021 h 3146477"/>
                <a:gd name="connsiteX92" fmla="*/ 1179115 w 3819074"/>
                <a:gd name="connsiteY92" fmla="*/ 2523117 h 3146477"/>
                <a:gd name="connsiteX93" fmla="*/ 1164161 w 3819074"/>
                <a:gd name="connsiteY93" fmla="*/ 2730857 h 3146477"/>
                <a:gd name="connsiteX94" fmla="*/ 1566783 w 3819074"/>
                <a:gd name="connsiteY94" fmla="*/ 2126115 h 3146477"/>
                <a:gd name="connsiteX95" fmla="*/ 1566211 w 3819074"/>
                <a:gd name="connsiteY95" fmla="*/ 2117638 h 3146477"/>
                <a:gd name="connsiteX96" fmla="*/ 1423336 w 3819074"/>
                <a:gd name="connsiteY96" fmla="*/ 1587000 h 3146477"/>
                <a:gd name="connsiteX97" fmla="*/ 1074626 w 3819074"/>
                <a:gd name="connsiteY97" fmla="*/ 1064649 h 3146477"/>
                <a:gd name="connsiteX98" fmla="*/ 1068054 w 3819074"/>
                <a:gd name="connsiteY98" fmla="*/ 1056267 h 3146477"/>
                <a:gd name="connsiteX99" fmla="*/ 1078722 w 3819074"/>
                <a:gd name="connsiteY99" fmla="*/ 1056934 h 3146477"/>
                <a:gd name="connsiteX100" fmla="*/ 1255982 w 3819074"/>
                <a:gd name="connsiteY100" fmla="*/ 1063220 h 3146477"/>
                <a:gd name="connsiteX101" fmla="*/ 1546018 w 3819074"/>
                <a:gd name="connsiteY101" fmla="*/ 1041503 h 3146477"/>
                <a:gd name="connsiteX102" fmla="*/ 2215531 w 3819074"/>
                <a:gd name="connsiteY102" fmla="*/ 848813 h 3146477"/>
                <a:gd name="connsiteX103" fmla="*/ 2452132 w 3819074"/>
                <a:gd name="connsiteY103" fmla="*/ 768136 h 3146477"/>
                <a:gd name="connsiteX104" fmla="*/ 2454132 w 3819074"/>
                <a:gd name="connsiteY104" fmla="*/ 767660 h 3146477"/>
                <a:gd name="connsiteX105" fmla="*/ 2455942 w 3819074"/>
                <a:gd name="connsiteY105" fmla="*/ 768803 h 3146477"/>
                <a:gd name="connsiteX106" fmla="*/ 3046492 w 3819074"/>
                <a:gd name="connsiteY106" fmla="*/ 1255149 h 3146477"/>
                <a:gd name="connsiteX107" fmla="*/ 3047444 w 3819074"/>
                <a:gd name="connsiteY107" fmla="*/ 1257245 h 3146477"/>
                <a:gd name="connsiteX108" fmla="*/ 3046397 w 3819074"/>
                <a:gd name="connsiteY108" fmla="*/ 1259245 h 3146477"/>
                <a:gd name="connsiteX109" fmla="*/ 2969149 w 3819074"/>
                <a:gd name="connsiteY109" fmla="*/ 1402120 h 3146477"/>
                <a:gd name="connsiteX110" fmla="*/ 2764742 w 3819074"/>
                <a:gd name="connsiteY110" fmla="*/ 1809980 h 3146477"/>
                <a:gd name="connsiteX111" fmla="*/ 2763218 w 3819074"/>
                <a:gd name="connsiteY111" fmla="*/ 1813505 h 3146477"/>
                <a:gd name="connsiteX112" fmla="*/ 2759504 w 3819074"/>
                <a:gd name="connsiteY112" fmla="*/ 1812743 h 3146477"/>
                <a:gd name="connsiteX113" fmla="*/ 2451656 w 3819074"/>
                <a:gd name="connsiteY113" fmla="*/ 1781596 h 3146477"/>
                <a:gd name="connsiteX114" fmla="*/ 1999313 w 3819074"/>
                <a:gd name="connsiteY114" fmla="*/ 1874179 h 3146477"/>
                <a:gd name="connsiteX115" fmla="*/ 1573641 w 3819074"/>
                <a:gd name="connsiteY115" fmla="*/ 2121257 h 3146477"/>
                <a:gd name="connsiteX116" fmla="*/ 1087961 w 3819074"/>
                <a:gd name="connsiteY116" fmla="*/ 1067126 h 3146477"/>
                <a:gd name="connsiteX117" fmla="*/ 1430861 w 3819074"/>
                <a:gd name="connsiteY117" fmla="*/ 1582619 h 3146477"/>
                <a:gd name="connsiteX118" fmla="*/ 1574593 w 3819074"/>
                <a:gd name="connsiteY118" fmla="*/ 2108684 h 3146477"/>
                <a:gd name="connsiteX119" fmla="*/ 1994932 w 3819074"/>
                <a:gd name="connsiteY119" fmla="*/ 1865416 h 3146477"/>
                <a:gd name="connsiteX120" fmla="*/ 2451179 w 3819074"/>
                <a:gd name="connsiteY120" fmla="*/ 1772071 h 3146477"/>
                <a:gd name="connsiteX121" fmla="*/ 2756932 w 3819074"/>
                <a:gd name="connsiteY121" fmla="*/ 1802741 h 3146477"/>
                <a:gd name="connsiteX122" fmla="*/ 2960195 w 3819074"/>
                <a:gd name="connsiteY122" fmla="*/ 1397643 h 3146477"/>
                <a:gd name="connsiteX123" fmla="*/ 3036395 w 3819074"/>
                <a:gd name="connsiteY123" fmla="*/ 1257054 h 3146477"/>
                <a:gd name="connsiteX124" fmla="*/ 2451560 w 3819074"/>
                <a:gd name="connsiteY124" fmla="*/ 777947 h 3146477"/>
                <a:gd name="connsiteX125" fmla="*/ 2218388 w 3819074"/>
                <a:gd name="connsiteY125" fmla="*/ 857576 h 3146477"/>
                <a:gd name="connsiteX126" fmla="*/ 1546781 w 3819074"/>
                <a:gd name="connsiteY126" fmla="*/ 1050933 h 3146477"/>
                <a:gd name="connsiteX127" fmla="*/ 1255220 w 3819074"/>
                <a:gd name="connsiteY127" fmla="*/ 1072745 h 3146477"/>
                <a:gd name="connsiteX128" fmla="*/ 1087961 w 3819074"/>
                <a:gd name="connsiteY128" fmla="*/ 1067126 h 3146477"/>
                <a:gd name="connsiteX129" fmla="*/ 1241981 w 3819074"/>
                <a:gd name="connsiteY129" fmla="*/ 2954886 h 3146477"/>
                <a:gd name="connsiteX130" fmla="*/ 1025096 w 3819074"/>
                <a:gd name="connsiteY130" fmla="*/ 2880400 h 3146477"/>
                <a:gd name="connsiteX131" fmla="*/ 979662 w 3819074"/>
                <a:gd name="connsiteY131" fmla="*/ 2502733 h 3146477"/>
                <a:gd name="connsiteX132" fmla="*/ 915559 w 3819074"/>
                <a:gd name="connsiteY132" fmla="*/ 1850081 h 3146477"/>
                <a:gd name="connsiteX133" fmla="*/ 541417 w 3819074"/>
                <a:gd name="connsiteY133" fmla="*/ 1312204 h 3146477"/>
                <a:gd name="connsiteX134" fmla="*/ 241855 w 3819074"/>
                <a:gd name="connsiteY134" fmla="*/ 535249 h 3146477"/>
                <a:gd name="connsiteX135" fmla="*/ 530082 w 3819074"/>
                <a:gd name="connsiteY135" fmla="*/ 435713 h 3146477"/>
                <a:gd name="connsiteX136" fmla="*/ 862790 w 3819074"/>
                <a:gd name="connsiteY136" fmla="*/ 462002 h 3146477"/>
                <a:gd name="connsiteX137" fmla="*/ 1255030 w 3819074"/>
                <a:gd name="connsiteY137" fmla="*/ 491720 h 3146477"/>
                <a:gd name="connsiteX138" fmla="*/ 1455055 w 3819074"/>
                <a:gd name="connsiteY138" fmla="*/ 477242 h 3146477"/>
                <a:gd name="connsiteX139" fmla="*/ 2015601 w 3819074"/>
                <a:gd name="connsiteY139" fmla="*/ 313127 h 3146477"/>
                <a:gd name="connsiteX140" fmla="*/ 2483088 w 3819074"/>
                <a:gd name="connsiteY140" fmla="*/ 190635 h 3146477"/>
                <a:gd name="connsiteX141" fmla="*/ 2734834 w 3819074"/>
                <a:gd name="connsiteY141" fmla="*/ 268835 h 3146477"/>
                <a:gd name="connsiteX142" fmla="*/ 2755789 w 3819074"/>
                <a:gd name="connsiteY142" fmla="*/ 282551 h 3146477"/>
                <a:gd name="connsiteX143" fmla="*/ 3361674 w 3819074"/>
                <a:gd name="connsiteY143" fmla="*/ 735084 h 3146477"/>
                <a:gd name="connsiteX144" fmla="*/ 3627612 w 3819074"/>
                <a:gd name="connsiteY144" fmla="*/ 1251911 h 3146477"/>
                <a:gd name="connsiteX145" fmla="*/ 3467592 w 3819074"/>
                <a:gd name="connsiteY145" fmla="*/ 1681202 h 3146477"/>
                <a:gd name="connsiteX146" fmla="*/ 3161649 w 3819074"/>
                <a:gd name="connsiteY146" fmla="*/ 2474445 h 3146477"/>
                <a:gd name="connsiteX147" fmla="*/ 3160982 w 3819074"/>
                <a:gd name="connsiteY147" fmla="*/ 2478540 h 3146477"/>
                <a:gd name="connsiteX148" fmla="*/ 3156506 w 3819074"/>
                <a:gd name="connsiteY148" fmla="*/ 2478540 h 3146477"/>
                <a:gd name="connsiteX149" fmla="*/ 2873518 w 3819074"/>
                <a:gd name="connsiteY149" fmla="*/ 2424533 h 3146477"/>
                <a:gd name="connsiteX150" fmla="*/ 2451084 w 3819074"/>
                <a:gd name="connsiteY150" fmla="*/ 2353191 h 3146477"/>
                <a:gd name="connsiteX151" fmla="*/ 2233914 w 3819074"/>
                <a:gd name="connsiteY151" fmla="*/ 2395196 h 3146477"/>
                <a:gd name="connsiteX152" fmla="*/ 1752711 w 3819074"/>
                <a:gd name="connsiteY152" fmla="*/ 2695615 h 3146477"/>
                <a:gd name="connsiteX153" fmla="*/ 1241314 w 3819074"/>
                <a:gd name="connsiteY153" fmla="*/ 2954981 h 3146477"/>
                <a:gd name="connsiteX154" fmla="*/ 1241314 w 3819074"/>
                <a:gd name="connsiteY154" fmla="*/ 2954981 h 3146477"/>
                <a:gd name="connsiteX155" fmla="*/ 530368 w 3819074"/>
                <a:gd name="connsiteY155" fmla="*/ 445238 h 3146477"/>
                <a:gd name="connsiteX156" fmla="*/ 250047 w 3819074"/>
                <a:gd name="connsiteY156" fmla="*/ 540488 h 3146477"/>
                <a:gd name="connsiteX157" fmla="*/ 548560 w 3819074"/>
                <a:gd name="connsiteY157" fmla="*/ 1306298 h 3146477"/>
                <a:gd name="connsiteX158" fmla="*/ 923750 w 3819074"/>
                <a:gd name="connsiteY158" fmla="*/ 1845699 h 3146477"/>
                <a:gd name="connsiteX159" fmla="*/ 988806 w 3819074"/>
                <a:gd name="connsiteY159" fmla="*/ 2503781 h 3146477"/>
                <a:gd name="connsiteX160" fmla="*/ 1029954 w 3819074"/>
                <a:gd name="connsiteY160" fmla="*/ 2872399 h 3146477"/>
                <a:gd name="connsiteX161" fmla="*/ 1241695 w 3819074"/>
                <a:gd name="connsiteY161" fmla="*/ 2945361 h 3146477"/>
                <a:gd name="connsiteX162" fmla="*/ 1241695 w 3819074"/>
                <a:gd name="connsiteY162" fmla="*/ 2945361 h 3146477"/>
                <a:gd name="connsiteX163" fmla="*/ 1747472 w 3819074"/>
                <a:gd name="connsiteY163" fmla="*/ 2688186 h 3146477"/>
                <a:gd name="connsiteX164" fmla="*/ 2230295 w 3819074"/>
                <a:gd name="connsiteY164" fmla="*/ 2386719 h 3146477"/>
                <a:gd name="connsiteX165" fmla="*/ 2451465 w 3819074"/>
                <a:gd name="connsiteY165" fmla="*/ 2343952 h 3146477"/>
                <a:gd name="connsiteX166" fmla="*/ 2876090 w 3819074"/>
                <a:gd name="connsiteY166" fmla="*/ 2415580 h 3146477"/>
                <a:gd name="connsiteX167" fmla="*/ 3152886 w 3819074"/>
                <a:gd name="connsiteY167" fmla="*/ 2469301 h 3146477"/>
                <a:gd name="connsiteX168" fmla="*/ 3459305 w 3819074"/>
                <a:gd name="connsiteY168" fmla="*/ 1677011 h 3146477"/>
                <a:gd name="connsiteX169" fmla="*/ 3618087 w 3819074"/>
                <a:gd name="connsiteY169" fmla="*/ 1253054 h 3146477"/>
                <a:gd name="connsiteX170" fmla="*/ 3355102 w 3819074"/>
                <a:gd name="connsiteY170" fmla="*/ 742228 h 3146477"/>
                <a:gd name="connsiteX171" fmla="*/ 2750741 w 3819074"/>
                <a:gd name="connsiteY171" fmla="*/ 291029 h 3146477"/>
                <a:gd name="connsiteX172" fmla="*/ 2729786 w 3819074"/>
                <a:gd name="connsiteY172" fmla="*/ 277217 h 3146477"/>
                <a:gd name="connsiteX173" fmla="*/ 2483183 w 3819074"/>
                <a:gd name="connsiteY173" fmla="*/ 200541 h 3146477"/>
                <a:gd name="connsiteX174" fmla="*/ 2019030 w 3819074"/>
                <a:gd name="connsiteY174" fmla="*/ 322461 h 3146477"/>
                <a:gd name="connsiteX175" fmla="*/ 1457055 w 3819074"/>
                <a:gd name="connsiteY175" fmla="*/ 486958 h 3146477"/>
                <a:gd name="connsiteX176" fmla="*/ 1255792 w 3819074"/>
                <a:gd name="connsiteY176" fmla="*/ 501626 h 3146477"/>
                <a:gd name="connsiteX177" fmla="*/ 862600 w 3819074"/>
                <a:gd name="connsiteY177" fmla="*/ 471908 h 3146477"/>
                <a:gd name="connsiteX178" fmla="*/ 530368 w 3819074"/>
                <a:gd name="connsiteY178" fmla="*/ 445238 h 3146477"/>
                <a:gd name="connsiteX179" fmla="*/ 1362281 w 3819074"/>
                <a:gd name="connsiteY179" fmla="*/ 2505210 h 3146477"/>
                <a:gd name="connsiteX180" fmla="*/ 1363329 w 3819074"/>
                <a:gd name="connsiteY180" fmla="*/ 2495114 h 3146477"/>
                <a:gd name="connsiteX181" fmla="*/ 1253506 w 3819074"/>
                <a:gd name="connsiteY181" fmla="*/ 1674725 h 3146477"/>
                <a:gd name="connsiteX182" fmla="*/ 839168 w 3819074"/>
                <a:gd name="connsiteY182" fmla="*/ 1074650 h 3146477"/>
                <a:gd name="connsiteX183" fmla="*/ 654097 w 3819074"/>
                <a:gd name="connsiteY183" fmla="*/ 830715 h 3146477"/>
                <a:gd name="connsiteX184" fmla="*/ 648287 w 3819074"/>
                <a:gd name="connsiteY184" fmla="*/ 822333 h 3146477"/>
                <a:gd name="connsiteX185" fmla="*/ 658479 w 3819074"/>
                <a:gd name="connsiteY185" fmla="*/ 823190 h 3146477"/>
                <a:gd name="connsiteX186" fmla="*/ 819832 w 3819074"/>
                <a:gd name="connsiteY186" fmla="*/ 840240 h 3146477"/>
                <a:gd name="connsiteX187" fmla="*/ 1255315 w 3819074"/>
                <a:gd name="connsiteY187" fmla="*/ 872435 h 3146477"/>
                <a:gd name="connsiteX188" fmla="*/ 1515348 w 3819074"/>
                <a:gd name="connsiteY188" fmla="*/ 853385 h 3146477"/>
                <a:gd name="connsiteX189" fmla="*/ 2148475 w 3819074"/>
                <a:gd name="connsiteY189" fmla="*/ 670219 h 3146477"/>
                <a:gd name="connsiteX190" fmla="*/ 2483183 w 3819074"/>
                <a:gd name="connsiteY190" fmla="*/ 571635 h 3146477"/>
                <a:gd name="connsiteX191" fmla="*/ 2526236 w 3819074"/>
                <a:gd name="connsiteY191" fmla="*/ 587637 h 3146477"/>
                <a:gd name="connsiteX192" fmla="*/ 2547191 w 3819074"/>
                <a:gd name="connsiteY192" fmla="*/ 601353 h 3146477"/>
                <a:gd name="connsiteX193" fmla="*/ 3092498 w 3819074"/>
                <a:gd name="connsiteY193" fmla="*/ 1004641 h 3146477"/>
                <a:gd name="connsiteX194" fmla="*/ 3246707 w 3819074"/>
                <a:gd name="connsiteY194" fmla="*/ 1271341 h 3146477"/>
                <a:gd name="connsiteX195" fmla="*/ 3246707 w 3819074"/>
                <a:gd name="connsiteY195" fmla="*/ 1272199 h 3146477"/>
                <a:gd name="connsiteX196" fmla="*/ 3246707 w 3819074"/>
                <a:gd name="connsiteY196" fmla="*/ 1273056 h 3146477"/>
                <a:gd name="connsiteX197" fmla="*/ 3135265 w 3819074"/>
                <a:gd name="connsiteY197" fmla="*/ 1495370 h 3146477"/>
                <a:gd name="connsiteX198" fmla="*/ 2882281 w 3819074"/>
                <a:gd name="connsiteY198" fmla="*/ 2029913 h 3146477"/>
                <a:gd name="connsiteX199" fmla="*/ 2880852 w 3819074"/>
                <a:gd name="connsiteY199" fmla="*/ 2034008 h 3146477"/>
                <a:gd name="connsiteX200" fmla="*/ 2876661 w 3819074"/>
                <a:gd name="connsiteY200" fmla="*/ 2032961 h 3146477"/>
                <a:gd name="connsiteX201" fmla="*/ 2451560 w 3819074"/>
                <a:gd name="connsiteY201" fmla="*/ 1972286 h 3146477"/>
                <a:gd name="connsiteX202" fmla="*/ 2077609 w 3819074"/>
                <a:gd name="connsiteY202" fmla="*/ 2048486 h 3146477"/>
                <a:gd name="connsiteX203" fmla="*/ 1528778 w 3819074"/>
                <a:gd name="connsiteY203" fmla="*/ 2388243 h 3146477"/>
                <a:gd name="connsiteX204" fmla="*/ 1370759 w 3819074"/>
                <a:gd name="connsiteY204" fmla="*/ 2500257 h 3146477"/>
                <a:gd name="connsiteX205" fmla="*/ 667813 w 3819074"/>
                <a:gd name="connsiteY205" fmla="*/ 833954 h 3146477"/>
                <a:gd name="connsiteX206" fmla="*/ 846598 w 3819074"/>
                <a:gd name="connsiteY206" fmla="*/ 1068935 h 3146477"/>
                <a:gd name="connsiteX207" fmla="*/ 1261983 w 3819074"/>
                <a:gd name="connsiteY207" fmla="*/ 1670344 h 3146477"/>
                <a:gd name="connsiteX208" fmla="*/ 1373806 w 3819074"/>
                <a:gd name="connsiteY208" fmla="*/ 2485970 h 3146477"/>
                <a:gd name="connsiteX209" fmla="*/ 1523063 w 3819074"/>
                <a:gd name="connsiteY209" fmla="*/ 2379861 h 3146477"/>
                <a:gd name="connsiteX210" fmla="*/ 2073608 w 3819074"/>
                <a:gd name="connsiteY210" fmla="*/ 2039057 h 3146477"/>
                <a:gd name="connsiteX211" fmla="*/ 2451465 w 3819074"/>
                <a:gd name="connsiteY211" fmla="*/ 1962857 h 3146477"/>
                <a:gd name="connsiteX212" fmla="*/ 2874566 w 3819074"/>
                <a:gd name="connsiteY212" fmla="*/ 2022864 h 3146477"/>
                <a:gd name="connsiteX213" fmla="*/ 3126788 w 3819074"/>
                <a:gd name="connsiteY213" fmla="*/ 1490798 h 3146477"/>
                <a:gd name="connsiteX214" fmla="*/ 3237182 w 3819074"/>
                <a:gd name="connsiteY214" fmla="*/ 1271723 h 3146477"/>
                <a:gd name="connsiteX215" fmla="*/ 3085735 w 3819074"/>
                <a:gd name="connsiteY215" fmla="*/ 1011881 h 3146477"/>
                <a:gd name="connsiteX216" fmla="*/ 2541953 w 3819074"/>
                <a:gd name="connsiteY216" fmla="*/ 609830 h 3146477"/>
                <a:gd name="connsiteX217" fmla="*/ 2520998 w 3819074"/>
                <a:gd name="connsiteY217" fmla="*/ 596019 h 3146477"/>
                <a:gd name="connsiteX218" fmla="*/ 2482898 w 3819074"/>
                <a:gd name="connsiteY218" fmla="*/ 581636 h 3146477"/>
                <a:gd name="connsiteX219" fmla="*/ 2151523 w 3819074"/>
                <a:gd name="connsiteY219" fmla="*/ 679648 h 3146477"/>
                <a:gd name="connsiteX220" fmla="*/ 1516491 w 3819074"/>
                <a:gd name="connsiteY220" fmla="*/ 863290 h 3146477"/>
                <a:gd name="connsiteX221" fmla="*/ 1255030 w 3819074"/>
                <a:gd name="connsiteY221" fmla="*/ 882340 h 3146477"/>
                <a:gd name="connsiteX222" fmla="*/ 818785 w 3819074"/>
                <a:gd name="connsiteY222" fmla="*/ 850146 h 3146477"/>
                <a:gd name="connsiteX223" fmla="*/ 667813 w 3819074"/>
                <a:gd name="connsiteY223" fmla="*/ 833954 h 3146477"/>
                <a:gd name="connsiteX224" fmla="*/ 1709277 w 3819074"/>
                <a:gd name="connsiteY224" fmla="*/ 1809218 h 3146477"/>
                <a:gd name="connsiteX225" fmla="*/ 1707753 w 3819074"/>
                <a:gd name="connsiteY225" fmla="*/ 1803218 h 3146477"/>
                <a:gd name="connsiteX226" fmla="*/ 1591739 w 3819074"/>
                <a:gd name="connsiteY226" fmla="*/ 1499275 h 3146477"/>
                <a:gd name="connsiteX227" fmla="*/ 1446197 w 3819074"/>
                <a:gd name="connsiteY227" fmla="*/ 1252673 h 3146477"/>
                <a:gd name="connsiteX228" fmla="*/ 1441815 w 3819074"/>
                <a:gd name="connsiteY228" fmla="*/ 1246005 h 3146477"/>
                <a:gd name="connsiteX229" fmla="*/ 1449721 w 3819074"/>
                <a:gd name="connsiteY229" fmla="*/ 1245338 h 3146477"/>
                <a:gd name="connsiteX230" fmla="*/ 1575546 w 3819074"/>
                <a:gd name="connsiteY230" fmla="*/ 1229622 h 3146477"/>
                <a:gd name="connsiteX231" fmla="*/ 2281253 w 3819074"/>
                <a:gd name="connsiteY231" fmla="*/ 1027406 h 3146477"/>
                <a:gd name="connsiteX232" fmla="*/ 2421366 w 3819074"/>
                <a:gd name="connsiteY232" fmla="*/ 976638 h 3146477"/>
                <a:gd name="connsiteX233" fmla="*/ 2423557 w 3819074"/>
                <a:gd name="connsiteY233" fmla="*/ 975876 h 3146477"/>
                <a:gd name="connsiteX234" fmla="*/ 2425462 w 3819074"/>
                <a:gd name="connsiteY234" fmla="*/ 977210 h 3146477"/>
                <a:gd name="connsiteX235" fmla="*/ 2819987 w 3819074"/>
                <a:gd name="connsiteY235" fmla="*/ 1270961 h 3146477"/>
                <a:gd name="connsiteX236" fmla="*/ 2822559 w 3819074"/>
                <a:gd name="connsiteY236" fmla="*/ 1273532 h 3146477"/>
                <a:gd name="connsiteX237" fmla="*/ 2820749 w 3819074"/>
                <a:gd name="connsiteY237" fmla="*/ 1276676 h 3146477"/>
                <a:gd name="connsiteX238" fmla="*/ 2802652 w 3819074"/>
                <a:gd name="connsiteY238" fmla="*/ 1309156 h 3146477"/>
                <a:gd name="connsiteX239" fmla="*/ 2648918 w 3819074"/>
                <a:gd name="connsiteY239" fmla="*/ 1599954 h 3146477"/>
                <a:gd name="connsiteX240" fmla="*/ 2647490 w 3819074"/>
                <a:gd name="connsiteY240" fmla="*/ 1603002 h 3146477"/>
                <a:gd name="connsiteX241" fmla="*/ 2644061 w 3819074"/>
                <a:gd name="connsiteY241" fmla="*/ 1603002 h 3146477"/>
                <a:gd name="connsiteX242" fmla="*/ 2451656 w 3819074"/>
                <a:gd name="connsiteY242" fmla="*/ 1591096 h 3146477"/>
                <a:gd name="connsiteX243" fmla="*/ 1920922 w 3819074"/>
                <a:gd name="connsiteY243" fmla="*/ 1700538 h 3146477"/>
                <a:gd name="connsiteX244" fmla="*/ 1714897 w 3819074"/>
                <a:gd name="connsiteY244" fmla="*/ 1806075 h 3146477"/>
                <a:gd name="connsiteX245" fmla="*/ 1458484 w 3819074"/>
                <a:gd name="connsiteY245" fmla="*/ 1254101 h 3146477"/>
                <a:gd name="connsiteX246" fmla="*/ 1600216 w 3819074"/>
                <a:gd name="connsiteY246" fmla="*/ 1494893 h 3146477"/>
                <a:gd name="connsiteX247" fmla="*/ 1715373 w 3819074"/>
                <a:gd name="connsiteY247" fmla="*/ 1794740 h 3146477"/>
                <a:gd name="connsiteX248" fmla="*/ 1916827 w 3819074"/>
                <a:gd name="connsiteY248" fmla="*/ 1691870 h 3146477"/>
                <a:gd name="connsiteX249" fmla="*/ 2451465 w 3819074"/>
                <a:gd name="connsiteY249" fmla="*/ 1581571 h 3146477"/>
                <a:gd name="connsiteX250" fmla="*/ 2641965 w 3819074"/>
                <a:gd name="connsiteY250" fmla="*/ 1592715 h 3146477"/>
                <a:gd name="connsiteX251" fmla="*/ 2794365 w 3819074"/>
                <a:gd name="connsiteY251" fmla="*/ 1304489 h 3146477"/>
                <a:gd name="connsiteX252" fmla="*/ 2810653 w 3819074"/>
                <a:gd name="connsiteY252" fmla="*/ 1275152 h 3146477"/>
                <a:gd name="connsiteX253" fmla="*/ 2422223 w 3819074"/>
                <a:gd name="connsiteY253" fmla="*/ 986449 h 3146477"/>
                <a:gd name="connsiteX254" fmla="*/ 2284682 w 3819074"/>
                <a:gd name="connsiteY254" fmla="*/ 1036264 h 3146477"/>
                <a:gd name="connsiteX255" fmla="*/ 1576975 w 3819074"/>
                <a:gd name="connsiteY255" fmla="*/ 1239052 h 3146477"/>
                <a:gd name="connsiteX256" fmla="*/ 1458484 w 3819074"/>
                <a:gd name="connsiteY256" fmla="*/ 1254101 h 3146477"/>
                <a:gd name="connsiteX257" fmla="*/ 1241981 w 3819074"/>
                <a:gd name="connsiteY257" fmla="*/ 3050136 h 3146477"/>
                <a:gd name="connsiteX258" fmla="*/ 1241981 w 3819074"/>
                <a:gd name="connsiteY258" fmla="*/ 3050136 h 3146477"/>
                <a:gd name="connsiteX259" fmla="*/ 972899 w 3819074"/>
                <a:gd name="connsiteY259" fmla="*/ 2960029 h 3146477"/>
                <a:gd name="connsiteX260" fmla="*/ 884888 w 3819074"/>
                <a:gd name="connsiteY260" fmla="*/ 2492637 h 3146477"/>
                <a:gd name="connsiteX261" fmla="*/ 831072 w 3819074"/>
                <a:gd name="connsiteY261" fmla="*/ 1893896 h 3146477"/>
                <a:gd name="connsiteX262" fmla="*/ 466836 w 3819074"/>
                <a:gd name="connsiteY262" fmla="*/ 1371545 h 3146477"/>
                <a:gd name="connsiteX263" fmla="*/ 162417 w 3819074"/>
                <a:gd name="connsiteY263" fmla="*/ 483148 h 3146477"/>
                <a:gd name="connsiteX264" fmla="*/ 530368 w 3819074"/>
                <a:gd name="connsiteY264" fmla="*/ 340273 h 3146477"/>
                <a:gd name="connsiteX265" fmla="*/ 873839 w 3819074"/>
                <a:gd name="connsiteY265" fmla="*/ 367229 h 3146477"/>
                <a:gd name="connsiteX266" fmla="*/ 1255315 w 3819074"/>
                <a:gd name="connsiteY266" fmla="*/ 396280 h 3146477"/>
                <a:gd name="connsiteX267" fmla="*/ 1440100 w 3819074"/>
                <a:gd name="connsiteY267" fmla="*/ 382945 h 3146477"/>
                <a:gd name="connsiteX268" fmla="*/ 1982454 w 3819074"/>
                <a:gd name="connsiteY268" fmla="*/ 223687 h 3146477"/>
                <a:gd name="connsiteX269" fmla="*/ 2483183 w 3819074"/>
                <a:gd name="connsiteY269" fmla="*/ 95195 h 3146477"/>
                <a:gd name="connsiteX270" fmla="*/ 2787126 w 3819074"/>
                <a:gd name="connsiteY270" fmla="*/ 189016 h 3146477"/>
                <a:gd name="connsiteX271" fmla="*/ 2808081 w 3819074"/>
                <a:gd name="connsiteY271" fmla="*/ 202732 h 3146477"/>
                <a:gd name="connsiteX272" fmla="*/ 3722481 w 3819074"/>
                <a:gd name="connsiteY272" fmla="*/ 1244005 h 3146477"/>
                <a:gd name="connsiteX273" fmla="*/ 3551031 w 3819074"/>
                <a:gd name="connsiteY273" fmla="*/ 1727589 h 3146477"/>
                <a:gd name="connsiteX274" fmla="*/ 3251660 w 3819074"/>
                <a:gd name="connsiteY274" fmla="*/ 2518831 h 3146477"/>
                <a:gd name="connsiteX275" fmla="*/ 3160887 w 3819074"/>
                <a:gd name="connsiteY275" fmla="*/ 2573600 h 3146477"/>
                <a:gd name="connsiteX276" fmla="*/ 2851324 w 3819074"/>
                <a:gd name="connsiteY276" fmla="*/ 2516450 h 3146477"/>
                <a:gd name="connsiteX277" fmla="*/ 2451751 w 3819074"/>
                <a:gd name="connsiteY277" fmla="*/ 2447870 h 3146477"/>
                <a:gd name="connsiteX278" fmla="*/ 2273729 w 3819074"/>
                <a:gd name="connsiteY278" fmla="*/ 2481398 h 3146477"/>
                <a:gd name="connsiteX279" fmla="*/ 1809480 w 3819074"/>
                <a:gd name="connsiteY279" fmla="*/ 2772005 h 3146477"/>
                <a:gd name="connsiteX280" fmla="*/ 1241981 w 3819074"/>
                <a:gd name="connsiteY280" fmla="*/ 3050136 h 3146477"/>
                <a:gd name="connsiteX281" fmla="*/ 530368 w 3819074"/>
                <a:gd name="connsiteY281" fmla="*/ 349988 h 3146477"/>
                <a:gd name="connsiteX282" fmla="*/ 170418 w 3819074"/>
                <a:gd name="connsiteY282" fmla="*/ 488291 h 3146477"/>
                <a:gd name="connsiteX283" fmla="*/ 474075 w 3819074"/>
                <a:gd name="connsiteY283" fmla="*/ 1365639 h 3146477"/>
                <a:gd name="connsiteX284" fmla="*/ 839168 w 3819074"/>
                <a:gd name="connsiteY284" fmla="*/ 1889514 h 3146477"/>
                <a:gd name="connsiteX285" fmla="*/ 894127 w 3819074"/>
                <a:gd name="connsiteY285" fmla="*/ 2493590 h 3146477"/>
                <a:gd name="connsiteX286" fmla="*/ 977852 w 3819074"/>
                <a:gd name="connsiteY286" fmla="*/ 2952123 h 3146477"/>
                <a:gd name="connsiteX287" fmla="*/ 1241695 w 3819074"/>
                <a:gd name="connsiteY287" fmla="*/ 3040611 h 3146477"/>
                <a:gd name="connsiteX288" fmla="*/ 1241695 w 3819074"/>
                <a:gd name="connsiteY288" fmla="*/ 3040611 h 3146477"/>
                <a:gd name="connsiteX289" fmla="*/ 1803670 w 3819074"/>
                <a:gd name="connsiteY289" fmla="*/ 2764386 h 3146477"/>
                <a:gd name="connsiteX290" fmla="*/ 2269633 w 3819074"/>
                <a:gd name="connsiteY290" fmla="*/ 2472825 h 3146477"/>
                <a:gd name="connsiteX291" fmla="*/ 2451560 w 3819074"/>
                <a:gd name="connsiteY291" fmla="*/ 2438440 h 3146477"/>
                <a:gd name="connsiteX292" fmla="*/ 2853230 w 3819074"/>
                <a:gd name="connsiteY292" fmla="*/ 2507210 h 3146477"/>
                <a:gd name="connsiteX293" fmla="*/ 3160697 w 3819074"/>
                <a:gd name="connsiteY293" fmla="*/ 2563884 h 3146477"/>
                <a:gd name="connsiteX294" fmla="*/ 3242040 w 3819074"/>
                <a:gd name="connsiteY294" fmla="*/ 2517307 h 3146477"/>
                <a:gd name="connsiteX295" fmla="*/ 3542458 w 3819074"/>
                <a:gd name="connsiteY295" fmla="*/ 1722731 h 3146477"/>
                <a:gd name="connsiteX296" fmla="*/ 3713147 w 3819074"/>
                <a:gd name="connsiteY296" fmla="*/ 1244576 h 3146477"/>
                <a:gd name="connsiteX297" fmla="*/ 2802938 w 3819074"/>
                <a:gd name="connsiteY297" fmla="*/ 210447 h 3146477"/>
                <a:gd name="connsiteX298" fmla="*/ 2781983 w 3819074"/>
                <a:gd name="connsiteY298" fmla="*/ 196731 h 3146477"/>
                <a:gd name="connsiteX299" fmla="*/ 2483279 w 3819074"/>
                <a:gd name="connsiteY299" fmla="*/ 104529 h 3146477"/>
                <a:gd name="connsiteX300" fmla="*/ 1985883 w 3819074"/>
                <a:gd name="connsiteY300" fmla="*/ 232450 h 3146477"/>
                <a:gd name="connsiteX301" fmla="*/ 1441625 w 3819074"/>
                <a:gd name="connsiteY301" fmla="*/ 392184 h 3146477"/>
                <a:gd name="connsiteX302" fmla="*/ 1255411 w 3819074"/>
                <a:gd name="connsiteY302" fmla="*/ 405614 h 3146477"/>
                <a:gd name="connsiteX303" fmla="*/ 872887 w 3819074"/>
                <a:gd name="connsiteY303" fmla="*/ 376468 h 3146477"/>
                <a:gd name="connsiteX304" fmla="*/ 530368 w 3819074"/>
                <a:gd name="connsiteY304" fmla="*/ 349988 h 3146477"/>
                <a:gd name="connsiteX305" fmla="*/ 1251506 w 3819074"/>
                <a:gd name="connsiteY305" fmla="*/ 2668564 h 3146477"/>
                <a:gd name="connsiteX306" fmla="*/ 1251506 w 3819074"/>
                <a:gd name="connsiteY306" fmla="*/ 2662182 h 3146477"/>
                <a:gd name="connsiteX307" fmla="*/ 1263317 w 3819074"/>
                <a:gd name="connsiteY307" fmla="*/ 2533595 h 3146477"/>
                <a:gd name="connsiteX308" fmla="*/ 1168924 w 3819074"/>
                <a:gd name="connsiteY308" fmla="*/ 1718540 h 3146477"/>
                <a:gd name="connsiteX309" fmla="*/ 764588 w 3819074"/>
                <a:gd name="connsiteY309" fmla="*/ 1134277 h 3146477"/>
                <a:gd name="connsiteX310" fmla="*/ 531606 w 3819074"/>
                <a:gd name="connsiteY310" fmla="*/ 818904 h 3146477"/>
                <a:gd name="connsiteX311" fmla="*/ 484552 w 3819074"/>
                <a:gd name="connsiteY311" fmla="*/ 729178 h 3146477"/>
                <a:gd name="connsiteX312" fmla="*/ 482171 w 3819074"/>
                <a:gd name="connsiteY312" fmla="*/ 723082 h 3146477"/>
                <a:gd name="connsiteX313" fmla="*/ 488743 w 3819074"/>
                <a:gd name="connsiteY313" fmla="*/ 723082 h 3146477"/>
                <a:gd name="connsiteX314" fmla="*/ 530272 w 3819074"/>
                <a:gd name="connsiteY314" fmla="*/ 721939 h 3146477"/>
                <a:gd name="connsiteX315" fmla="*/ 830786 w 3819074"/>
                <a:gd name="connsiteY315" fmla="*/ 746419 h 3146477"/>
                <a:gd name="connsiteX316" fmla="*/ 1255220 w 3819074"/>
                <a:gd name="connsiteY316" fmla="*/ 777947 h 3146477"/>
                <a:gd name="connsiteX317" fmla="*/ 1500203 w 3819074"/>
                <a:gd name="connsiteY317" fmla="*/ 759849 h 3146477"/>
                <a:gd name="connsiteX318" fmla="*/ 2115137 w 3819074"/>
                <a:gd name="connsiteY318" fmla="*/ 581446 h 3146477"/>
                <a:gd name="connsiteX319" fmla="*/ 2483088 w 3819074"/>
                <a:gd name="connsiteY319" fmla="*/ 476671 h 3146477"/>
                <a:gd name="connsiteX320" fmla="*/ 2578338 w 3819074"/>
                <a:gd name="connsiteY320" fmla="*/ 508198 h 3146477"/>
                <a:gd name="connsiteX321" fmla="*/ 2599198 w 3819074"/>
                <a:gd name="connsiteY321" fmla="*/ 521914 h 3146477"/>
                <a:gd name="connsiteX322" fmla="*/ 3342624 w 3819074"/>
                <a:gd name="connsiteY322" fmla="*/ 1275152 h 3146477"/>
                <a:gd name="connsiteX323" fmla="*/ 3218132 w 3819074"/>
                <a:gd name="connsiteY323" fmla="*/ 1541852 h 3146477"/>
                <a:gd name="connsiteX324" fmla="*/ 2945336 w 3819074"/>
                <a:gd name="connsiteY324" fmla="*/ 2143260 h 3146477"/>
                <a:gd name="connsiteX325" fmla="*/ 2944003 w 3819074"/>
                <a:gd name="connsiteY325" fmla="*/ 2147546 h 3146477"/>
                <a:gd name="connsiteX326" fmla="*/ 2939621 w 3819074"/>
                <a:gd name="connsiteY326" fmla="*/ 2146499 h 3146477"/>
                <a:gd name="connsiteX327" fmla="*/ 2451370 w 3819074"/>
                <a:gd name="connsiteY327" fmla="*/ 2067441 h 3146477"/>
                <a:gd name="connsiteX328" fmla="*/ 2116566 w 3819074"/>
                <a:gd name="connsiteY328" fmla="*/ 2134688 h 3146477"/>
                <a:gd name="connsiteX329" fmla="*/ 1584785 w 3819074"/>
                <a:gd name="connsiteY329" fmla="*/ 2464633 h 3146477"/>
                <a:gd name="connsiteX330" fmla="*/ 1257316 w 3819074"/>
                <a:gd name="connsiteY330" fmla="*/ 2667230 h 3146477"/>
                <a:gd name="connsiteX331" fmla="*/ 496078 w 3819074"/>
                <a:gd name="connsiteY331" fmla="*/ 731750 h 3146477"/>
                <a:gd name="connsiteX332" fmla="*/ 539797 w 3819074"/>
                <a:gd name="connsiteY332" fmla="*/ 813951 h 3146477"/>
                <a:gd name="connsiteX333" fmla="*/ 772112 w 3819074"/>
                <a:gd name="connsiteY333" fmla="*/ 1128276 h 3146477"/>
                <a:gd name="connsiteX334" fmla="*/ 1177401 w 3819074"/>
                <a:gd name="connsiteY334" fmla="*/ 1714159 h 3146477"/>
                <a:gd name="connsiteX335" fmla="*/ 1272651 w 3819074"/>
                <a:gd name="connsiteY335" fmla="*/ 2534166 h 3146477"/>
                <a:gd name="connsiteX336" fmla="*/ 1261221 w 3819074"/>
                <a:gd name="connsiteY336" fmla="*/ 2656276 h 3146477"/>
                <a:gd name="connsiteX337" fmla="*/ 1578975 w 3819074"/>
                <a:gd name="connsiteY337" fmla="*/ 2456823 h 3146477"/>
                <a:gd name="connsiteX338" fmla="*/ 2112375 w 3819074"/>
                <a:gd name="connsiteY338" fmla="*/ 2125925 h 3146477"/>
                <a:gd name="connsiteX339" fmla="*/ 2451084 w 3819074"/>
                <a:gd name="connsiteY339" fmla="*/ 2057821 h 3146477"/>
                <a:gd name="connsiteX340" fmla="*/ 2936859 w 3819074"/>
                <a:gd name="connsiteY340" fmla="*/ 2136021 h 3146477"/>
                <a:gd name="connsiteX341" fmla="*/ 3209083 w 3819074"/>
                <a:gd name="connsiteY341" fmla="*/ 1537089 h 3146477"/>
                <a:gd name="connsiteX342" fmla="*/ 3332908 w 3819074"/>
                <a:gd name="connsiteY342" fmla="*/ 1275628 h 3146477"/>
                <a:gd name="connsiteX343" fmla="*/ 2593769 w 3819074"/>
                <a:gd name="connsiteY343" fmla="*/ 529630 h 3146477"/>
                <a:gd name="connsiteX344" fmla="*/ 2572814 w 3819074"/>
                <a:gd name="connsiteY344" fmla="*/ 515914 h 3146477"/>
                <a:gd name="connsiteX345" fmla="*/ 2482802 w 3819074"/>
                <a:gd name="connsiteY345" fmla="*/ 485910 h 3146477"/>
                <a:gd name="connsiteX346" fmla="*/ 2118281 w 3819074"/>
                <a:gd name="connsiteY346" fmla="*/ 589923 h 3146477"/>
                <a:gd name="connsiteX347" fmla="*/ 1501346 w 3819074"/>
                <a:gd name="connsiteY347" fmla="*/ 768803 h 3146477"/>
                <a:gd name="connsiteX348" fmla="*/ 1254935 w 3819074"/>
                <a:gd name="connsiteY348" fmla="*/ 786995 h 3146477"/>
                <a:gd name="connsiteX349" fmla="*/ 829453 w 3819074"/>
                <a:gd name="connsiteY349" fmla="*/ 755372 h 3146477"/>
                <a:gd name="connsiteX350" fmla="*/ 529987 w 3819074"/>
                <a:gd name="connsiteY350" fmla="*/ 730988 h 3146477"/>
                <a:gd name="connsiteX351" fmla="*/ 496078 w 3819074"/>
                <a:gd name="connsiteY351" fmla="*/ 731750 h 3146477"/>
                <a:gd name="connsiteX352" fmla="*/ 1643269 w 3819074"/>
                <a:gd name="connsiteY352" fmla="*/ 1960475 h 3146477"/>
                <a:gd name="connsiteX353" fmla="*/ 1642126 w 3819074"/>
                <a:gd name="connsiteY353" fmla="*/ 1953427 h 3146477"/>
                <a:gd name="connsiteX354" fmla="*/ 1507252 w 3819074"/>
                <a:gd name="connsiteY354" fmla="*/ 1543376 h 3146477"/>
                <a:gd name="connsiteX355" fmla="*/ 1270079 w 3819074"/>
                <a:gd name="connsiteY355" fmla="*/ 1166186 h 3146477"/>
                <a:gd name="connsiteX356" fmla="*/ 1264650 w 3819074"/>
                <a:gd name="connsiteY356" fmla="*/ 1158661 h 3146477"/>
                <a:gd name="connsiteX357" fmla="*/ 1274175 w 3819074"/>
                <a:gd name="connsiteY357" fmla="*/ 1158661 h 3146477"/>
                <a:gd name="connsiteX358" fmla="*/ 1560782 w 3819074"/>
                <a:gd name="connsiteY358" fmla="*/ 1135896 h 3146477"/>
                <a:gd name="connsiteX359" fmla="*/ 2248392 w 3819074"/>
                <a:gd name="connsiteY359" fmla="*/ 938347 h 3146477"/>
                <a:gd name="connsiteX360" fmla="*/ 2435463 w 3819074"/>
                <a:gd name="connsiteY360" fmla="*/ 871672 h 3146477"/>
                <a:gd name="connsiteX361" fmla="*/ 2437654 w 3819074"/>
                <a:gd name="connsiteY361" fmla="*/ 871006 h 3146477"/>
                <a:gd name="connsiteX362" fmla="*/ 2439559 w 3819074"/>
                <a:gd name="connsiteY362" fmla="*/ 872244 h 3146477"/>
                <a:gd name="connsiteX363" fmla="*/ 2870851 w 3819074"/>
                <a:gd name="connsiteY363" fmla="*/ 1187712 h 3146477"/>
                <a:gd name="connsiteX364" fmla="*/ 2936573 w 3819074"/>
                <a:gd name="connsiteY364" fmla="*/ 1257911 h 3146477"/>
                <a:gd name="connsiteX365" fmla="*/ 2938383 w 3819074"/>
                <a:gd name="connsiteY365" fmla="*/ 1260388 h 3146477"/>
                <a:gd name="connsiteX366" fmla="*/ 2936954 w 3819074"/>
                <a:gd name="connsiteY366" fmla="*/ 1263055 h 3146477"/>
                <a:gd name="connsiteX367" fmla="*/ 2885996 w 3819074"/>
                <a:gd name="connsiteY367" fmla="*/ 1355733 h 3146477"/>
                <a:gd name="connsiteX368" fmla="*/ 2705973 w 3819074"/>
                <a:gd name="connsiteY368" fmla="*/ 1703491 h 3146477"/>
                <a:gd name="connsiteX369" fmla="*/ 2704449 w 3819074"/>
                <a:gd name="connsiteY369" fmla="*/ 1706729 h 3146477"/>
                <a:gd name="connsiteX370" fmla="*/ 2700925 w 3819074"/>
                <a:gd name="connsiteY370" fmla="*/ 1706158 h 3146477"/>
                <a:gd name="connsiteX371" fmla="*/ 2451656 w 3819074"/>
                <a:gd name="connsiteY371" fmla="*/ 1686346 h 3146477"/>
                <a:gd name="connsiteX372" fmla="*/ 1960070 w 3819074"/>
                <a:gd name="connsiteY372" fmla="*/ 1787406 h 3146477"/>
                <a:gd name="connsiteX373" fmla="*/ 1649555 w 3819074"/>
                <a:gd name="connsiteY373" fmla="*/ 1956475 h 3146477"/>
                <a:gd name="connsiteX374" fmla="*/ 1283224 w 3819074"/>
                <a:gd name="connsiteY374" fmla="*/ 1167995 h 3146477"/>
                <a:gd name="connsiteX375" fmla="*/ 1515634 w 3819074"/>
                <a:gd name="connsiteY375" fmla="*/ 1539470 h 3146477"/>
                <a:gd name="connsiteX376" fmla="*/ 1650317 w 3819074"/>
                <a:gd name="connsiteY376" fmla="*/ 1945235 h 3146477"/>
                <a:gd name="connsiteX377" fmla="*/ 1956356 w 3819074"/>
                <a:gd name="connsiteY377" fmla="*/ 1778643 h 3146477"/>
                <a:gd name="connsiteX378" fmla="*/ 2451656 w 3819074"/>
                <a:gd name="connsiteY378" fmla="*/ 1676821 h 3146477"/>
                <a:gd name="connsiteX379" fmla="*/ 2698734 w 3819074"/>
                <a:gd name="connsiteY379" fmla="*/ 1695871 h 3146477"/>
                <a:gd name="connsiteX380" fmla="*/ 2877614 w 3819074"/>
                <a:gd name="connsiteY380" fmla="*/ 1350685 h 3146477"/>
                <a:gd name="connsiteX381" fmla="*/ 2927048 w 3819074"/>
                <a:gd name="connsiteY381" fmla="*/ 1260959 h 3146477"/>
                <a:gd name="connsiteX382" fmla="*/ 2864279 w 3819074"/>
                <a:gd name="connsiteY382" fmla="*/ 1194284 h 3146477"/>
                <a:gd name="connsiteX383" fmla="*/ 2435654 w 3819074"/>
                <a:gd name="connsiteY383" fmla="*/ 881102 h 3146477"/>
                <a:gd name="connsiteX384" fmla="*/ 2251345 w 3819074"/>
                <a:gd name="connsiteY384" fmla="*/ 946539 h 3146477"/>
                <a:gd name="connsiteX385" fmla="*/ 1561735 w 3819074"/>
                <a:gd name="connsiteY385" fmla="*/ 1144659 h 3146477"/>
                <a:gd name="connsiteX386" fmla="*/ 1283224 w 3819074"/>
                <a:gd name="connsiteY386" fmla="*/ 1167805 h 3146477"/>
                <a:gd name="connsiteX387" fmla="*/ 1241981 w 3819074"/>
                <a:gd name="connsiteY387" fmla="*/ 2859636 h 3146477"/>
                <a:gd name="connsiteX388" fmla="*/ 1241981 w 3819074"/>
                <a:gd name="connsiteY388" fmla="*/ 2859636 h 3146477"/>
                <a:gd name="connsiteX389" fmla="*/ 1077293 w 3819074"/>
                <a:gd name="connsiteY389" fmla="*/ 2800676 h 3146477"/>
                <a:gd name="connsiteX390" fmla="*/ 1074340 w 3819074"/>
                <a:gd name="connsiteY390" fmla="*/ 2512925 h 3146477"/>
                <a:gd name="connsiteX391" fmla="*/ 1000141 w 3819074"/>
                <a:gd name="connsiteY391" fmla="*/ 1806265 h 3146477"/>
                <a:gd name="connsiteX392" fmla="*/ 615902 w 3819074"/>
                <a:gd name="connsiteY392" fmla="*/ 1252958 h 3146477"/>
                <a:gd name="connsiteX393" fmla="*/ 322056 w 3819074"/>
                <a:gd name="connsiteY393" fmla="*/ 587447 h 3146477"/>
                <a:gd name="connsiteX394" fmla="*/ 530653 w 3819074"/>
                <a:gd name="connsiteY394" fmla="*/ 530963 h 3146477"/>
                <a:gd name="connsiteX395" fmla="*/ 852598 w 3819074"/>
                <a:gd name="connsiteY395" fmla="*/ 556681 h 3146477"/>
                <a:gd name="connsiteX396" fmla="*/ 1255601 w 3819074"/>
                <a:gd name="connsiteY396" fmla="*/ 586970 h 3146477"/>
                <a:gd name="connsiteX397" fmla="*/ 1470581 w 3819074"/>
                <a:gd name="connsiteY397" fmla="*/ 571254 h 3146477"/>
                <a:gd name="connsiteX398" fmla="*/ 2049224 w 3819074"/>
                <a:gd name="connsiteY398" fmla="*/ 402376 h 3146477"/>
                <a:gd name="connsiteX399" fmla="*/ 2483564 w 3819074"/>
                <a:gd name="connsiteY399" fmla="*/ 285885 h 3146477"/>
                <a:gd name="connsiteX400" fmla="*/ 2683113 w 3819074"/>
                <a:gd name="connsiteY400" fmla="*/ 348560 h 3146477"/>
                <a:gd name="connsiteX401" fmla="*/ 2704068 w 3819074"/>
                <a:gd name="connsiteY401" fmla="*/ 362276 h 3146477"/>
                <a:gd name="connsiteX402" fmla="*/ 3532743 w 3819074"/>
                <a:gd name="connsiteY402" fmla="*/ 1259531 h 3146477"/>
                <a:gd name="connsiteX403" fmla="*/ 3384534 w 3819074"/>
                <a:gd name="connsiteY403" fmla="*/ 1634720 h 3146477"/>
                <a:gd name="connsiteX404" fmla="*/ 3084020 w 3819074"/>
                <a:gd name="connsiteY404" fmla="*/ 2369955 h 3146477"/>
                <a:gd name="connsiteX405" fmla="*/ 3083068 w 3819074"/>
                <a:gd name="connsiteY405" fmla="*/ 2374527 h 3146477"/>
                <a:gd name="connsiteX406" fmla="*/ 3078496 w 3819074"/>
                <a:gd name="connsiteY406" fmla="*/ 2373670 h 3146477"/>
                <a:gd name="connsiteX407" fmla="*/ 2897521 w 3819074"/>
                <a:gd name="connsiteY407" fmla="*/ 2332141 h 3146477"/>
                <a:gd name="connsiteX408" fmla="*/ 2451846 w 3819074"/>
                <a:gd name="connsiteY408" fmla="*/ 2257846 h 3146477"/>
                <a:gd name="connsiteX409" fmla="*/ 2195433 w 3819074"/>
                <a:gd name="connsiteY409" fmla="*/ 2308233 h 3146477"/>
                <a:gd name="connsiteX410" fmla="*/ 1697466 w 3819074"/>
                <a:gd name="connsiteY410" fmla="*/ 2618462 h 3146477"/>
                <a:gd name="connsiteX411" fmla="*/ 1241981 w 3819074"/>
                <a:gd name="connsiteY411" fmla="*/ 2859636 h 3146477"/>
                <a:gd name="connsiteX412" fmla="*/ 530368 w 3819074"/>
                <a:gd name="connsiteY412" fmla="*/ 540488 h 3146477"/>
                <a:gd name="connsiteX413" fmla="*/ 329771 w 3819074"/>
                <a:gd name="connsiteY413" fmla="*/ 592685 h 3146477"/>
                <a:gd name="connsiteX414" fmla="*/ 623046 w 3819074"/>
                <a:gd name="connsiteY414" fmla="*/ 1246957 h 3146477"/>
                <a:gd name="connsiteX415" fmla="*/ 1008332 w 3819074"/>
                <a:gd name="connsiteY415" fmla="*/ 1801789 h 3146477"/>
                <a:gd name="connsiteX416" fmla="*/ 1083485 w 3819074"/>
                <a:gd name="connsiteY416" fmla="*/ 2513878 h 3146477"/>
                <a:gd name="connsiteX417" fmla="*/ 1082151 w 3819074"/>
                <a:gd name="connsiteY417" fmla="*/ 2792675 h 3146477"/>
                <a:gd name="connsiteX418" fmla="*/ 1241695 w 3819074"/>
                <a:gd name="connsiteY418" fmla="*/ 2849825 h 3146477"/>
                <a:gd name="connsiteX419" fmla="*/ 1241695 w 3819074"/>
                <a:gd name="connsiteY419" fmla="*/ 2849825 h 3146477"/>
                <a:gd name="connsiteX420" fmla="*/ 1691465 w 3819074"/>
                <a:gd name="connsiteY420" fmla="*/ 2610557 h 3146477"/>
                <a:gd name="connsiteX421" fmla="*/ 2191147 w 3819074"/>
                <a:gd name="connsiteY421" fmla="*/ 2299280 h 3146477"/>
                <a:gd name="connsiteX422" fmla="*/ 2451465 w 3819074"/>
                <a:gd name="connsiteY422" fmla="*/ 2248035 h 3146477"/>
                <a:gd name="connsiteX423" fmla="*/ 2899140 w 3819074"/>
                <a:gd name="connsiteY423" fmla="*/ 2322521 h 3146477"/>
                <a:gd name="connsiteX424" fmla="*/ 3075448 w 3819074"/>
                <a:gd name="connsiteY424" fmla="*/ 2363192 h 3146477"/>
                <a:gd name="connsiteX425" fmla="*/ 3376057 w 3819074"/>
                <a:gd name="connsiteY425" fmla="*/ 1629767 h 3146477"/>
                <a:gd name="connsiteX426" fmla="*/ 3523028 w 3819074"/>
                <a:gd name="connsiteY426" fmla="*/ 1259912 h 3146477"/>
                <a:gd name="connsiteX427" fmla="*/ 2698448 w 3819074"/>
                <a:gd name="connsiteY427" fmla="*/ 369896 h 3146477"/>
                <a:gd name="connsiteX428" fmla="*/ 2677493 w 3819074"/>
                <a:gd name="connsiteY428" fmla="*/ 356180 h 3146477"/>
                <a:gd name="connsiteX429" fmla="*/ 2483088 w 3819074"/>
                <a:gd name="connsiteY429" fmla="*/ 295029 h 3146477"/>
                <a:gd name="connsiteX430" fmla="*/ 2052082 w 3819074"/>
                <a:gd name="connsiteY430" fmla="*/ 410948 h 3146477"/>
                <a:gd name="connsiteX431" fmla="*/ 1471533 w 3819074"/>
                <a:gd name="connsiteY431" fmla="*/ 580303 h 3146477"/>
                <a:gd name="connsiteX432" fmla="*/ 1255220 w 3819074"/>
                <a:gd name="connsiteY432" fmla="*/ 596114 h 3146477"/>
                <a:gd name="connsiteX433" fmla="*/ 851170 w 3819074"/>
                <a:gd name="connsiteY433" fmla="*/ 565730 h 3146477"/>
                <a:gd name="connsiteX434" fmla="*/ 530368 w 3819074"/>
                <a:gd name="connsiteY434" fmla="*/ 540488 h 3146477"/>
                <a:gd name="connsiteX435" fmla="*/ 1472771 w 3819074"/>
                <a:gd name="connsiteY435" fmla="*/ 2310519 h 3146477"/>
                <a:gd name="connsiteX436" fmla="*/ 1472771 w 3819074"/>
                <a:gd name="connsiteY436" fmla="*/ 2300994 h 3146477"/>
                <a:gd name="connsiteX437" fmla="*/ 1337802 w 3819074"/>
                <a:gd name="connsiteY437" fmla="*/ 1631101 h 3146477"/>
                <a:gd name="connsiteX438" fmla="*/ 913463 w 3819074"/>
                <a:gd name="connsiteY438" fmla="*/ 1015881 h 3146477"/>
                <a:gd name="connsiteX439" fmla="*/ 861076 w 3819074"/>
                <a:gd name="connsiteY439" fmla="*/ 949206 h 3146477"/>
                <a:gd name="connsiteX440" fmla="*/ 854122 w 3819074"/>
                <a:gd name="connsiteY440" fmla="*/ 940348 h 3146477"/>
                <a:gd name="connsiteX441" fmla="*/ 865362 w 3819074"/>
                <a:gd name="connsiteY441" fmla="*/ 941586 h 3146477"/>
                <a:gd name="connsiteX442" fmla="*/ 1255030 w 3819074"/>
                <a:gd name="connsiteY442" fmla="*/ 967970 h 3146477"/>
                <a:gd name="connsiteX443" fmla="*/ 1530112 w 3819074"/>
                <a:gd name="connsiteY443" fmla="*/ 947491 h 3146477"/>
                <a:gd name="connsiteX444" fmla="*/ 2181431 w 3819074"/>
                <a:gd name="connsiteY444" fmla="*/ 759563 h 3146477"/>
                <a:gd name="connsiteX445" fmla="*/ 2472134 w 3819074"/>
                <a:gd name="connsiteY445" fmla="*/ 667456 h 3146477"/>
                <a:gd name="connsiteX446" fmla="*/ 2473849 w 3819074"/>
                <a:gd name="connsiteY446" fmla="*/ 667456 h 3146477"/>
                <a:gd name="connsiteX447" fmla="*/ 2494708 w 3819074"/>
                <a:gd name="connsiteY447" fmla="*/ 681077 h 3146477"/>
                <a:gd name="connsiteX448" fmla="*/ 3148219 w 3819074"/>
                <a:gd name="connsiteY448" fmla="*/ 1262102 h 3146477"/>
                <a:gd name="connsiteX449" fmla="*/ 3148219 w 3819074"/>
                <a:gd name="connsiteY449" fmla="*/ 1263626 h 3146477"/>
                <a:gd name="connsiteX450" fmla="*/ 3147647 w 3819074"/>
                <a:gd name="connsiteY450" fmla="*/ 1265055 h 3146477"/>
                <a:gd name="connsiteX451" fmla="*/ 3051540 w 3819074"/>
                <a:gd name="connsiteY451" fmla="*/ 1448126 h 3146477"/>
                <a:gd name="connsiteX452" fmla="*/ 2821607 w 3819074"/>
                <a:gd name="connsiteY452" fmla="*/ 1918280 h 3146477"/>
                <a:gd name="connsiteX453" fmla="*/ 2820178 w 3819074"/>
                <a:gd name="connsiteY453" fmla="*/ 1922090 h 3146477"/>
                <a:gd name="connsiteX454" fmla="*/ 2816177 w 3819074"/>
                <a:gd name="connsiteY454" fmla="*/ 1921232 h 3146477"/>
                <a:gd name="connsiteX455" fmla="*/ 2450798 w 3819074"/>
                <a:gd name="connsiteY455" fmla="*/ 1876655 h 3146477"/>
                <a:gd name="connsiteX456" fmla="*/ 2037604 w 3819074"/>
                <a:gd name="connsiteY456" fmla="*/ 1960761 h 3146477"/>
                <a:gd name="connsiteX457" fmla="*/ 1480010 w 3819074"/>
                <a:gd name="connsiteY457" fmla="*/ 2304614 h 3146477"/>
                <a:gd name="connsiteX458" fmla="*/ 875839 w 3819074"/>
                <a:gd name="connsiteY458" fmla="*/ 952254 h 3146477"/>
                <a:gd name="connsiteX459" fmla="*/ 921179 w 3819074"/>
                <a:gd name="connsiteY459" fmla="*/ 1009404 h 3146477"/>
                <a:gd name="connsiteX460" fmla="*/ 1346565 w 3819074"/>
                <a:gd name="connsiteY460" fmla="*/ 1626148 h 3146477"/>
                <a:gd name="connsiteX461" fmla="*/ 1482868 w 3819074"/>
                <a:gd name="connsiteY461" fmla="*/ 2291088 h 3146477"/>
                <a:gd name="connsiteX462" fmla="*/ 2034365 w 3819074"/>
                <a:gd name="connsiteY462" fmla="*/ 1951998 h 3146477"/>
                <a:gd name="connsiteX463" fmla="*/ 2451465 w 3819074"/>
                <a:gd name="connsiteY463" fmla="*/ 1867035 h 3146477"/>
                <a:gd name="connsiteX464" fmla="*/ 2814939 w 3819074"/>
                <a:gd name="connsiteY464" fmla="*/ 1910945 h 3146477"/>
                <a:gd name="connsiteX465" fmla="*/ 3043539 w 3819074"/>
                <a:gd name="connsiteY465" fmla="*/ 1444220 h 3146477"/>
                <a:gd name="connsiteX466" fmla="*/ 3138789 w 3819074"/>
                <a:gd name="connsiteY466" fmla="*/ 1263245 h 3146477"/>
                <a:gd name="connsiteX467" fmla="*/ 2489660 w 3819074"/>
                <a:gd name="connsiteY467" fmla="*/ 689269 h 3146477"/>
                <a:gd name="connsiteX468" fmla="*/ 2471658 w 3819074"/>
                <a:gd name="connsiteY468" fmla="*/ 677458 h 3146477"/>
                <a:gd name="connsiteX469" fmla="*/ 2185051 w 3819074"/>
                <a:gd name="connsiteY469" fmla="*/ 768707 h 3146477"/>
                <a:gd name="connsiteX470" fmla="*/ 1531731 w 3819074"/>
                <a:gd name="connsiteY470" fmla="*/ 957207 h 3146477"/>
                <a:gd name="connsiteX471" fmla="*/ 1255506 w 3819074"/>
                <a:gd name="connsiteY471" fmla="*/ 977781 h 3146477"/>
                <a:gd name="connsiteX472" fmla="*/ 875839 w 3819074"/>
                <a:gd name="connsiteY472" fmla="*/ 952254 h 3146477"/>
                <a:gd name="connsiteX473" fmla="*/ 1767284 w 3819074"/>
                <a:gd name="connsiteY473" fmla="*/ 1668915 h 3146477"/>
                <a:gd name="connsiteX474" fmla="*/ 1765475 w 3819074"/>
                <a:gd name="connsiteY474" fmla="*/ 1663676 h 3146477"/>
                <a:gd name="connsiteX475" fmla="*/ 1676321 w 3819074"/>
                <a:gd name="connsiteY475" fmla="*/ 1455460 h 3146477"/>
                <a:gd name="connsiteX476" fmla="*/ 1605455 w 3819074"/>
                <a:gd name="connsiteY476" fmla="*/ 1327825 h 3146477"/>
                <a:gd name="connsiteX477" fmla="*/ 1601930 w 3819074"/>
                <a:gd name="connsiteY477" fmla="*/ 1321824 h 3146477"/>
                <a:gd name="connsiteX478" fmla="*/ 1608788 w 3819074"/>
                <a:gd name="connsiteY478" fmla="*/ 1320681 h 3146477"/>
                <a:gd name="connsiteX479" fmla="*/ 2314496 w 3819074"/>
                <a:gd name="connsiteY479" fmla="*/ 1116656 h 3146477"/>
                <a:gd name="connsiteX480" fmla="*/ 2408222 w 3819074"/>
                <a:gd name="connsiteY480" fmla="*/ 1082270 h 3146477"/>
                <a:gd name="connsiteX481" fmla="*/ 2410508 w 3819074"/>
                <a:gd name="connsiteY481" fmla="*/ 1081413 h 3146477"/>
                <a:gd name="connsiteX482" fmla="*/ 2412508 w 3819074"/>
                <a:gd name="connsiteY482" fmla="*/ 1082747 h 3146477"/>
                <a:gd name="connsiteX483" fmla="*/ 2637679 w 3819074"/>
                <a:gd name="connsiteY483" fmla="*/ 1240385 h 3146477"/>
                <a:gd name="connsiteX484" fmla="*/ 2699782 w 3819074"/>
                <a:gd name="connsiteY484" fmla="*/ 1290011 h 3146477"/>
                <a:gd name="connsiteX485" fmla="*/ 2702830 w 3819074"/>
                <a:gd name="connsiteY485" fmla="*/ 1292582 h 3146477"/>
                <a:gd name="connsiteX486" fmla="*/ 2700925 w 3819074"/>
                <a:gd name="connsiteY486" fmla="*/ 1296011 h 3146477"/>
                <a:gd name="connsiteX487" fmla="*/ 2592721 w 3819074"/>
                <a:gd name="connsiteY487" fmla="*/ 1498798 h 3146477"/>
                <a:gd name="connsiteX488" fmla="*/ 2591292 w 3819074"/>
                <a:gd name="connsiteY488" fmla="*/ 1501656 h 3146477"/>
                <a:gd name="connsiteX489" fmla="*/ 2588149 w 3819074"/>
                <a:gd name="connsiteY489" fmla="*/ 1501656 h 3146477"/>
                <a:gd name="connsiteX490" fmla="*/ 2451465 w 3819074"/>
                <a:gd name="connsiteY490" fmla="*/ 1496132 h 3146477"/>
                <a:gd name="connsiteX491" fmla="*/ 1881584 w 3819074"/>
                <a:gd name="connsiteY491" fmla="*/ 1614051 h 3146477"/>
                <a:gd name="connsiteX492" fmla="*/ 1772142 w 3819074"/>
                <a:gd name="connsiteY492" fmla="*/ 1666724 h 3146477"/>
                <a:gd name="connsiteX493" fmla="*/ 1617170 w 3819074"/>
                <a:gd name="connsiteY493" fmla="*/ 1328968 h 3146477"/>
                <a:gd name="connsiteX494" fmla="*/ 1684798 w 3819074"/>
                <a:gd name="connsiteY494" fmla="*/ 1451078 h 3146477"/>
                <a:gd name="connsiteX495" fmla="*/ 1772714 w 3819074"/>
                <a:gd name="connsiteY495" fmla="*/ 1655390 h 3146477"/>
                <a:gd name="connsiteX496" fmla="*/ 1877489 w 3819074"/>
                <a:gd name="connsiteY496" fmla="*/ 1605002 h 3146477"/>
                <a:gd name="connsiteX497" fmla="*/ 2451370 w 3819074"/>
                <a:gd name="connsiteY497" fmla="*/ 1486321 h 3146477"/>
                <a:gd name="connsiteX498" fmla="*/ 2585577 w 3819074"/>
                <a:gd name="connsiteY498" fmla="*/ 1491655 h 3146477"/>
                <a:gd name="connsiteX499" fmla="*/ 2690352 w 3819074"/>
                <a:gd name="connsiteY499" fmla="*/ 1294773 h 3146477"/>
                <a:gd name="connsiteX500" fmla="*/ 2631583 w 3819074"/>
                <a:gd name="connsiteY500" fmla="*/ 1248005 h 3146477"/>
                <a:gd name="connsiteX501" fmla="*/ 2408888 w 3819074"/>
                <a:gd name="connsiteY501" fmla="*/ 1091986 h 3146477"/>
                <a:gd name="connsiteX502" fmla="*/ 2317544 w 3819074"/>
                <a:gd name="connsiteY502" fmla="*/ 1125514 h 3146477"/>
                <a:gd name="connsiteX503" fmla="*/ 1617170 w 3819074"/>
                <a:gd name="connsiteY503" fmla="*/ 1328968 h 3146477"/>
                <a:gd name="connsiteX504" fmla="*/ 1241981 w 3819074"/>
                <a:gd name="connsiteY504" fmla="*/ 3097761 h 3146477"/>
                <a:gd name="connsiteX505" fmla="*/ 1241981 w 3819074"/>
                <a:gd name="connsiteY505" fmla="*/ 3097761 h 3146477"/>
                <a:gd name="connsiteX506" fmla="*/ 946705 w 3819074"/>
                <a:gd name="connsiteY506" fmla="*/ 2999939 h 3146477"/>
                <a:gd name="connsiteX507" fmla="*/ 837454 w 3819074"/>
                <a:gd name="connsiteY507" fmla="*/ 2487589 h 3146477"/>
                <a:gd name="connsiteX508" fmla="*/ 788686 w 3819074"/>
                <a:gd name="connsiteY508" fmla="*/ 1916089 h 3146477"/>
                <a:gd name="connsiteX509" fmla="*/ 429593 w 3819074"/>
                <a:gd name="connsiteY509" fmla="*/ 1401739 h 3146477"/>
                <a:gd name="connsiteX510" fmla="*/ 122793 w 3819074"/>
                <a:gd name="connsiteY510" fmla="*/ 457526 h 3146477"/>
                <a:gd name="connsiteX511" fmla="*/ 530558 w 3819074"/>
                <a:gd name="connsiteY511" fmla="*/ 293314 h 3146477"/>
                <a:gd name="connsiteX512" fmla="*/ 879364 w 3819074"/>
                <a:gd name="connsiteY512" fmla="*/ 320556 h 3146477"/>
                <a:gd name="connsiteX513" fmla="*/ 1255506 w 3819074"/>
                <a:gd name="connsiteY513" fmla="*/ 349131 h 3146477"/>
                <a:gd name="connsiteX514" fmla="*/ 1432481 w 3819074"/>
                <a:gd name="connsiteY514" fmla="*/ 336177 h 3146477"/>
                <a:gd name="connsiteX515" fmla="*/ 1965881 w 3819074"/>
                <a:gd name="connsiteY515" fmla="*/ 179205 h 3146477"/>
                <a:gd name="connsiteX516" fmla="*/ 2483183 w 3819074"/>
                <a:gd name="connsiteY516" fmla="*/ 47760 h 3146477"/>
                <a:gd name="connsiteX517" fmla="*/ 2813224 w 3819074"/>
                <a:gd name="connsiteY517" fmla="*/ 149297 h 3146477"/>
                <a:gd name="connsiteX518" fmla="*/ 2834084 w 3819074"/>
                <a:gd name="connsiteY518" fmla="*/ 163013 h 3146477"/>
                <a:gd name="connsiteX519" fmla="*/ 3770011 w 3819074"/>
                <a:gd name="connsiteY519" fmla="*/ 1240385 h 3146477"/>
                <a:gd name="connsiteX520" fmla="*/ 3592274 w 3819074"/>
                <a:gd name="connsiteY520" fmla="*/ 1751021 h 3146477"/>
                <a:gd name="connsiteX521" fmla="*/ 3298523 w 3819074"/>
                <a:gd name="connsiteY521" fmla="*/ 2525594 h 3146477"/>
                <a:gd name="connsiteX522" fmla="*/ 3160601 w 3819074"/>
                <a:gd name="connsiteY522" fmla="*/ 2621415 h 3146477"/>
                <a:gd name="connsiteX523" fmla="*/ 2839323 w 3819074"/>
                <a:gd name="connsiteY523" fmla="*/ 2563122 h 3146477"/>
                <a:gd name="connsiteX524" fmla="*/ 2451465 w 3819074"/>
                <a:gd name="connsiteY524" fmla="*/ 2495971 h 3146477"/>
                <a:gd name="connsiteX525" fmla="*/ 2293064 w 3819074"/>
                <a:gd name="connsiteY525" fmla="*/ 2525308 h 3146477"/>
                <a:gd name="connsiteX526" fmla="*/ 1837198 w 3819074"/>
                <a:gd name="connsiteY526" fmla="*/ 2811058 h 3146477"/>
                <a:gd name="connsiteX527" fmla="*/ 1241981 w 3819074"/>
                <a:gd name="connsiteY527" fmla="*/ 3097761 h 3146477"/>
                <a:gd name="connsiteX528" fmla="*/ 530368 w 3819074"/>
                <a:gd name="connsiteY528" fmla="*/ 302363 h 3146477"/>
                <a:gd name="connsiteX529" fmla="*/ 130318 w 3819074"/>
                <a:gd name="connsiteY529" fmla="*/ 462193 h 3146477"/>
                <a:gd name="connsiteX530" fmla="*/ 436546 w 3819074"/>
                <a:gd name="connsiteY530" fmla="*/ 1395643 h 3146477"/>
                <a:gd name="connsiteX531" fmla="*/ 796687 w 3819074"/>
                <a:gd name="connsiteY531" fmla="*/ 1911803 h 3146477"/>
                <a:gd name="connsiteX532" fmla="*/ 846502 w 3819074"/>
                <a:gd name="connsiteY532" fmla="*/ 2488922 h 3146477"/>
                <a:gd name="connsiteX533" fmla="*/ 951277 w 3819074"/>
                <a:gd name="connsiteY533" fmla="*/ 2992319 h 3146477"/>
                <a:gd name="connsiteX534" fmla="*/ 1241218 w 3819074"/>
                <a:gd name="connsiteY534" fmla="*/ 3088616 h 3146477"/>
                <a:gd name="connsiteX535" fmla="*/ 1241218 w 3819074"/>
                <a:gd name="connsiteY535" fmla="*/ 3088616 h 3146477"/>
                <a:gd name="connsiteX536" fmla="*/ 1831006 w 3819074"/>
                <a:gd name="connsiteY536" fmla="*/ 2803724 h 3146477"/>
                <a:gd name="connsiteX537" fmla="*/ 2288207 w 3819074"/>
                <a:gd name="connsiteY537" fmla="*/ 2516926 h 3146477"/>
                <a:gd name="connsiteX538" fmla="*/ 2450132 w 3819074"/>
                <a:gd name="connsiteY538" fmla="*/ 2486827 h 3146477"/>
                <a:gd name="connsiteX539" fmla="*/ 2840657 w 3819074"/>
                <a:gd name="connsiteY539" fmla="*/ 2554264 h 3146477"/>
                <a:gd name="connsiteX540" fmla="*/ 3159649 w 3819074"/>
                <a:gd name="connsiteY540" fmla="*/ 2612271 h 3146477"/>
                <a:gd name="connsiteX541" fmla="*/ 3288141 w 3819074"/>
                <a:gd name="connsiteY541" fmla="*/ 2524641 h 3146477"/>
                <a:gd name="connsiteX542" fmla="*/ 3583416 w 3819074"/>
                <a:gd name="connsiteY542" fmla="*/ 1746734 h 3146477"/>
                <a:gd name="connsiteX543" fmla="*/ 3759914 w 3819074"/>
                <a:gd name="connsiteY543" fmla="*/ 1241909 h 3146477"/>
                <a:gd name="connsiteX544" fmla="*/ 2828369 w 3819074"/>
                <a:gd name="connsiteY544" fmla="*/ 171776 h 3146477"/>
                <a:gd name="connsiteX545" fmla="*/ 2807414 w 3819074"/>
                <a:gd name="connsiteY545" fmla="*/ 158059 h 3146477"/>
                <a:gd name="connsiteX546" fmla="*/ 2482612 w 3819074"/>
                <a:gd name="connsiteY546" fmla="*/ 58047 h 3146477"/>
                <a:gd name="connsiteX547" fmla="*/ 1968262 w 3819074"/>
                <a:gd name="connsiteY547" fmla="*/ 188921 h 3146477"/>
                <a:gd name="connsiteX548" fmla="*/ 1433052 w 3819074"/>
                <a:gd name="connsiteY548" fmla="*/ 346273 h 3146477"/>
                <a:gd name="connsiteX549" fmla="*/ 1254363 w 3819074"/>
                <a:gd name="connsiteY549" fmla="*/ 359132 h 3146477"/>
                <a:gd name="connsiteX550" fmla="*/ 877173 w 3819074"/>
                <a:gd name="connsiteY550" fmla="*/ 330557 h 3146477"/>
                <a:gd name="connsiteX551" fmla="*/ 530368 w 3819074"/>
                <a:gd name="connsiteY551" fmla="*/ 302363 h 3146477"/>
                <a:gd name="connsiteX552" fmla="*/ 1241981 w 3819074"/>
                <a:gd name="connsiteY552" fmla="*/ 2716761 h 3146477"/>
                <a:gd name="connsiteX553" fmla="*/ 1241981 w 3819074"/>
                <a:gd name="connsiteY553" fmla="*/ 2716761 h 3146477"/>
                <a:gd name="connsiteX554" fmla="*/ 1205023 w 3819074"/>
                <a:gd name="connsiteY554" fmla="*/ 2708093 h 3146477"/>
                <a:gd name="connsiteX555" fmla="*/ 1202071 w 3819074"/>
                <a:gd name="connsiteY555" fmla="*/ 2706854 h 3146477"/>
                <a:gd name="connsiteX556" fmla="*/ 1202071 w 3819074"/>
                <a:gd name="connsiteY556" fmla="*/ 2703521 h 3146477"/>
                <a:gd name="connsiteX557" fmla="*/ 1216358 w 3819074"/>
                <a:gd name="connsiteY557" fmla="*/ 2528165 h 3146477"/>
                <a:gd name="connsiteX558" fmla="*/ 1127014 w 3819074"/>
                <a:gd name="connsiteY558" fmla="*/ 1740448 h 3146477"/>
                <a:gd name="connsiteX559" fmla="*/ 727726 w 3819074"/>
                <a:gd name="connsiteY559" fmla="*/ 1163995 h 3146477"/>
                <a:gd name="connsiteX560" fmla="*/ 448357 w 3819074"/>
                <a:gd name="connsiteY560" fmla="*/ 763945 h 3146477"/>
                <a:gd name="connsiteX561" fmla="*/ 431403 w 3819074"/>
                <a:gd name="connsiteY561" fmla="*/ 684602 h 3146477"/>
                <a:gd name="connsiteX562" fmla="*/ 432260 w 3819074"/>
                <a:gd name="connsiteY562" fmla="*/ 682030 h 3146477"/>
                <a:gd name="connsiteX563" fmla="*/ 434927 w 3819074"/>
                <a:gd name="connsiteY563" fmla="*/ 681458 h 3146477"/>
                <a:gd name="connsiteX564" fmla="*/ 530653 w 3819074"/>
                <a:gd name="connsiteY564" fmla="*/ 673838 h 3146477"/>
                <a:gd name="connsiteX565" fmla="*/ 836406 w 3819074"/>
                <a:gd name="connsiteY565" fmla="*/ 698603 h 3146477"/>
                <a:gd name="connsiteX566" fmla="*/ 1255506 w 3819074"/>
                <a:gd name="connsiteY566" fmla="*/ 729845 h 3146477"/>
                <a:gd name="connsiteX567" fmla="*/ 1492964 w 3819074"/>
                <a:gd name="connsiteY567" fmla="*/ 712319 h 3146477"/>
                <a:gd name="connsiteX568" fmla="*/ 2098849 w 3819074"/>
                <a:gd name="connsiteY568" fmla="*/ 536297 h 3146477"/>
                <a:gd name="connsiteX569" fmla="*/ 2483374 w 3819074"/>
                <a:gd name="connsiteY569" fmla="*/ 428760 h 3146477"/>
                <a:gd name="connsiteX570" fmla="*/ 2604722 w 3819074"/>
                <a:gd name="connsiteY570" fmla="*/ 468098 h 3146477"/>
                <a:gd name="connsiteX571" fmla="*/ 2625677 w 3819074"/>
                <a:gd name="connsiteY571" fmla="*/ 481814 h 3146477"/>
                <a:gd name="connsiteX572" fmla="*/ 3390440 w 3819074"/>
                <a:gd name="connsiteY572" fmla="*/ 1271056 h 3146477"/>
                <a:gd name="connsiteX573" fmla="*/ 3259947 w 3819074"/>
                <a:gd name="connsiteY573" fmla="*/ 1564997 h 3146477"/>
                <a:gd name="connsiteX574" fmla="*/ 2978102 w 3819074"/>
                <a:gd name="connsiteY574" fmla="*/ 2200124 h 3146477"/>
                <a:gd name="connsiteX575" fmla="*/ 2976864 w 3819074"/>
                <a:gd name="connsiteY575" fmla="*/ 2204601 h 3146477"/>
                <a:gd name="connsiteX576" fmla="*/ 2972387 w 3819074"/>
                <a:gd name="connsiteY576" fmla="*/ 2203458 h 3146477"/>
                <a:gd name="connsiteX577" fmla="*/ 2932573 w 3819074"/>
                <a:gd name="connsiteY577" fmla="*/ 2193933 h 3146477"/>
                <a:gd name="connsiteX578" fmla="*/ 2931525 w 3819074"/>
                <a:gd name="connsiteY578" fmla="*/ 2193933 h 3146477"/>
                <a:gd name="connsiteX579" fmla="*/ 2451656 w 3819074"/>
                <a:gd name="connsiteY579" fmla="*/ 2115542 h 3146477"/>
                <a:gd name="connsiteX580" fmla="*/ 2136473 w 3819074"/>
                <a:gd name="connsiteY580" fmla="*/ 2178598 h 3146477"/>
                <a:gd name="connsiteX581" fmla="*/ 1613075 w 3819074"/>
                <a:gd name="connsiteY581" fmla="*/ 2503591 h 3146477"/>
                <a:gd name="connsiteX582" fmla="*/ 1241981 w 3819074"/>
                <a:gd name="connsiteY582" fmla="*/ 2716761 h 3146477"/>
                <a:gd name="connsiteX583" fmla="*/ 1211691 w 3819074"/>
                <a:gd name="connsiteY583" fmla="*/ 2700473 h 3146477"/>
                <a:gd name="connsiteX584" fmla="*/ 1241981 w 3819074"/>
                <a:gd name="connsiteY584" fmla="*/ 2707236 h 3146477"/>
                <a:gd name="connsiteX585" fmla="*/ 1607455 w 3819074"/>
                <a:gd name="connsiteY585" fmla="*/ 2495399 h 3146477"/>
                <a:gd name="connsiteX586" fmla="*/ 2132663 w 3819074"/>
                <a:gd name="connsiteY586" fmla="*/ 2169358 h 3146477"/>
                <a:gd name="connsiteX587" fmla="*/ 2451751 w 3819074"/>
                <a:gd name="connsiteY587" fmla="*/ 2105446 h 3146477"/>
                <a:gd name="connsiteX588" fmla="*/ 2933906 w 3819074"/>
                <a:gd name="connsiteY588" fmla="*/ 2184122 h 3146477"/>
                <a:gd name="connsiteX589" fmla="*/ 2934954 w 3819074"/>
                <a:gd name="connsiteY589" fmla="*/ 2184122 h 3146477"/>
                <a:gd name="connsiteX590" fmla="*/ 2970292 w 3819074"/>
                <a:gd name="connsiteY590" fmla="*/ 2192885 h 3146477"/>
                <a:gd name="connsiteX591" fmla="*/ 3251756 w 3819074"/>
                <a:gd name="connsiteY591" fmla="*/ 1560044 h 3146477"/>
                <a:gd name="connsiteX592" fmla="*/ 3381010 w 3819074"/>
                <a:gd name="connsiteY592" fmla="*/ 1271532 h 3146477"/>
                <a:gd name="connsiteX593" fmla="*/ 2620534 w 3819074"/>
                <a:gd name="connsiteY593" fmla="*/ 489530 h 3146477"/>
                <a:gd name="connsiteX594" fmla="*/ 2599579 w 3819074"/>
                <a:gd name="connsiteY594" fmla="*/ 475718 h 3146477"/>
                <a:gd name="connsiteX595" fmla="*/ 2483469 w 3819074"/>
                <a:gd name="connsiteY595" fmla="*/ 437618 h 3146477"/>
                <a:gd name="connsiteX596" fmla="*/ 2102469 w 3819074"/>
                <a:gd name="connsiteY596" fmla="*/ 544584 h 3146477"/>
                <a:gd name="connsiteX597" fmla="*/ 1494679 w 3819074"/>
                <a:gd name="connsiteY597" fmla="*/ 721082 h 3146477"/>
                <a:gd name="connsiteX598" fmla="*/ 1255697 w 3819074"/>
                <a:gd name="connsiteY598" fmla="*/ 738704 h 3146477"/>
                <a:gd name="connsiteX599" fmla="*/ 835549 w 3819074"/>
                <a:gd name="connsiteY599" fmla="*/ 707462 h 3146477"/>
                <a:gd name="connsiteX600" fmla="*/ 530749 w 3819074"/>
                <a:gd name="connsiteY600" fmla="*/ 682697 h 3146477"/>
                <a:gd name="connsiteX601" fmla="*/ 439690 w 3819074"/>
                <a:gd name="connsiteY601" fmla="*/ 689555 h 3146477"/>
                <a:gd name="connsiteX602" fmla="*/ 457216 w 3819074"/>
                <a:gd name="connsiteY602" fmla="*/ 759468 h 3146477"/>
                <a:gd name="connsiteX603" fmla="*/ 735251 w 3819074"/>
                <a:gd name="connsiteY603" fmla="*/ 1157327 h 3146477"/>
                <a:gd name="connsiteX604" fmla="*/ 1135301 w 3819074"/>
                <a:gd name="connsiteY604" fmla="*/ 1735399 h 3146477"/>
                <a:gd name="connsiteX605" fmla="*/ 1225693 w 3819074"/>
                <a:gd name="connsiteY605" fmla="*/ 2528451 h 3146477"/>
                <a:gd name="connsiteX606" fmla="*/ 1211405 w 3819074"/>
                <a:gd name="connsiteY606" fmla="*/ 2700473 h 3146477"/>
                <a:gd name="connsiteX607" fmla="*/ 1606407 w 3819074"/>
                <a:gd name="connsiteY607" fmla="*/ 2041343 h 3146477"/>
                <a:gd name="connsiteX608" fmla="*/ 1605550 w 3819074"/>
                <a:gd name="connsiteY608" fmla="*/ 2033627 h 3146477"/>
                <a:gd name="connsiteX609" fmla="*/ 1465247 w 3819074"/>
                <a:gd name="connsiteY609" fmla="*/ 1565092 h 3146477"/>
                <a:gd name="connsiteX610" fmla="*/ 1174925 w 3819074"/>
                <a:gd name="connsiteY610" fmla="*/ 1117418 h 3146477"/>
                <a:gd name="connsiteX611" fmla="*/ 1168924 w 3819074"/>
                <a:gd name="connsiteY611" fmla="*/ 1109512 h 3146477"/>
                <a:gd name="connsiteX612" fmla="*/ 1178449 w 3819074"/>
                <a:gd name="connsiteY612" fmla="*/ 1109512 h 3146477"/>
                <a:gd name="connsiteX613" fmla="*/ 1552877 w 3819074"/>
                <a:gd name="connsiteY613" fmla="*/ 1088462 h 3146477"/>
                <a:gd name="connsiteX614" fmla="*/ 2231533 w 3819074"/>
                <a:gd name="connsiteY614" fmla="*/ 893389 h 3146477"/>
                <a:gd name="connsiteX615" fmla="*/ 2443178 w 3819074"/>
                <a:gd name="connsiteY615" fmla="*/ 819856 h 3146477"/>
                <a:gd name="connsiteX616" fmla="*/ 2445274 w 3819074"/>
                <a:gd name="connsiteY616" fmla="*/ 819285 h 3146477"/>
                <a:gd name="connsiteX617" fmla="*/ 2447083 w 3819074"/>
                <a:gd name="connsiteY617" fmla="*/ 820428 h 3146477"/>
                <a:gd name="connsiteX618" fmla="*/ 2992771 w 3819074"/>
                <a:gd name="connsiteY618" fmla="*/ 1254197 h 3146477"/>
                <a:gd name="connsiteX619" fmla="*/ 2994199 w 3819074"/>
                <a:gd name="connsiteY619" fmla="*/ 1256482 h 3146477"/>
                <a:gd name="connsiteX620" fmla="*/ 2992961 w 3819074"/>
                <a:gd name="connsiteY620" fmla="*/ 1258864 h 3146477"/>
                <a:gd name="connsiteX621" fmla="*/ 2927620 w 3819074"/>
                <a:gd name="connsiteY621" fmla="*/ 1378403 h 3146477"/>
                <a:gd name="connsiteX622" fmla="*/ 2733691 w 3819074"/>
                <a:gd name="connsiteY622" fmla="*/ 1756164 h 3146477"/>
                <a:gd name="connsiteX623" fmla="*/ 2732167 w 3819074"/>
                <a:gd name="connsiteY623" fmla="*/ 1759593 h 3146477"/>
                <a:gd name="connsiteX624" fmla="*/ 2728547 w 3819074"/>
                <a:gd name="connsiteY624" fmla="*/ 1758926 h 3146477"/>
                <a:gd name="connsiteX625" fmla="*/ 2451656 w 3819074"/>
                <a:gd name="connsiteY625" fmla="*/ 1733971 h 3146477"/>
                <a:gd name="connsiteX626" fmla="*/ 1979787 w 3819074"/>
                <a:gd name="connsiteY626" fmla="*/ 1830745 h 3146477"/>
                <a:gd name="connsiteX627" fmla="*/ 1612598 w 3819074"/>
                <a:gd name="connsiteY627" fmla="*/ 2037342 h 3146477"/>
                <a:gd name="connsiteX628" fmla="*/ 1188450 w 3819074"/>
                <a:gd name="connsiteY628" fmla="*/ 1119418 h 3146477"/>
                <a:gd name="connsiteX629" fmla="*/ 1474200 w 3819074"/>
                <a:gd name="connsiteY629" fmla="*/ 1560711 h 3146477"/>
                <a:gd name="connsiteX630" fmla="*/ 1613456 w 3819074"/>
                <a:gd name="connsiteY630" fmla="*/ 2024864 h 3146477"/>
                <a:gd name="connsiteX631" fmla="*/ 1975406 w 3819074"/>
                <a:gd name="connsiteY631" fmla="*/ 1822077 h 3146477"/>
                <a:gd name="connsiteX632" fmla="*/ 2451656 w 3819074"/>
                <a:gd name="connsiteY632" fmla="*/ 1724446 h 3146477"/>
                <a:gd name="connsiteX633" fmla="*/ 2726642 w 3819074"/>
                <a:gd name="connsiteY633" fmla="*/ 1748925 h 3146477"/>
                <a:gd name="connsiteX634" fmla="*/ 2919142 w 3819074"/>
                <a:gd name="connsiteY634" fmla="*/ 1374497 h 3146477"/>
                <a:gd name="connsiteX635" fmla="*/ 2983436 w 3819074"/>
                <a:gd name="connsiteY635" fmla="*/ 1256864 h 3146477"/>
                <a:gd name="connsiteX636" fmla="*/ 2443940 w 3819074"/>
                <a:gd name="connsiteY636" fmla="*/ 829572 h 3146477"/>
                <a:gd name="connsiteX637" fmla="*/ 2235057 w 3819074"/>
                <a:gd name="connsiteY637" fmla="*/ 902343 h 3146477"/>
                <a:gd name="connsiteX638" fmla="*/ 1554686 w 3819074"/>
                <a:gd name="connsiteY638" fmla="*/ 1097987 h 3146477"/>
                <a:gd name="connsiteX639" fmla="*/ 1255506 w 3819074"/>
                <a:gd name="connsiteY639" fmla="*/ 1120370 h 3146477"/>
                <a:gd name="connsiteX640" fmla="*/ 1188164 w 3819074"/>
                <a:gd name="connsiteY640" fmla="*/ 1119418 h 3146477"/>
                <a:gd name="connsiteX641" fmla="*/ 1241981 w 3819074"/>
                <a:gd name="connsiteY641" fmla="*/ 2907261 h 3146477"/>
                <a:gd name="connsiteX642" fmla="*/ 1241981 w 3819074"/>
                <a:gd name="connsiteY642" fmla="*/ 2907261 h 3146477"/>
                <a:gd name="connsiteX643" fmla="*/ 1051481 w 3819074"/>
                <a:gd name="connsiteY643" fmla="*/ 2840586 h 3146477"/>
                <a:gd name="connsiteX644" fmla="*/ 1027287 w 3819074"/>
                <a:gd name="connsiteY644" fmla="*/ 2507972 h 3146477"/>
                <a:gd name="connsiteX645" fmla="*/ 958135 w 3819074"/>
                <a:gd name="connsiteY645" fmla="*/ 1828268 h 3146477"/>
                <a:gd name="connsiteX646" fmla="*/ 579040 w 3819074"/>
                <a:gd name="connsiteY646" fmla="*/ 1282772 h 3146477"/>
                <a:gd name="connsiteX647" fmla="*/ 273669 w 3819074"/>
                <a:gd name="connsiteY647" fmla="*/ 840526 h 3146477"/>
                <a:gd name="connsiteX648" fmla="*/ 281956 w 3819074"/>
                <a:gd name="connsiteY648" fmla="*/ 561348 h 3146477"/>
                <a:gd name="connsiteX649" fmla="*/ 530368 w 3819074"/>
                <a:gd name="connsiteY649" fmla="*/ 483338 h 3146477"/>
                <a:gd name="connsiteX650" fmla="*/ 857551 w 3819074"/>
                <a:gd name="connsiteY650" fmla="*/ 509341 h 3146477"/>
                <a:gd name="connsiteX651" fmla="*/ 1255315 w 3819074"/>
                <a:gd name="connsiteY651" fmla="*/ 539345 h 3146477"/>
                <a:gd name="connsiteX652" fmla="*/ 1462675 w 3819074"/>
                <a:gd name="connsiteY652" fmla="*/ 524201 h 3146477"/>
                <a:gd name="connsiteX653" fmla="*/ 2032270 w 3819074"/>
                <a:gd name="connsiteY653" fmla="*/ 357799 h 3146477"/>
                <a:gd name="connsiteX654" fmla="*/ 2483183 w 3819074"/>
                <a:gd name="connsiteY654" fmla="*/ 238260 h 3146477"/>
                <a:gd name="connsiteX655" fmla="*/ 2708831 w 3819074"/>
                <a:gd name="connsiteY655" fmla="*/ 308745 h 3146477"/>
                <a:gd name="connsiteX656" fmla="*/ 2729786 w 3819074"/>
                <a:gd name="connsiteY656" fmla="*/ 322366 h 3146477"/>
                <a:gd name="connsiteX657" fmla="*/ 3580082 w 3819074"/>
                <a:gd name="connsiteY657" fmla="*/ 1255816 h 3146477"/>
                <a:gd name="connsiteX658" fmla="*/ 3426063 w 3819074"/>
                <a:gd name="connsiteY658" fmla="*/ 1658152 h 3146477"/>
                <a:gd name="connsiteX659" fmla="*/ 3121930 w 3819074"/>
                <a:gd name="connsiteY659" fmla="*/ 2423962 h 3146477"/>
                <a:gd name="connsiteX660" fmla="*/ 3121073 w 3819074"/>
                <a:gd name="connsiteY660" fmla="*/ 2428439 h 3146477"/>
                <a:gd name="connsiteX661" fmla="*/ 3116596 w 3819074"/>
                <a:gd name="connsiteY661" fmla="*/ 2427867 h 3146477"/>
                <a:gd name="connsiteX662" fmla="*/ 2885329 w 3819074"/>
                <a:gd name="connsiteY662" fmla="*/ 2378337 h 3146477"/>
                <a:gd name="connsiteX663" fmla="*/ 2451465 w 3819074"/>
                <a:gd name="connsiteY663" fmla="*/ 2305566 h 3146477"/>
                <a:gd name="connsiteX664" fmla="*/ 2214674 w 3819074"/>
                <a:gd name="connsiteY664" fmla="*/ 2351762 h 3146477"/>
                <a:gd name="connsiteX665" fmla="*/ 1725089 w 3819074"/>
                <a:gd name="connsiteY665" fmla="*/ 2657134 h 3146477"/>
                <a:gd name="connsiteX666" fmla="*/ 1241981 w 3819074"/>
                <a:gd name="connsiteY666" fmla="*/ 2907261 h 3146477"/>
                <a:gd name="connsiteX667" fmla="*/ 530368 w 3819074"/>
                <a:gd name="connsiteY667" fmla="*/ 492863 h 3146477"/>
                <a:gd name="connsiteX668" fmla="*/ 289957 w 3819074"/>
                <a:gd name="connsiteY668" fmla="*/ 566587 h 3146477"/>
                <a:gd name="connsiteX669" fmla="*/ 282337 w 3819074"/>
                <a:gd name="connsiteY669" fmla="*/ 836621 h 3146477"/>
                <a:gd name="connsiteX670" fmla="*/ 585899 w 3819074"/>
                <a:gd name="connsiteY670" fmla="*/ 1276676 h 3146477"/>
                <a:gd name="connsiteX671" fmla="*/ 966041 w 3819074"/>
                <a:gd name="connsiteY671" fmla="*/ 1823791 h 3146477"/>
                <a:gd name="connsiteX672" fmla="*/ 1036145 w 3819074"/>
                <a:gd name="connsiteY672" fmla="*/ 2508830 h 3146477"/>
                <a:gd name="connsiteX673" fmla="*/ 1056052 w 3819074"/>
                <a:gd name="connsiteY673" fmla="*/ 2832680 h 3146477"/>
                <a:gd name="connsiteX674" fmla="*/ 1241695 w 3819074"/>
                <a:gd name="connsiteY674" fmla="*/ 2897831 h 3146477"/>
                <a:gd name="connsiteX675" fmla="*/ 1241695 w 3819074"/>
                <a:gd name="connsiteY675" fmla="*/ 2897831 h 3146477"/>
                <a:gd name="connsiteX676" fmla="*/ 1719373 w 3819074"/>
                <a:gd name="connsiteY676" fmla="*/ 2649419 h 3146477"/>
                <a:gd name="connsiteX677" fmla="*/ 2210768 w 3819074"/>
                <a:gd name="connsiteY677" fmla="*/ 2343095 h 3146477"/>
                <a:gd name="connsiteX678" fmla="*/ 2451465 w 3819074"/>
                <a:gd name="connsiteY678" fmla="*/ 2296041 h 3146477"/>
                <a:gd name="connsiteX679" fmla="*/ 2887615 w 3819074"/>
                <a:gd name="connsiteY679" fmla="*/ 2369098 h 3146477"/>
                <a:gd name="connsiteX680" fmla="*/ 3113357 w 3819074"/>
                <a:gd name="connsiteY680" fmla="*/ 2417866 h 3146477"/>
                <a:gd name="connsiteX681" fmla="*/ 3417681 w 3819074"/>
                <a:gd name="connsiteY681" fmla="*/ 1653580 h 3146477"/>
                <a:gd name="connsiteX682" fmla="*/ 3570653 w 3819074"/>
                <a:gd name="connsiteY682" fmla="*/ 1256578 h 3146477"/>
                <a:gd name="connsiteX683" fmla="*/ 2724642 w 3819074"/>
                <a:gd name="connsiteY683" fmla="*/ 330462 h 3146477"/>
                <a:gd name="connsiteX684" fmla="*/ 2703687 w 3819074"/>
                <a:gd name="connsiteY684" fmla="*/ 316746 h 3146477"/>
                <a:gd name="connsiteX685" fmla="*/ 2483183 w 3819074"/>
                <a:gd name="connsiteY685" fmla="*/ 247880 h 3146477"/>
                <a:gd name="connsiteX686" fmla="*/ 2035508 w 3819074"/>
                <a:gd name="connsiteY686" fmla="*/ 366847 h 3146477"/>
                <a:gd name="connsiteX687" fmla="*/ 1464008 w 3819074"/>
                <a:gd name="connsiteY687" fmla="*/ 533726 h 3146477"/>
                <a:gd name="connsiteX688" fmla="*/ 1255220 w 3819074"/>
                <a:gd name="connsiteY688" fmla="*/ 548966 h 3146477"/>
                <a:gd name="connsiteX689" fmla="*/ 856599 w 3819074"/>
                <a:gd name="connsiteY689" fmla="*/ 518866 h 3146477"/>
                <a:gd name="connsiteX690" fmla="*/ 530368 w 3819074"/>
                <a:gd name="connsiteY690" fmla="*/ 492863 h 3146477"/>
                <a:gd name="connsiteX691" fmla="*/ 1419146 w 3819074"/>
                <a:gd name="connsiteY691" fmla="*/ 2407960 h 3146477"/>
                <a:gd name="connsiteX692" fmla="*/ 1419907 w 3819074"/>
                <a:gd name="connsiteY692" fmla="*/ 2397768 h 3146477"/>
                <a:gd name="connsiteX693" fmla="*/ 1296082 w 3819074"/>
                <a:gd name="connsiteY693" fmla="*/ 1652723 h 3146477"/>
                <a:gd name="connsiteX694" fmla="*/ 876982 w 3819074"/>
                <a:gd name="connsiteY694" fmla="*/ 1045408 h 3146477"/>
                <a:gd name="connsiteX695" fmla="*/ 754491 w 3819074"/>
                <a:gd name="connsiteY695" fmla="*/ 889198 h 3146477"/>
                <a:gd name="connsiteX696" fmla="*/ 747728 w 3819074"/>
                <a:gd name="connsiteY696" fmla="*/ 880340 h 3146477"/>
                <a:gd name="connsiteX697" fmla="*/ 758777 w 3819074"/>
                <a:gd name="connsiteY697" fmla="*/ 881579 h 3146477"/>
                <a:gd name="connsiteX698" fmla="*/ 813451 w 3819074"/>
                <a:gd name="connsiteY698" fmla="*/ 887674 h 3146477"/>
                <a:gd name="connsiteX699" fmla="*/ 814975 w 3819074"/>
                <a:gd name="connsiteY699" fmla="*/ 887674 h 3146477"/>
                <a:gd name="connsiteX700" fmla="*/ 1255697 w 3819074"/>
                <a:gd name="connsiteY700" fmla="*/ 920155 h 3146477"/>
                <a:gd name="connsiteX701" fmla="*/ 1523254 w 3819074"/>
                <a:gd name="connsiteY701" fmla="*/ 900247 h 3146477"/>
                <a:gd name="connsiteX702" fmla="*/ 2165524 w 3819074"/>
                <a:gd name="connsiteY702" fmla="*/ 714701 h 3146477"/>
                <a:gd name="connsiteX703" fmla="*/ 2483564 w 3819074"/>
                <a:gd name="connsiteY703" fmla="*/ 619451 h 3146477"/>
                <a:gd name="connsiteX704" fmla="*/ 2486898 w 3819074"/>
                <a:gd name="connsiteY704" fmla="*/ 619927 h 3146477"/>
                <a:gd name="connsiteX705" fmla="*/ 2500519 w 3819074"/>
                <a:gd name="connsiteY705" fmla="*/ 627642 h 3146477"/>
                <a:gd name="connsiteX706" fmla="*/ 2521569 w 3819074"/>
                <a:gd name="connsiteY706" fmla="*/ 641358 h 3146477"/>
                <a:gd name="connsiteX707" fmla="*/ 3198416 w 3819074"/>
                <a:gd name="connsiteY707" fmla="*/ 1267817 h 3146477"/>
                <a:gd name="connsiteX708" fmla="*/ 3198416 w 3819074"/>
                <a:gd name="connsiteY708" fmla="*/ 1268960 h 3146477"/>
                <a:gd name="connsiteX709" fmla="*/ 3198416 w 3819074"/>
                <a:gd name="connsiteY709" fmla="*/ 1270103 h 3146477"/>
                <a:gd name="connsiteX710" fmla="*/ 3094117 w 3819074"/>
                <a:gd name="connsiteY710" fmla="*/ 1472129 h 3146477"/>
                <a:gd name="connsiteX711" fmla="*/ 2852182 w 3819074"/>
                <a:gd name="connsiteY711" fmla="*/ 1974001 h 3146477"/>
                <a:gd name="connsiteX712" fmla="*/ 2850753 w 3819074"/>
                <a:gd name="connsiteY712" fmla="*/ 1977906 h 3146477"/>
                <a:gd name="connsiteX713" fmla="*/ 2846657 w 3819074"/>
                <a:gd name="connsiteY713" fmla="*/ 1976954 h 3146477"/>
                <a:gd name="connsiteX714" fmla="*/ 2452037 w 3819074"/>
                <a:gd name="connsiteY714" fmla="*/ 1924661 h 3146477"/>
                <a:gd name="connsiteX715" fmla="*/ 2058464 w 3819074"/>
                <a:gd name="connsiteY715" fmla="*/ 2004576 h 3146477"/>
                <a:gd name="connsiteX716" fmla="*/ 1501346 w 3819074"/>
                <a:gd name="connsiteY716" fmla="*/ 2349191 h 3146477"/>
                <a:gd name="connsiteX717" fmla="*/ 1428004 w 3819074"/>
                <a:gd name="connsiteY717" fmla="*/ 2402245 h 3146477"/>
                <a:gd name="connsiteX718" fmla="*/ 768397 w 3819074"/>
                <a:gd name="connsiteY718" fmla="*/ 892247 h 3146477"/>
                <a:gd name="connsiteX719" fmla="*/ 883745 w 3819074"/>
                <a:gd name="connsiteY719" fmla="*/ 1039122 h 3146477"/>
                <a:gd name="connsiteX720" fmla="*/ 1304274 w 3819074"/>
                <a:gd name="connsiteY720" fmla="*/ 1648722 h 3146477"/>
                <a:gd name="connsiteX721" fmla="*/ 1430194 w 3819074"/>
                <a:gd name="connsiteY721" fmla="*/ 2388720 h 3146477"/>
                <a:gd name="connsiteX722" fmla="*/ 1494964 w 3819074"/>
                <a:gd name="connsiteY722" fmla="*/ 2341856 h 3146477"/>
                <a:gd name="connsiteX723" fmla="*/ 2053987 w 3819074"/>
                <a:gd name="connsiteY723" fmla="*/ 1996099 h 3146477"/>
                <a:gd name="connsiteX724" fmla="*/ 2451465 w 3819074"/>
                <a:gd name="connsiteY724" fmla="*/ 1915327 h 3146477"/>
                <a:gd name="connsiteX725" fmla="*/ 2844181 w 3819074"/>
                <a:gd name="connsiteY725" fmla="*/ 1966571 h 3146477"/>
                <a:gd name="connsiteX726" fmla="*/ 3085258 w 3819074"/>
                <a:gd name="connsiteY726" fmla="*/ 1467366 h 3146477"/>
                <a:gd name="connsiteX727" fmla="*/ 3188509 w 3819074"/>
                <a:gd name="connsiteY727" fmla="*/ 1267913 h 3146477"/>
                <a:gd name="connsiteX728" fmla="*/ 2516045 w 3819074"/>
                <a:gd name="connsiteY728" fmla="*/ 648788 h 3146477"/>
                <a:gd name="connsiteX729" fmla="*/ 2494899 w 3819074"/>
                <a:gd name="connsiteY729" fmla="*/ 634976 h 3146477"/>
                <a:gd name="connsiteX730" fmla="*/ 2483564 w 3819074"/>
                <a:gd name="connsiteY730" fmla="*/ 628309 h 3146477"/>
                <a:gd name="connsiteX731" fmla="*/ 2483564 w 3819074"/>
                <a:gd name="connsiteY731" fmla="*/ 628309 h 3146477"/>
                <a:gd name="connsiteX732" fmla="*/ 2168763 w 3819074"/>
                <a:gd name="connsiteY732" fmla="*/ 723559 h 3146477"/>
                <a:gd name="connsiteX733" fmla="*/ 1524778 w 3819074"/>
                <a:gd name="connsiteY733" fmla="*/ 909582 h 3146477"/>
                <a:gd name="connsiteX734" fmla="*/ 1255697 w 3819074"/>
                <a:gd name="connsiteY734" fmla="*/ 929585 h 3146477"/>
                <a:gd name="connsiteX735" fmla="*/ 814022 w 3819074"/>
                <a:gd name="connsiteY735" fmla="*/ 897104 h 3146477"/>
                <a:gd name="connsiteX736" fmla="*/ 812308 w 3819074"/>
                <a:gd name="connsiteY736" fmla="*/ 897104 h 3146477"/>
                <a:gd name="connsiteX737" fmla="*/ 1739090 w 3819074"/>
                <a:gd name="connsiteY737" fmla="*/ 1737781 h 3146477"/>
                <a:gd name="connsiteX738" fmla="*/ 1737281 w 3819074"/>
                <a:gd name="connsiteY738" fmla="*/ 1732542 h 3146477"/>
                <a:gd name="connsiteX739" fmla="*/ 1633934 w 3819074"/>
                <a:gd name="connsiteY739" fmla="*/ 1477748 h 3146477"/>
                <a:gd name="connsiteX740" fmla="*/ 1527540 w 3819074"/>
                <a:gd name="connsiteY740" fmla="*/ 1291820 h 3146477"/>
                <a:gd name="connsiteX741" fmla="*/ 1523635 w 3819074"/>
                <a:gd name="connsiteY741" fmla="*/ 1285534 h 3146477"/>
                <a:gd name="connsiteX742" fmla="*/ 1530969 w 3819074"/>
                <a:gd name="connsiteY742" fmla="*/ 1284581 h 3146477"/>
                <a:gd name="connsiteX743" fmla="*/ 1582976 w 3819074"/>
                <a:gd name="connsiteY743" fmla="*/ 1277057 h 3146477"/>
                <a:gd name="connsiteX744" fmla="*/ 2297350 w 3819074"/>
                <a:gd name="connsiteY744" fmla="*/ 1072364 h 3146477"/>
                <a:gd name="connsiteX745" fmla="*/ 2414413 w 3819074"/>
                <a:gd name="connsiteY745" fmla="*/ 1029788 h 3146477"/>
                <a:gd name="connsiteX746" fmla="*/ 2416604 w 3819074"/>
                <a:gd name="connsiteY746" fmla="*/ 1029026 h 3146477"/>
                <a:gd name="connsiteX747" fmla="*/ 2418604 w 3819074"/>
                <a:gd name="connsiteY747" fmla="*/ 1030359 h 3146477"/>
                <a:gd name="connsiteX748" fmla="*/ 2683399 w 3819074"/>
                <a:gd name="connsiteY748" fmla="*/ 1215906 h 3146477"/>
                <a:gd name="connsiteX749" fmla="*/ 2760075 w 3819074"/>
                <a:gd name="connsiteY749" fmla="*/ 1279628 h 3146477"/>
                <a:gd name="connsiteX750" fmla="*/ 2762837 w 3819074"/>
                <a:gd name="connsiteY750" fmla="*/ 1282105 h 3146477"/>
                <a:gd name="connsiteX751" fmla="*/ 2760551 w 3819074"/>
                <a:gd name="connsiteY751" fmla="*/ 1286296 h 3146477"/>
                <a:gd name="connsiteX752" fmla="*/ 2620248 w 3819074"/>
                <a:gd name="connsiteY752" fmla="*/ 1549376 h 3146477"/>
                <a:gd name="connsiteX753" fmla="*/ 2618819 w 3819074"/>
                <a:gd name="connsiteY753" fmla="*/ 1552329 h 3146477"/>
                <a:gd name="connsiteX754" fmla="*/ 2615486 w 3819074"/>
                <a:gd name="connsiteY754" fmla="*/ 1552329 h 3146477"/>
                <a:gd name="connsiteX755" fmla="*/ 2450989 w 3819074"/>
                <a:gd name="connsiteY755" fmla="*/ 1544138 h 3146477"/>
                <a:gd name="connsiteX756" fmla="*/ 1900634 w 3819074"/>
                <a:gd name="connsiteY756" fmla="*/ 1657866 h 3146477"/>
                <a:gd name="connsiteX757" fmla="*/ 1743757 w 3819074"/>
                <a:gd name="connsiteY757" fmla="*/ 1735590 h 3146477"/>
                <a:gd name="connsiteX758" fmla="*/ 1539637 w 3819074"/>
                <a:gd name="connsiteY758" fmla="*/ 1292678 h 3146477"/>
                <a:gd name="connsiteX759" fmla="*/ 1642507 w 3819074"/>
                <a:gd name="connsiteY759" fmla="*/ 1472986 h 3146477"/>
                <a:gd name="connsiteX760" fmla="*/ 1744805 w 3819074"/>
                <a:gd name="connsiteY760" fmla="*/ 1723779 h 3146477"/>
                <a:gd name="connsiteX761" fmla="*/ 1897205 w 3819074"/>
                <a:gd name="connsiteY761" fmla="*/ 1648436 h 3146477"/>
                <a:gd name="connsiteX762" fmla="*/ 2451465 w 3819074"/>
                <a:gd name="connsiteY762" fmla="*/ 1534136 h 3146477"/>
                <a:gd name="connsiteX763" fmla="*/ 2613390 w 3819074"/>
                <a:gd name="connsiteY763" fmla="*/ 1542042 h 3146477"/>
                <a:gd name="connsiteX764" fmla="*/ 2751122 w 3819074"/>
                <a:gd name="connsiteY764" fmla="*/ 1284010 h 3146477"/>
                <a:gd name="connsiteX765" fmla="*/ 2677874 w 3819074"/>
                <a:gd name="connsiteY765" fmla="*/ 1223240 h 3146477"/>
                <a:gd name="connsiteX766" fmla="*/ 2415651 w 3819074"/>
                <a:gd name="connsiteY766" fmla="*/ 1039408 h 3146477"/>
                <a:gd name="connsiteX767" fmla="*/ 2301351 w 3819074"/>
                <a:gd name="connsiteY767" fmla="*/ 1081127 h 3146477"/>
                <a:gd name="connsiteX768" fmla="*/ 1584690 w 3819074"/>
                <a:gd name="connsiteY768" fmla="*/ 1286296 h 3146477"/>
                <a:gd name="connsiteX769" fmla="*/ 1539637 w 3819074"/>
                <a:gd name="connsiteY769" fmla="*/ 1292678 h 3146477"/>
                <a:gd name="connsiteX770" fmla="*/ 1241981 w 3819074"/>
                <a:gd name="connsiteY770" fmla="*/ 3002511 h 3146477"/>
                <a:gd name="connsiteX771" fmla="*/ 1241981 w 3819074"/>
                <a:gd name="connsiteY771" fmla="*/ 3002511 h 3146477"/>
                <a:gd name="connsiteX772" fmla="*/ 998998 w 3819074"/>
                <a:gd name="connsiteY772" fmla="*/ 2920214 h 3146477"/>
                <a:gd name="connsiteX773" fmla="*/ 932323 w 3819074"/>
                <a:gd name="connsiteY773" fmla="*/ 2497685 h 3146477"/>
                <a:gd name="connsiteX774" fmla="*/ 873458 w 3819074"/>
                <a:gd name="connsiteY774" fmla="*/ 1871988 h 3146477"/>
                <a:gd name="connsiteX775" fmla="*/ 504269 w 3819074"/>
                <a:gd name="connsiteY775" fmla="*/ 1341922 h 3146477"/>
                <a:gd name="connsiteX776" fmla="*/ 202612 w 3819074"/>
                <a:gd name="connsiteY776" fmla="*/ 509246 h 3146477"/>
                <a:gd name="connsiteX777" fmla="*/ 530749 w 3819074"/>
                <a:gd name="connsiteY777" fmla="*/ 388088 h 3146477"/>
                <a:gd name="connsiteX778" fmla="*/ 868791 w 3819074"/>
                <a:gd name="connsiteY778" fmla="*/ 414663 h 3146477"/>
                <a:gd name="connsiteX779" fmla="*/ 1255697 w 3819074"/>
                <a:gd name="connsiteY779" fmla="*/ 444095 h 3146477"/>
                <a:gd name="connsiteX780" fmla="*/ 1448006 w 3819074"/>
                <a:gd name="connsiteY780" fmla="*/ 430189 h 3146477"/>
                <a:gd name="connsiteX781" fmla="*/ 1999408 w 3819074"/>
                <a:gd name="connsiteY781" fmla="*/ 268264 h 3146477"/>
                <a:gd name="connsiteX782" fmla="*/ 2483564 w 3819074"/>
                <a:gd name="connsiteY782" fmla="*/ 142724 h 3146477"/>
                <a:gd name="connsiteX783" fmla="*/ 2761409 w 3819074"/>
                <a:gd name="connsiteY783" fmla="*/ 228449 h 3146477"/>
                <a:gd name="connsiteX784" fmla="*/ 2782364 w 3819074"/>
                <a:gd name="connsiteY784" fmla="*/ 242165 h 3146477"/>
                <a:gd name="connsiteX785" fmla="*/ 3392725 w 3819074"/>
                <a:gd name="connsiteY785" fmla="*/ 697365 h 3146477"/>
                <a:gd name="connsiteX786" fmla="*/ 3675428 w 3819074"/>
                <a:gd name="connsiteY786" fmla="*/ 1247529 h 3146477"/>
                <a:gd name="connsiteX787" fmla="*/ 3509502 w 3819074"/>
                <a:gd name="connsiteY787" fmla="*/ 1703967 h 3146477"/>
                <a:gd name="connsiteX788" fmla="*/ 3204702 w 3819074"/>
                <a:gd name="connsiteY788" fmla="*/ 2511878 h 3146477"/>
                <a:gd name="connsiteX789" fmla="*/ 3203654 w 3819074"/>
                <a:gd name="connsiteY789" fmla="*/ 2518259 h 3146477"/>
                <a:gd name="connsiteX790" fmla="*/ 3202988 w 3819074"/>
                <a:gd name="connsiteY790" fmla="*/ 2521212 h 3146477"/>
                <a:gd name="connsiteX791" fmla="*/ 3200130 w 3819074"/>
                <a:gd name="connsiteY791" fmla="*/ 2521879 h 3146477"/>
                <a:gd name="connsiteX792" fmla="*/ 3161077 w 3819074"/>
                <a:gd name="connsiteY792" fmla="*/ 2525594 h 3146477"/>
                <a:gd name="connsiteX793" fmla="*/ 2862945 w 3819074"/>
                <a:gd name="connsiteY793" fmla="*/ 2470158 h 3146477"/>
                <a:gd name="connsiteX794" fmla="*/ 2451941 w 3819074"/>
                <a:gd name="connsiteY794" fmla="*/ 2400149 h 3146477"/>
                <a:gd name="connsiteX795" fmla="*/ 2254298 w 3819074"/>
                <a:gd name="connsiteY795" fmla="*/ 2438249 h 3146477"/>
                <a:gd name="connsiteX796" fmla="*/ 1781667 w 3819074"/>
                <a:gd name="connsiteY796" fmla="*/ 2733525 h 3146477"/>
                <a:gd name="connsiteX797" fmla="*/ 1241981 w 3819074"/>
                <a:gd name="connsiteY797" fmla="*/ 3002511 h 3146477"/>
                <a:gd name="connsiteX798" fmla="*/ 530368 w 3819074"/>
                <a:gd name="connsiteY798" fmla="*/ 397613 h 3146477"/>
                <a:gd name="connsiteX799" fmla="*/ 210232 w 3819074"/>
                <a:gd name="connsiteY799" fmla="*/ 514390 h 3146477"/>
                <a:gd name="connsiteX800" fmla="*/ 511318 w 3819074"/>
                <a:gd name="connsiteY800" fmla="*/ 1336016 h 3146477"/>
                <a:gd name="connsiteX801" fmla="*/ 881459 w 3819074"/>
                <a:gd name="connsiteY801" fmla="*/ 1867607 h 3146477"/>
                <a:gd name="connsiteX802" fmla="*/ 941467 w 3819074"/>
                <a:gd name="connsiteY802" fmla="*/ 2498733 h 3146477"/>
                <a:gd name="connsiteX803" fmla="*/ 1003855 w 3819074"/>
                <a:gd name="connsiteY803" fmla="*/ 2912213 h 3146477"/>
                <a:gd name="connsiteX804" fmla="*/ 1241981 w 3819074"/>
                <a:gd name="connsiteY804" fmla="*/ 2992986 h 3146477"/>
                <a:gd name="connsiteX805" fmla="*/ 1241981 w 3819074"/>
                <a:gd name="connsiteY805" fmla="*/ 2992986 h 3146477"/>
                <a:gd name="connsiteX806" fmla="*/ 1775381 w 3819074"/>
                <a:gd name="connsiteY806" fmla="*/ 2726286 h 3146477"/>
                <a:gd name="connsiteX807" fmla="*/ 2249821 w 3819074"/>
                <a:gd name="connsiteY807" fmla="*/ 2429772 h 3146477"/>
                <a:gd name="connsiteX808" fmla="*/ 2451370 w 3819074"/>
                <a:gd name="connsiteY808" fmla="*/ 2391196 h 3146477"/>
                <a:gd name="connsiteX809" fmla="*/ 2864564 w 3819074"/>
                <a:gd name="connsiteY809" fmla="*/ 2461395 h 3146477"/>
                <a:gd name="connsiteX810" fmla="*/ 3160506 w 3819074"/>
                <a:gd name="connsiteY810" fmla="*/ 2516640 h 3146477"/>
                <a:gd name="connsiteX811" fmla="*/ 3194606 w 3819074"/>
                <a:gd name="connsiteY811" fmla="*/ 2513592 h 3146477"/>
                <a:gd name="connsiteX812" fmla="*/ 3194606 w 3819074"/>
                <a:gd name="connsiteY812" fmla="*/ 2510830 h 3146477"/>
                <a:gd name="connsiteX813" fmla="*/ 3500644 w 3819074"/>
                <a:gd name="connsiteY813" fmla="*/ 1699490 h 3146477"/>
                <a:gd name="connsiteX814" fmla="*/ 3665331 w 3819074"/>
                <a:gd name="connsiteY814" fmla="*/ 1248482 h 3146477"/>
                <a:gd name="connsiteX815" fmla="*/ 3385391 w 3819074"/>
                <a:gd name="connsiteY815" fmla="*/ 704318 h 3146477"/>
                <a:gd name="connsiteX816" fmla="*/ 2776553 w 3819074"/>
                <a:gd name="connsiteY816" fmla="*/ 250357 h 3146477"/>
                <a:gd name="connsiteX817" fmla="*/ 2755598 w 3819074"/>
                <a:gd name="connsiteY817" fmla="*/ 236641 h 3146477"/>
                <a:gd name="connsiteX818" fmla="*/ 2482993 w 3819074"/>
                <a:gd name="connsiteY818" fmla="*/ 152154 h 3146477"/>
                <a:gd name="connsiteX819" fmla="*/ 2002171 w 3819074"/>
                <a:gd name="connsiteY819" fmla="*/ 277027 h 3146477"/>
                <a:gd name="connsiteX820" fmla="*/ 1448864 w 3819074"/>
                <a:gd name="connsiteY820" fmla="*/ 438952 h 3146477"/>
                <a:gd name="connsiteX821" fmla="*/ 1255125 w 3819074"/>
                <a:gd name="connsiteY821" fmla="*/ 452954 h 3146477"/>
                <a:gd name="connsiteX822" fmla="*/ 867267 w 3819074"/>
                <a:gd name="connsiteY822" fmla="*/ 423521 h 3146477"/>
                <a:gd name="connsiteX823" fmla="*/ 530368 w 3819074"/>
                <a:gd name="connsiteY823" fmla="*/ 397613 h 3146477"/>
                <a:gd name="connsiteX824" fmla="*/ 1304941 w 3819074"/>
                <a:gd name="connsiteY824" fmla="*/ 2595412 h 3146477"/>
                <a:gd name="connsiteX825" fmla="*/ 1305798 w 3819074"/>
                <a:gd name="connsiteY825" fmla="*/ 2586363 h 3146477"/>
                <a:gd name="connsiteX826" fmla="*/ 1310751 w 3819074"/>
                <a:gd name="connsiteY826" fmla="*/ 2539214 h 3146477"/>
                <a:gd name="connsiteX827" fmla="*/ 1310751 w 3819074"/>
                <a:gd name="connsiteY827" fmla="*/ 2538262 h 3146477"/>
                <a:gd name="connsiteX828" fmla="*/ 1211215 w 3819074"/>
                <a:gd name="connsiteY828" fmla="*/ 1696633 h 3146477"/>
                <a:gd name="connsiteX829" fmla="*/ 801640 w 3819074"/>
                <a:gd name="connsiteY829" fmla="*/ 1104654 h 3146477"/>
                <a:gd name="connsiteX830" fmla="*/ 561514 w 3819074"/>
                <a:gd name="connsiteY830" fmla="*/ 776899 h 3146477"/>
                <a:gd name="connsiteX831" fmla="*/ 557133 w 3819074"/>
                <a:gd name="connsiteY831" fmla="*/ 769469 h 3146477"/>
                <a:gd name="connsiteX832" fmla="*/ 565801 w 3819074"/>
                <a:gd name="connsiteY832" fmla="*/ 769469 h 3146477"/>
                <a:gd name="connsiteX833" fmla="*/ 824785 w 3819074"/>
                <a:gd name="connsiteY833" fmla="*/ 792901 h 3146477"/>
                <a:gd name="connsiteX834" fmla="*/ 1254935 w 3819074"/>
                <a:gd name="connsiteY834" fmla="*/ 824810 h 3146477"/>
                <a:gd name="connsiteX835" fmla="*/ 1507442 w 3819074"/>
                <a:gd name="connsiteY835" fmla="*/ 805760 h 3146477"/>
                <a:gd name="connsiteX836" fmla="*/ 2131520 w 3819074"/>
                <a:gd name="connsiteY836" fmla="*/ 624785 h 3146477"/>
                <a:gd name="connsiteX837" fmla="*/ 2482802 w 3819074"/>
                <a:gd name="connsiteY837" fmla="*/ 523153 h 3146477"/>
                <a:gd name="connsiteX838" fmla="*/ 2551954 w 3819074"/>
                <a:gd name="connsiteY838" fmla="*/ 546870 h 3146477"/>
                <a:gd name="connsiteX839" fmla="*/ 2572909 w 3819074"/>
                <a:gd name="connsiteY839" fmla="*/ 560586 h 3146477"/>
                <a:gd name="connsiteX840" fmla="*/ 3123549 w 3819074"/>
                <a:gd name="connsiteY840" fmla="*/ 967399 h 3146477"/>
                <a:gd name="connsiteX841" fmla="*/ 3294999 w 3819074"/>
                <a:gd name="connsiteY841" fmla="*/ 1274771 h 3146477"/>
                <a:gd name="connsiteX842" fmla="*/ 3294999 w 3819074"/>
                <a:gd name="connsiteY842" fmla="*/ 1275818 h 3146477"/>
                <a:gd name="connsiteX843" fmla="*/ 3176699 w 3819074"/>
                <a:gd name="connsiteY843" fmla="*/ 1517658 h 3146477"/>
                <a:gd name="connsiteX844" fmla="*/ 2912761 w 3819074"/>
                <a:gd name="connsiteY844" fmla="*/ 2085253 h 3146477"/>
                <a:gd name="connsiteX845" fmla="*/ 2911427 w 3819074"/>
                <a:gd name="connsiteY845" fmla="*/ 2089444 h 3146477"/>
                <a:gd name="connsiteX846" fmla="*/ 2907141 w 3819074"/>
                <a:gd name="connsiteY846" fmla="*/ 2088396 h 3146477"/>
                <a:gd name="connsiteX847" fmla="*/ 2451465 w 3819074"/>
                <a:gd name="connsiteY847" fmla="*/ 2018864 h 3146477"/>
                <a:gd name="connsiteX848" fmla="*/ 2097135 w 3819074"/>
                <a:gd name="connsiteY848" fmla="*/ 2090301 h 3146477"/>
                <a:gd name="connsiteX849" fmla="*/ 1556877 w 3819074"/>
                <a:gd name="connsiteY849" fmla="*/ 2425105 h 3146477"/>
                <a:gd name="connsiteX850" fmla="*/ 1312847 w 3819074"/>
                <a:gd name="connsiteY850" fmla="*/ 2590078 h 3146477"/>
                <a:gd name="connsiteX851" fmla="*/ 574659 w 3819074"/>
                <a:gd name="connsiteY851" fmla="*/ 780042 h 3146477"/>
                <a:gd name="connsiteX852" fmla="*/ 809450 w 3819074"/>
                <a:gd name="connsiteY852" fmla="*/ 1099225 h 3146477"/>
                <a:gd name="connsiteX853" fmla="*/ 1219692 w 3819074"/>
                <a:gd name="connsiteY853" fmla="*/ 1692728 h 3146477"/>
                <a:gd name="connsiteX854" fmla="*/ 1320276 w 3819074"/>
                <a:gd name="connsiteY854" fmla="*/ 2539786 h 3146477"/>
                <a:gd name="connsiteX855" fmla="*/ 1320276 w 3819074"/>
                <a:gd name="connsiteY855" fmla="*/ 2540738 h 3146477"/>
                <a:gd name="connsiteX856" fmla="*/ 1316276 w 3819074"/>
                <a:gd name="connsiteY856" fmla="*/ 2578838 h 3146477"/>
                <a:gd name="connsiteX857" fmla="*/ 1551257 w 3819074"/>
                <a:gd name="connsiteY857" fmla="*/ 2419009 h 3146477"/>
                <a:gd name="connsiteX858" fmla="*/ 2093230 w 3819074"/>
                <a:gd name="connsiteY858" fmla="*/ 2083157 h 3146477"/>
                <a:gd name="connsiteX859" fmla="*/ 2451560 w 3819074"/>
                <a:gd name="connsiteY859" fmla="*/ 2010863 h 3146477"/>
                <a:gd name="connsiteX860" fmla="*/ 2905236 w 3819074"/>
                <a:gd name="connsiteY860" fmla="*/ 2079633 h 3146477"/>
                <a:gd name="connsiteX861" fmla="*/ 3168316 w 3819074"/>
                <a:gd name="connsiteY861" fmla="*/ 1514705 h 3146477"/>
                <a:gd name="connsiteX862" fmla="*/ 3285569 w 3819074"/>
                <a:gd name="connsiteY862" fmla="*/ 1276580 h 3146477"/>
                <a:gd name="connsiteX863" fmla="*/ 3117263 w 3819074"/>
                <a:gd name="connsiteY863" fmla="*/ 975686 h 3146477"/>
                <a:gd name="connsiteX864" fmla="*/ 2568146 w 3819074"/>
                <a:gd name="connsiteY864" fmla="*/ 570111 h 3146477"/>
                <a:gd name="connsiteX865" fmla="*/ 2547191 w 3819074"/>
                <a:gd name="connsiteY865" fmla="*/ 556395 h 3146477"/>
                <a:gd name="connsiteX866" fmla="*/ 2483279 w 3819074"/>
                <a:gd name="connsiteY866" fmla="*/ 534202 h 3146477"/>
                <a:gd name="connsiteX867" fmla="*/ 2135330 w 3819074"/>
                <a:gd name="connsiteY867" fmla="*/ 635167 h 3146477"/>
                <a:gd name="connsiteX868" fmla="*/ 1509443 w 3819074"/>
                <a:gd name="connsiteY868" fmla="*/ 816142 h 3146477"/>
                <a:gd name="connsiteX869" fmla="*/ 1255411 w 3819074"/>
                <a:gd name="connsiteY869" fmla="*/ 835192 h 3146477"/>
                <a:gd name="connsiteX870" fmla="*/ 824595 w 3819074"/>
                <a:gd name="connsiteY870" fmla="*/ 803283 h 3146477"/>
                <a:gd name="connsiteX871" fmla="*/ 574659 w 3819074"/>
                <a:gd name="connsiteY871" fmla="*/ 780042 h 3146477"/>
                <a:gd name="connsiteX872" fmla="*/ 1677559 w 3819074"/>
                <a:gd name="connsiteY872" fmla="*/ 1882942 h 3146477"/>
                <a:gd name="connsiteX873" fmla="*/ 1676130 w 3819074"/>
                <a:gd name="connsiteY873" fmla="*/ 1876465 h 3146477"/>
                <a:gd name="connsiteX874" fmla="*/ 1549543 w 3819074"/>
                <a:gd name="connsiteY874" fmla="*/ 1521182 h 3146477"/>
                <a:gd name="connsiteX875" fmla="*/ 1360472 w 3819074"/>
                <a:gd name="connsiteY875" fmla="*/ 1210953 h 3146477"/>
                <a:gd name="connsiteX876" fmla="*/ 1355614 w 3819074"/>
                <a:gd name="connsiteY876" fmla="*/ 1203905 h 3146477"/>
                <a:gd name="connsiteX877" fmla="*/ 1364186 w 3819074"/>
                <a:gd name="connsiteY877" fmla="*/ 1203905 h 3146477"/>
                <a:gd name="connsiteX878" fmla="*/ 1568021 w 3819074"/>
                <a:gd name="connsiteY878" fmla="*/ 1182949 h 3146477"/>
                <a:gd name="connsiteX879" fmla="*/ 2264680 w 3819074"/>
                <a:gd name="connsiteY879" fmla="*/ 982924 h 3146477"/>
                <a:gd name="connsiteX880" fmla="*/ 2428319 w 3819074"/>
                <a:gd name="connsiteY880" fmla="*/ 924346 h 3146477"/>
                <a:gd name="connsiteX881" fmla="*/ 2430415 w 3819074"/>
                <a:gd name="connsiteY881" fmla="*/ 923584 h 3146477"/>
                <a:gd name="connsiteX882" fmla="*/ 2432415 w 3819074"/>
                <a:gd name="connsiteY882" fmla="*/ 924917 h 3146477"/>
                <a:gd name="connsiteX883" fmla="*/ 2855516 w 3819074"/>
                <a:gd name="connsiteY883" fmla="*/ 1239242 h 3146477"/>
                <a:gd name="connsiteX884" fmla="*/ 2878947 w 3819074"/>
                <a:gd name="connsiteY884" fmla="*/ 1263722 h 3146477"/>
                <a:gd name="connsiteX885" fmla="*/ 2881233 w 3819074"/>
                <a:gd name="connsiteY885" fmla="*/ 1266198 h 3146477"/>
                <a:gd name="connsiteX886" fmla="*/ 2879614 w 3819074"/>
                <a:gd name="connsiteY886" fmla="*/ 1269246 h 3146477"/>
                <a:gd name="connsiteX887" fmla="*/ 2844181 w 3819074"/>
                <a:gd name="connsiteY887" fmla="*/ 1332968 h 3146477"/>
                <a:gd name="connsiteX888" fmla="*/ 2676731 w 3819074"/>
                <a:gd name="connsiteY888" fmla="*/ 1651865 h 3146477"/>
                <a:gd name="connsiteX889" fmla="*/ 2675207 w 3819074"/>
                <a:gd name="connsiteY889" fmla="*/ 1655008 h 3146477"/>
                <a:gd name="connsiteX890" fmla="*/ 2671778 w 3819074"/>
                <a:gd name="connsiteY890" fmla="*/ 1654532 h 3146477"/>
                <a:gd name="connsiteX891" fmla="*/ 2451465 w 3819074"/>
                <a:gd name="connsiteY891" fmla="*/ 1639292 h 3146477"/>
                <a:gd name="connsiteX892" fmla="*/ 1940354 w 3819074"/>
                <a:gd name="connsiteY892" fmla="*/ 1744544 h 3146477"/>
                <a:gd name="connsiteX893" fmla="*/ 1683179 w 3819074"/>
                <a:gd name="connsiteY893" fmla="*/ 1880085 h 3146477"/>
                <a:gd name="connsiteX894" fmla="*/ 1372759 w 3819074"/>
                <a:gd name="connsiteY894" fmla="*/ 1212572 h 3146477"/>
                <a:gd name="connsiteX895" fmla="*/ 1557544 w 3819074"/>
                <a:gd name="connsiteY895" fmla="*/ 1516801 h 3146477"/>
                <a:gd name="connsiteX896" fmla="*/ 1683655 w 3819074"/>
                <a:gd name="connsiteY896" fmla="*/ 1867892 h 3146477"/>
                <a:gd name="connsiteX897" fmla="*/ 1935972 w 3819074"/>
                <a:gd name="connsiteY897" fmla="*/ 1735304 h 3146477"/>
                <a:gd name="connsiteX898" fmla="*/ 2451084 w 3819074"/>
                <a:gd name="connsiteY898" fmla="*/ 1629196 h 3146477"/>
                <a:gd name="connsiteX899" fmla="*/ 2669207 w 3819074"/>
                <a:gd name="connsiteY899" fmla="*/ 1644055 h 3146477"/>
                <a:gd name="connsiteX900" fmla="*/ 2835513 w 3819074"/>
                <a:gd name="connsiteY900" fmla="*/ 1327825 h 3146477"/>
                <a:gd name="connsiteX901" fmla="*/ 2869232 w 3819074"/>
                <a:gd name="connsiteY901" fmla="*/ 1267055 h 3146477"/>
                <a:gd name="connsiteX902" fmla="*/ 2848372 w 3819074"/>
                <a:gd name="connsiteY902" fmla="*/ 1245433 h 3146477"/>
                <a:gd name="connsiteX903" fmla="*/ 2428700 w 3819074"/>
                <a:gd name="connsiteY903" fmla="*/ 933871 h 3146477"/>
                <a:gd name="connsiteX904" fmla="*/ 2267633 w 3819074"/>
                <a:gd name="connsiteY904" fmla="*/ 991688 h 3146477"/>
                <a:gd name="connsiteX905" fmla="*/ 1569069 w 3819074"/>
                <a:gd name="connsiteY905" fmla="*/ 1191713 h 3146477"/>
                <a:gd name="connsiteX906" fmla="*/ 1373140 w 3819074"/>
                <a:gd name="connsiteY906" fmla="*/ 1212572 h 3146477"/>
                <a:gd name="connsiteX907" fmla="*/ 1241981 w 3819074"/>
                <a:gd name="connsiteY907" fmla="*/ 2812011 h 3146477"/>
                <a:gd name="connsiteX908" fmla="*/ 1241981 w 3819074"/>
                <a:gd name="connsiteY908" fmla="*/ 2812011 h 3146477"/>
                <a:gd name="connsiteX909" fmla="*/ 1113298 w 3819074"/>
                <a:gd name="connsiteY909" fmla="*/ 2767243 h 3146477"/>
                <a:gd name="connsiteX910" fmla="*/ 1111679 w 3819074"/>
                <a:gd name="connsiteY910" fmla="*/ 2766195 h 3146477"/>
                <a:gd name="connsiteX911" fmla="*/ 1111679 w 3819074"/>
                <a:gd name="connsiteY911" fmla="*/ 2764290 h 3146477"/>
                <a:gd name="connsiteX912" fmla="*/ 1122156 w 3819074"/>
                <a:gd name="connsiteY912" fmla="*/ 2518069 h 3146477"/>
                <a:gd name="connsiteX913" fmla="*/ 1042908 w 3819074"/>
                <a:gd name="connsiteY913" fmla="*/ 1784644 h 3146477"/>
                <a:gd name="connsiteX914" fmla="*/ 653717 w 3819074"/>
                <a:gd name="connsiteY914" fmla="*/ 1223621 h 3146477"/>
                <a:gd name="connsiteX915" fmla="*/ 362442 w 3819074"/>
                <a:gd name="connsiteY915" fmla="*/ 803283 h 3146477"/>
                <a:gd name="connsiteX916" fmla="*/ 362442 w 3819074"/>
                <a:gd name="connsiteY916" fmla="*/ 613926 h 3146477"/>
                <a:gd name="connsiteX917" fmla="*/ 531130 w 3819074"/>
                <a:gd name="connsiteY917" fmla="*/ 578969 h 3146477"/>
                <a:gd name="connsiteX918" fmla="*/ 847741 w 3819074"/>
                <a:gd name="connsiteY918" fmla="*/ 604401 h 3146477"/>
                <a:gd name="connsiteX919" fmla="*/ 1256077 w 3819074"/>
                <a:gd name="connsiteY919" fmla="*/ 634976 h 3146477"/>
                <a:gd name="connsiteX920" fmla="*/ 1477724 w 3819074"/>
                <a:gd name="connsiteY920" fmla="*/ 618117 h 3146477"/>
                <a:gd name="connsiteX921" fmla="*/ 2065417 w 3819074"/>
                <a:gd name="connsiteY921" fmla="*/ 446667 h 3146477"/>
                <a:gd name="connsiteX922" fmla="*/ 2483183 w 3819074"/>
                <a:gd name="connsiteY922" fmla="*/ 333129 h 3146477"/>
                <a:gd name="connsiteX923" fmla="*/ 2656633 w 3819074"/>
                <a:gd name="connsiteY923" fmla="*/ 387993 h 3146477"/>
                <a:gd name="connsiteX924" fmla="*/ 2677589 w 3819074"/>
                <a:gd name="connsiteY924" fmla="*/ 401709 h 3146477"/>
                <a:gd name="connsiteX925" fmla="*/ 3258137 w 3819074"/>
                <a:gd name="connsiteY925" fmla="*/ 832715 h 3146477"/>
                <a:gd name="connsiteX926" fmla="*/ 3485213 w 3819074"/>
                <a:gd name="connsiteY926" fmla="*/ 1262960 h 3146477"/>
                <a:gd name="connsiteX927" fmla="*/ 3342910 w 3819074"/>
                <a:gd name="connsiteY927" fmla="*/ 1611098 h 3146477"/>
                <a:gd name="connsiteX928" fmla="*/ 3047635 w 3819074"/>
                <a:gd name="connsiteY928" fmla="*/ 2313662 h 3146477"/>
                <a:gd name="connsiteX929" fmla="*/ 3046587 w 3819074"/>
                <a:gd name="connsiteY929" fmla="*/ 2318234 h 3146477"/>
                <a:gd name="connsiteX930" fmla="*/ 3041920 w 3819074"/>
                <a:gd name="connsiteY930" fmla="*/ 2317187 h 3146477"/>
                <a:gd name="connsiteX931" fmla="*/ 2910094 w 3819074"/>
                <a:gd name="connsiteY931" fmla="*/ 2285754 h 3146477"/>
                <a:gd name="connsiteX932" fmla="*/ 2908760 w 3819074"/>
                <a:gd name="connsiteY932" fmla="*/ 2285754 h 3146477"/>
                <a:gd name="connsiteX933" fmla="*/ 2451560 w 3819074"/>
                <a:gd name="connsiteY933" fmla="*/ 2210126 h 3146477"/>
                <a:gd name="connsiteX934" fmla="*/ 2175335 w 3819074"/>
                <a:gd name="connsiteY934" fmla="*/ 2264704 h 3146477"/>
                <a:gd name="connsiteX935" fmla="*/ 1668796 w 3819074"/>
                <a:gd name="connsiteY935" fmla="*/ 2579886 h 3146477"/>
                <a:gd name="connsiteX936" fmla="*/ 1241981 w 3819074"/>
                <a:gd name="connsiteY936" fmla="*/ 2812011 h 3146477"/>
                <a:gd name="connsiteX937" fmla="*/ 1120060 w 3819074"/>
                <a:gd name="connsiteY937" fmla="*/ 2760195 h 3146477"/>
                <a:gd name="connsiteX938" fmla="*/ 1241981 w 3819074"/>
                <a:gd name="connsiteY938" fmla="*/ 2802486 h 3146477"/>
                <a:gd name="connsiteX939" fmla="*/ 1663652 w 3819074"/>
                <a:gd name="connsiteY939" fmla="*/ 2572266 h 3146477"/>
                <a:gd name="connsiteX940" fmla="*/ 2171811 w 3819074"/>
                <a:gd name="connsiteY940" fmla="*/ 2256131 h 3146477"/>
                <a:gd name="connsiteX941" fmla="*/ 2451751 w 3819074"/>
                <a:gd name="connsiteY941" fmla="*/ 2200696 h 3146477"/>
                <a:gd name="connsiteX942" fmla="*/ 2910951 w 3819074"/>
                <a:gd name="connsiteY942" fmla="*/ 2276896 h 3146477"/>
                <a:gd name="connsiteX943" fmla="*/ 2912284 w 3819074"/>
                <a:gd name="connsiteY943" fmla="*/ 2276896 h 3146477"/>
                <a:gd name="connsiteX944" fmla="*/ 3039348 w 3819074"/>
                <a:gd name="connsiteY944" fmla="*/ 2307281 h 3146477"/>
                <a:gd name="connsiteX945" fmla="*/ 3334623 w 3819074"/>
                <a:gd name="connsiteY945" fmla="*/ 1606907 h 3146477"/>
                <a:gd name="connsiteX946" fmla="*/ 3475688 w 3819074"/>
                <a:gd name="connsiteY946" fmla="*/ 1264007 h 3146477"/>
                <a:gd name="connsiteX947" fmla="*/ 3251374 w 3819074"/>
                <a:gd name="connsiteY947" fmla="*/ 839764 h 3146477"/>
                <a:gd name="connsiteX948" fmla="*/ 2672350 w 3819074"/>
                <a:gd name="connsiteY948" fmla="*/ 409996 h 3146477"/>
                <a:gd name="connsiteX949" fmla="*/ 2651681 w 3819074"/>
                <a:gd name="connsiteY949" fmla="*/ 396375 h 3146477"/>
                <a:gd name="connsiteX950" fmla="*/ 2483374 w 3819074"/>
                <a:gd name="connsiteY950" fmla="*/ 343035 h 3146477"/>
                <a:gd name="connsiteX951" fmla="*/ 2069036 w 3819074"/>
                <a:gd name="connsiteY951" fmla="*/ 456002 h 3146477"/>
                <a:gd name="connsiteX952" fmla="*/ 1479343 w 3819074"/>
                <a:gd name="connsiteY952" fmla="*/ 627452 h 3146477"/>
                <a:gd name="connsiteX953" fmla="*/ 1255506 w 3819074"/>
                <a:gd name="connsiteY953" fmla="*/ 643835 h 3146477"/>
                <a:gd name="connsiteX954" fmla="*/ 845931 w 3819074"/>
                <a:gd name="connsiteY954" fmla="*/ 613164 h 3146477"/>
                <a:gd name="connsiteX955" fmla="*/ 530272 w 3819074"/>
                <a:gd name="connsiteY955" fmla="*/ 587828 h 3146477"/>
                <a:gd name="connsiteX956" fmla="*/ 369490 w 3819074"/>
                <a:gd name="connsiteY956" fmla="*/ 618498 h 3146477"/>
                <a:gd name="connsiteX957" fmla="*/ 370348 w 3819074"/>
                <a:gd name="connsiteY957" fmla="*/ 798806 h 3146477"/>
                <a:gd name="connsiteX958" fmla="*/ 660289 w 3819074"/>
                <a:gd name="connsiteY958" fmla="*/ 1217049 h 3146477"/>
                <a:gd name="connsiteX959" fmla="*/ 1050814 w 3819074"/>
                <a:gd name="connsiteY959" fmla="*/ 1779596 h 3146477"/>
                <a:gd name="connsiteX960" fmla="*/ 1131110 w 3819074"/>
                <a:gd name="connsiteY960" fmla="*/ 2518736 h 3146477"/>
                <a:gd name="connsiteX961" fmla="*/ 1119775 w 3819074"/>
                <a:gd name="connsiteY961" fmla="*/ 2760195 h 3146477"/>
                <a:gd name="connsiteX962" fmla="*/ 1521444 w 3819074"/>
                <a:gd name="connsiteY962" fmla="*/ 2216507 h 3146477"/>
                <a:gd name="connsiteX963" fmla="*/ 1521444 w 3819074"/>
                <a:gd name="connsiteY963" fmla="*/ 2207458 h 3146477"/>
                <a:gd name="connsiteX964" fmla="*/ 1380855 w 3819074"/>
                <a:gd name="connsiteY964" fmla="*/ 1608907 h 3146477"/>
                <a:gd name="connsiteX965" fmla="*/ 969280 w 3819074"/>
                <a:gd name="connsiteY965" fmla="*/ 1008261 h 3146477"/>
                <a:gd name="connsiteX966" fmla="*/ 962326 w 3819074"/>
                <a:gd name="connsiteY966" fmla="*/ 999593 h 3146477"/>
                <a:gd name="connsiteX967" fmla="*/ 973471 w 3819074"/>
                <a:gd name="connsiteY967" fmla="*/ 1000641 h 3146477"/>
                <a:gd name="connsiteX968" fmla="*/ 1255792 w 3819074"/>
                <a:gd name="connsiteY968" fmla="*/ 1015595 h 3146477"/>
                <a:gd name="connsiteX969" fmla="*/ 1538398 w 3819074"/>
                <a:gd name="connsiteY969" fmla="*/ 994545 h 3146477"/>
                <a:gd name="connsiteX970" fmla="*/ 2198767 w 3819074"/>
                <a:gd name="connsiteY970" fmla="*/ 804045 h 3146477"/>
                <a:gd name="connsiteX971" fmla="*/ 2461752 w 3819074"/>
                <a:gd name="connsiteY971" fmla="*/ 717368 h 3146477"/>
                <a:gd name="connsiteX972" fmla="*/ 2463562 w 3819074"/>
                <a:gd name="connsiteY972" fmla="*/ 717368 h 3146477"/>
                <a:gd name="connsiteX973" fmla="*/ 2469372 w 3819074"/>
                <a:gd name="connsiteY973" fmla="*/ 721082 h 3146477"/>
                <a:gd name="connsiteX974" fmla="*/ 2990199 w 3819074"/>
                <a:gd name="connsiteY974" fmla="*/ 1103797 h 3146477"/>
                <a:gd name="connsiteX975" fmla="*/ 3099451 w 3819074"/>
                <a:gd name="connsiteY975" fmla="*/ 1257340 h 3146477"/>
                <a:gd name="connsiteX976" fmla="*/ 3099927 w 3819074"/>
                <a:gd name="connsiteY976" fmla="*/ 1259149 h 3146477"/>
                <a:gd name="connsiteX977" fmla="*/ 3099165 w 3819074"/>
                <a:gd name="connsiteY977" fmla="*/ 1260769 h 3146477"/>
                <a:gd name="connsiteX978" fmla="*/ 3010964 w 3819074"/>
                <a:gd name="connsiteY978" fmla="*/ 1425551 h 3146477"/>
                <a:gd name="connsiteX979" fmla="*/ 2792555 w 3819074"/>
                <a:gd name="connsiteY979" fmla="*/ 1863701 h 3146477"/>
                <a:gd name="connsiteX980" fmla="*/ 2791127 w 3819074"/>
                <a:gd name="connsiteY980" fmla="*/ 1867321 h 3146477"/>
                <a:gd name="connsiteX981" fmla="*/ 2787221 w 3819074"/>
                <a:gd name="connsiteY981" fmla="*/ 1866559 h 3146477"/>
                <a:gd name="connsiteX982" fmla="*/ 2451941 w 3819074"/>
                <a:gd name="connsiteY982" fmla="*/ 1829316 h 3146477"/>
                <a:gd name="connsiteX983" fmla="*/ 2019221 w 3819074"/>
                <a:gd name="connsiteY983" fmla="*/ 1917708 h 3146477"/>
                <a:gd name="connsiteX984" fmla="*/ 1528969 w 3819074"/>
                <a:gd name="connsiteY984" fmla="*/ 2211364 h 3146477"/>
                <a:gd name="connsiteX985" fmla="*/ 983186 w 3819074"/>
                <a:gd name="connsiteY985" fmla="*/ 1011119 h 3146477"/>
                <a:gd name="connsiteX986" fmla="*/ 1388856 w 3819074"/>
                <a:gd name="connsiteY986" fmla="*/ 1604526 h 3146477"/>
                <a:gd name="connsiteX987" fmla="*/ 1530302 w 3819074"/>
                <a:gd name="connsiteY987" fmla="*/ 2198220 h 3146477"/>
                <a:gd name="connsiteX988" fmla="*/ 2014839 w 3819074"/>
                <a:gd name="connsiteY988" fmla="*/ 1908850 h 3146477"/>
                <a:gd name="connsiteX989" fmla="*/ 2451465 w 3819074"/>
                <a:gd name="connsiteY989" fmla="*/ 1819696 h 3146477"/>
                <a:gd name="connsiteX990" fmla="*/ 2785031 w 3819074"/>
                <a:gd name="connsiteY990" fmla="*/ 1856367 h 3146477"/>
                <a:gd name="connsiteX991" fmla="*/ 3002391 w 3819074"/>
                <a:gd name="connsiteY991" fmla="*/ 1420884 h 3146477"/>
                <a:gd name="connsiteX992" fmla="*/ 3089640 w 3819074"/>
                <a:gd name="connsiteY992" fmla="*/ 1258102 h 3146477"/>
                <a:gd name="connsiteX993" fmla="*/ 2983246 w 3819074"/>
                <a:gd name="connsiteY993" fmla="*/ 1110274 h 3146477"/>
                <a:gd name="connsiteX994" fmla="*/ 2463943 w 3819074"/>
                <a:gd name="connsiteY994" fmla="*/ 728797 h 3146477"/>
                <a:gd name="connsiteX995" fmla="*/ 2461466 w 3819074"/>
                <a:gd name="connsiteY995" fmla="*/ 727178 h 3146477"/>
                <a:gd name="connsiteX996" fmla="*/ 2201910 w 3819074"/>
                <a:gd name="connsiteY996" fmla="*/ 812903 h 3146477"/>
                <a:gd name="connsiteX997" fmla="*/ 1539732 w 3819074"/>
                <a:gd name="connsiteY997" fmla="*/ 1003403 h 3146477"/>
                <a:gd name="connsiteX998" fmla="*/ 1255601 w 3819074"/>
                <a:gd name="connsiteY998" fmla="*/ 1024644 h 3146477"/>
                <a:gd name="connsiteX999" fmla="*/ 983186 w 3819074"/>
                <a:gd name="connsiteY999" fmla="*/ 1011119 h 3146477"/>
                <a:gd name="connsiteX1000" fmla="*/ 1793573 w 3819074"/>
                <a:gd name="connsiteY1000" fmla="*/ 1602431 h 3146477"/>
                <a:gd name="connsiteX1001" fmla="*/ 1791764 w 3819074"/>
                <a:gd name="connsiteY1001" fmla="*/ 1597573 h 3146477"/>
                <a:gd name="connsiteX1002" fmla="*/ 1718231 w 3819074"/>
                <a:gd name="connsiteY1002" fmla="*/ 1433552 h 3146477"/>
                <a:gd name="connsiteX1003" fmla="*/ 1680131 w 3819074"/>
                <a:gd name="connsiteY1003" fmla="*/ 1362591 h 3146477"/>
                <a:gd name="connsiteX1004" fmla="*/ 1676892 w 3819074"/>
                <a:gd name="connsiteY1004" fmla="*/ 1356876 h 3146477"/>
                <a:gd name="connsiteX1005" fmla="*/ 1683369 w 3819074"/>
                <a:gd name="connsiteY1005" fmla="*/ 1355638 h 3146477"/>
                <a:gd name="connsiteX1006" fmla="*/ 2330593 w 3819074"/>
                <a:gd name="connsiteY1006" fmla="*/ 1161328 h 3146477"/>
                <a:gd name="connsiteX1007" fmla="*/ 2401364 w 3819074"/>
                <a:gd name="connsiteY1007" fmla="*/ 1135229 h 3146477"/>
                <a:gd name="connsiteX1008" fmla="*/ 2403649 w 3819074"/>
                <a:gd name="connsiteY1008" fmla="*/ 1134372 h 3146477"/>
                <a:gd name="connsiteX1009" fmla="*/ 2405650 w 3819074"/>
                <a:gd name="connsiteY1009" fmla="*/ 1135706 h 3146477"/>
                <a:gd name="connsiteX1010" fmla="*/ 2638250 w 3819074"/>
                <a:gd name="connsiteY1010" fmla="*/ 1301726 h 3146477"/>
                <a:gd name="connsiteX1011" fmla="*/ 2641394 w 3819074"/>
                <a:gd name="connsiteY1011" fmla="*/ 1304203 h 3146477"/>
                <a:gd name="connsiteX1012" fmla="*/ 2639489 w 3819074"/>
                <a:gd name="connsiteY1012" fmla="*/ 1307727 h 3146477"/>
                <a:gd name="connsiteX1013" fmla="*/ 2563860 w 3819074"/>
                <a:gd name="connsiteY1013" fmla="*/ 1448983 h 3146477"/>
                <a:gd name="connsiteX1014" fmla="*/ 2562431 w 3819074"/>
                <a:gd name="connsiteY1014" fmla="*/ 1451745 h 3146477"/>
                <a:gd name="connsiteX1015" fmla="*/ 2559383 w 3819074"/>
                <a:gd name="connsiteY1015" fmla="*/ 1451745 h 3146477"/>
                <a:gd name="connsiteX1016" fmla="*/ 2451084 w 3819074"/>
                <a:gd name="connsiteY1016" fmla="*/ 1448411 h 3146477"/>
                <a:gd name="connsiteX1017" fmla="*/ 1861582 w 3819074"/>
                <a:gd name="connsiteY1017" fmla="*/ 1570522 h 3146477"/>
                <a:gd name="connsiteX1018" fmla="*/ 1797860 w 3819074"/>
                <a:gd name="connsiteY1018" fmla="*/ 1600335 h 3146477"/>
                <a:gd name="connsiteX1019" fmla="*/ 1691942 w 3819074"/>
                <a:gd name="connsiteY1019" fmla="*/ 1363734 h 3146477"/>
                <a:gd name="connsiteX1020" fmla="*/ 1727089 w 3819074"/>
                <a:gd name="connsiteY1020" fmla="*/ 1429171 h 3146477"/>
                <a:gd name="connsiteX1021" fmla="*/ 1798812 w 3819074"/>
                <a:gd name="connsiteY1021" fmla="*/ 1589667 h 3146477"/>
                <a:gd name="connsiteX1022" fmla="*/ 1858057 w 3819074"/>
                <a:gd name="connsiteY1022" fmla="*/ 1562045 h 3146477"/>
                <a:gd name="connsiteX1023" fmla="*/ 2451465 w 3819074"/>
                <a:gd name="connsiteY1023" fmla="*/ 1439077 h 3146477"/>
                <a:gd name="connsiteX1024" fmla="*/ 2557192 w 3819074"/>
                <a:gd name="connsiteY1024" fmla="*/ 1442220 h 3146477"/>
                <a:gd name="connsiteX1025" fmla="*/ 2629583 w 3819074"/>
                <a:gd name="connsiteY1025" fmla="*/ 1307060 h 3146477"/>
                <a:gd name="connsiteX1026" fmla="*/ 2402792 w 3819074"/>
                <a:gd name="connsiteY1026" fmla="*/ 1145135 h 3146477"/>
                <a:gd name="connsiteX1027" fmla="*/ 2334403 w 3819074"/>
                <a:gd name="connsiteY1027" fmla="*/ 1170281 h 3146477"/>
                <a:gd name="connsiteX1028" fmla="*/ 1691942 w 3819074"/>
                <a:gd name="connsiteY1028" fmla="*/ 1363734 h 3146477"/>
                <a:gd name="connsiteX1029" fmla="*/ 1819196 w 3819074"/>
                <a:gd name="connsiteY1029" fmla="*/ 1537470 h 3146477"/>
                <a:gd name="connsiteX1030" fmla="*/ 1817386 w 3819074"/>
                <a:gd name="connsiteY1030" fmla="*/ 1532898 h 3146477"/>
                <a:gd name="connsiteX1031" fmla="*/ 1760902 w 3819074"/>
                <a:gd name="connsiteY1031" fmla="*/ 1411645 h 3146477"/>
                <a:gd name="connsiteX1032" fmla="*/ 1749949 w 3819074"/>
                <a:gd name="connsiteY1032" fmla="*/ 1390785 h 3146477"/>
                <a:gd name="connsiteX1033" fmla="*/ 1756331 w 3819074"/>
                <a:gd name="connsiteY1033" fmla="*/ 1389642 h 3146477"/>
                <a:gd name="connsiteX1034" fmla="*/ 2347738 w 3819074"/>
                <a:gd name="connsiteY1034" fmla="*/ 1206190 h 3146477"/>
                <a:gd name="connsiteX1035" fmla="*/ 2395363 w 3819074"/>
                <a:gd name="connsiteY1035" fmla="*/ 1188474 h 3146477"/>
                <a:gd name="connsiteX1036" fmla="*/ 2397649 w 3819074"/>
                <a:gd name="connsiteY1036" fmla="*/ 1187617 h 3146477"/>
                <a:gd name="connsiteX1037" fmla="*/ 2399649 w 3819074"/>
                <a:gd name="connsiteY1037" fmla="*/ 1188950 h 3146477"/>
                <a:gd name="connsiteX1038" fmla="*/ 2577290 w 3819074"/>
                <a:gd name="connsiteY1038" fmla="*/ 1314490 h 3146477"/>
                <a:gd name="connsiteX1039" fmla="*/ 2580529 w 3819074"/>
                <a:gd name="connsiteY1039" fmla="*/ 1316966 h 3146477"/>
                <a:gd name="connsiteX1040" fmla="*/ 2578624 w 3819074"/>
                <a:gd name="connsiteY1040" fmla="*/ 1320586 h 3146477"/>
                <a:gd name="connsiteX1041" fmla="*/ 2536142 w 3819074"/>
                <a:gd name="connsiteY1041" fmla="*/ 1400024 h 3146477"/>
                <a:gd name="connsiteX1042" fmla="*/ 2534714 w 3819074"/>
                <a:gd name="connsiteY1042" fmla="*/ 1402691 h 3146477"/>
                <a:gd name="connsiteX1043" fmla="*/ 2531666 w 3819074"/>
                <a:gd name="connsiteY1043" fmla="*/ 1402691 h 3146477"/>
                <a:gd name="connsiteX1044" fmla="*/ 2451465 w 3819074"/>
                <a:gd name="connsiteY1044" fmla="*/ 1400882 h 3146477"/>
                <a:gd name="connsiteX1045" fmla="*/ 1841865 w 3819074"/>
                <a:gd name="connsiteY1045" fmla="*/ 1527183 h 3146477"/>
                <a:gd name="connsiteX1046" fmla="*/ 1823291 w 3819074"/>
                <a:gd name="connsiteY1046" fmla="*/ 1535660 h 3146477"/>
                <a:gd name="connsiteX1047" fmla="*/ 1764236 w 3819074"/>
                <a:gd name="connsiteY1047" fmla="*/ 1397357 h 3146477"/>
                <a:gd name="connsiteX1048" fmla="*/ 1769380 w 3819074"/>
                <a:gd name="connsiteY1048" fmla="*/ 1406882 h 3146477"/>
                <a:gd name="connsiteX1049" fmla="*/ 1824244 w 3819074"/>
                <a:gd name="connsiteY1049" fmla="*/ 1524326 h 3146477"/>
                <a:gd name="connsiteX1050" fmla="*/ 1838436 w 3819074"/>
                <a:gd name="connsiteY1050" fmla="*/ 1517848 h 3146477"/>
                <a:gd name="connsiteX1051" fmla="*/ 2451465 w 3819074"/>
                <a:gd name="connsiteY1051" fmla="*/ 1390690 h 3146477"/>
                <a:gd name="connsiteX1052" fmla="*/ 2529094 w 3819074"/>
                <a:gd name="connsiteY1052" fmla="*/ 1392404 h 3146477"/>
                <a:gd name="connsiteX1053" fmla="*/ 2568241 w 3819074"/>
                <a:gd name="connsiteY1053" fmla="*/ 1319062 h 3146477"/>
                <a:gd name="connsiteX1054" fmla="*/ 2396315 w 3819074"/>
                <a:gd name="connsiteY1054" fmla="*/ 1197713 h 3146477"/>
                <a:gd name="connsiteX1055" fmla="*/ 2350976 w 3819074"/>
                <a:gd name="connsiteY1055" fmla="*/ 1214477 h 3146477"/>
                <a:gd name="connsiteX1056" fmla="*/ 1764236 w 3819074"/>
                <a:gd name="connsiteY1056" fmla="*/ 1397357 h 3146477"/>
                <a:gd name="connsiteX1057" fmla="*/ 1843865 w 3819074"/>
                <a:gd name="connsiteY1057" fmla="*/ 1474129 h 3146477"/>
                <a:gd name="connsiteX1058" fmla="*/ 1841960 w 3819074"/>
                <a:gd name="connsiteY1058" fmla="*/ 1469843 h 3146477"/>
                <a:gd name="connsiteX1059" fmla="*/ 1822910 w 3819074"/>
                <a:gd name="connsiteY1059" fmla="*/ 1429076 h 3146477"/>
                <a:gd name="connsiteX1060" fmla="*/ 1820339 w 3819074"/>
                <a:gd name="connsiteY1060" fmla="*/ 1423741 h 3146477"/>
                <a:gd name="connsiteX1061" fmla="*/ 1826054 w 3819074"/>
                <a:gd name="connsiteY1061" fmla="*/ 1422313 h 3146477"/>
                <a:gd name="connsiteX1062" fmla="*/ 2364216 w 3819074"/>
                <a:gd name="connsiteY1062" fmla="*/ 1250863 h 3146477"/>
                <a:gd name="connsiteX1063" fmla="*/ 2391172 w 3819074"/>
                <a:gd name="connsiteY1063" fmla="*/ 1241338 h 3146477"/>
                <a:gd name="connsiteX1064" fmla="*/ 2393267 w 3819074"/>
                <a:gd name="connsiteY1064" fmla="*/ 1242671 h 3146477"/>
                <a:gd name="connsiteX1065" fmla="*/ 2515759 w 3819074"/>
                <a:gd name="connsiteY1065" fmla="*/ 1328396 h 3146477"/>
                <a:gd name="connsiteX1066" fmla="*/ 2519092 w 3819074"/>
                <a:gd name="connsiteY1066" fmla="*/ 1330873 h 3146477"/>
                <a:gd name="connsiteX1067" fmla="*/ 2506520 w 3819074"/>
                <a:gd name="connsiteY1067" fmla="*/ 1354399 h 3146477"/>
                <a:gd name="connsiteX1068" fmla="*/ 2503567 w 3819074"/>
                <a:gd name="connsiteY1068" fmla="*/ 1354399 h 3146477"/>
                <a:gd name="connsiteX1069" fmla="*/ 2451465 w 3819074"/>
                <a:gd name="connsiteY1069" fmla="*/ 1353638 h 3146477"/>
                <a:gd name="connsiteX1070" fmla="*/ 1848152 w 3819074"/>
                <a:gd name="connsiteY1070" fmla="*/ 1472986 h 3146477"/>
                <a:gd name="connsiteX1071" fmla="*/ 1834340 w 3819074"/>
                <a:gd name="connsiteY1071" fmla="*/ 1430219 h 3146477"/>
                <a:gd name="connsiteX1072" fmla="*/ 1849009 w 3819074"/>
                <a:gd name="connsiteY1072" fmla="*/ 1461746 h 3146477"/>
                <a:gd name="connsiteX1073" fmla="*/ 2451751 w 3819074"/>
                <a:gd name="connsiteY1073" fmla="*/ 1343446 h 3146477"/>
                <a:gd name="connsiteX1074" fmla="*/ 2501186 w 3819074"/>
                <a:gd name="connsiteY1074" fmla="*/ 1344113 h 3146477"/>
                <a:gd name="connsiteX1075" fmla="*/ 2507091 w 3819074"/>
                <a:gd name="connsiteY1075" fmla="*/ 1333064 h 3146477"/>
                <a:gd name="connsiteX1076" fmla="*/ 2390219 w 3819074"/>
                <a:gd name="connsiteY1076" fmla="*/ 1251148 h 3146477"/>
                <a:gd name="connsiteX1077" fmla="*/ 2367740 w 3819074"/>
                <a:gd name="connsiteY1077" fmla="*/ 1259531 h 3146477"/>
                <a:gd name="connsiteX1078" fmla="*/ 1834055 w 3819074"/>
                <a:gd name="connsiteY1078" fmla="*/ 1430219 h 314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</a:cxnLst>
              <a:rect l="l" t="t" r="r" b="b"/>
              <a:pathLst>
                <a:path w="3819074" h="3146477">
                  <a:moveTo>
                    <a:pt x="1242647" y="3146242"/>
                  </a:moveTo>
                  <a:cubicBezTo>
                    <a:pt x="1141492" y="3146242"/>
                    <a:pt x="1035479" y="3115096"/>
                    <a:pt x="920417" y="3039753"/>
                  </a:cubicBezTo>
                  <a:cubicBezTo>
                    <a:pt x="742680" y="2923358"/>
                    <a:pt x="765635" y="2709235"/>
                    <a:pt x="789924" y="2482445"/>
                  </a:cubicBezTo>
                  <a:cubicBezTo>
                    <a:pt x="810022" y="2294898"/>
                    <a:pt x="830786" y="2100874"/>
                    <a:pt x="746204" y="1937806"/>
                  </a:cubicBezTo>
                  <a:cubicBezTo>
                    <a:pt x="653907" y="1759783"/>
                    <a:pt x="520747" y="1592524"/>
                    <a:pt x="392065" y="1430885"/>
                  </a:cubicBezTo>
                  <a:cubicBezTo>
                    <a:pt x="120031" y="1089128"/>
                    <a:pt x="-136954" y="766326"/>
                    <a:pt x="82788" y="430760"/>
                  </a:cubicBezTo>
                  <a:cubicBezTo>
                    <a:pt x="234616" y="198827"/>
                    <a:pt x="550370" y="234640"/>
                    <a:pt x="884602" y="272550"/>
                  </a:cubicBezTo>
                  <a:cubicBezTo>
                    <a:pt x="1069483" y="293505"/>
                    <a:pt x="1260745" y="315222"/>
                    <a:pt x="1425051" y="288933"/>
                  </a:cubicBezTo>
                  <a:cubicBezTo>
                    <a:pt x="1616122" y="258358"/>
                    <a:pt x="1785477" y="195302"/>
                    <a:pt x="1948926" y="134438"/>
                  </a:cubicBezTo>
                  <a:cubicBezTo>
                    <a:pt x="2266585" y="16232"/>
                    <a:pt x="2541000" y="-85876"/>
                    <a:pt x="2838942" y="109292"/>
                  </a:cubicBezTo>
                  <a:lnTo>
                    <a:pt x="2859802" y="123008"/>
                  </a:lnTo>
                  <a:cubicBezTo>
                    <a:pt x="3331194" y="431522"/>
                    <a:pt x="3775631" y="722892"/>
                    <a:pt x="3817445" y="1236575"/>
                  </a:cubicBezTo>
                  <a:cubicBezTo>
                    <a:pt x="3832209" y="1419646"/>
                    <a:pt x="3740293" y="1583952"/>
                    <a:pt x="3633803" y="1774262"/>
                  </a:cubicBezTo>
                  <a:cubicBezTo>
                    <a:pt x="3519503" y="1978192"/>
                    <a:pt x="3390440" y="2209268"/>
                    <a:pt x="3345672" y="2532071"/>
                  </a:cubicBezTo>
                  <a:cubicBezTo>
                    <a:pt x="3339005" y="2580458"/>
                    <a:pt x="3318812" y="2616272"/>
                    <a:pt x="3285760" y="2638655"/>
                  </a:cubicBezTo>
                  <a:cubicBezTo>
                    <a:pt x="3194415" y="2700473"/>
                    <a:pt x="3016393" y="2656181"/>
                    <a:pt x="2827893" y="2609318"/>
                  </a:cubicBezTo>
                  <a:cubicBezTo>
                    <a:pt x="2635964" y="2561693"/>
                    <a:pt x="2437368" y="2512258"/>
                    <a:pt x="2312686" y="2568647"/>
                  </a:cubicBezTo>
                  <a:cubicBezTo>
                    <a:pt x="2149618" y="2642275"/>
                    <a:pt x="2005028" y="2747621"/>
                    <a:pt x="1865011" y="2849444"/>
                  </a:cubicBezTo>
                  <a:cubicBezTo>
                    <a:pt x="1651556" y="3005082"/>
                    <a:pt x="1458103" y="3146242"/>
                    <a:pt x="1242647" y="3146242"/>
                  </a:cubicBezTo>
                  <a:close/>
                  <a:moveTo>
                    <a:pt x="529034" y="254548"/>
                  </a:moveTo>
                  <a:cubicBezTo>
                    <a:pt x="342249" y="254548"/>
                    <a:pt x="184134" y="293600"/>
                    <a:pt x="90884" y="436189"/>
                  </a:cubicBezTo>
                  <a:cubicBezTo>
                    <a:pt x="-124952" y="765850"/>
                    <a:pt x="129841" y="1085985"/>
                    <a:pt x="399685" y="1424885"/>
                  </a:cubicBezTo>
                  <a:cubicBezTo>
                    <a:pt x="528749" y="1586810"/>
                    <a:pt x="662098" y="1754545"/>
                    <a:pt x="754872" y="1933424"/>
                  </a:cubicBezTo>
                  <a:cubicBezTo>
                    <a:pt x="840597" y="2099064"/>
                    <a:pt x="819832" y="2294517"/>
                    <a:pt x="799639" y="2483493"/>
                  </a:cubicBezTo>
                  <a:cubicBezTo>
                    <a:pt x="775636" y="2707236"/>
                    <a:pt x="752967" y="2918595"/>
                    <a:pt x="925846" y="3031752"/>
                  </a:cubicBezTo>
                  <a:cubicBezTo>
                    <a:pt x="1280461" y="3263972"/>
                    <a:pt x="1548971" y="3068328"/>
                    <a:pt x="1859867" y="2841728"/>
                  </a:cubicBezTo>
                  <a:cubicBezTo>
                    <a:pt x="2000075" y="2739620"/>
                    <a:pt x="2144950" y="2633988"/>
                    <a:pt x="2308876" y="2559979"/>
                  </a:cubicBezTo>
                  <a:cubicBezTo>
                    <a:pt x="2436892" y="2502257"/>
                    <a:pt x="2636917" y="2551978"/>
                    <a:pt x="2830370" y="2600079"/>
                  </a:cubicBezTo>
                  <a:cubicBezTo>
                    <a:pt x="3016774" y="2646371"/>
                    <a:pt x="3192796" y="2690185"/>
                    <a:pt x="3280616" y="2630845"/>
                  </a:cubicBezTo>
                  <a:cubicBezTo>
                    <a:pt x="3311763" y="2609699"/>
                    <a:pt x="3330051" y="2577029"/>
                    <a:pt x="3336433" y="2530832"/>
                  </a:cubicBezTo>
                  <a:cubicBezTo>
                    <a:pt x="3381486" y="2206220"/>
                    <a:pt x="3511216" y="1974287"/>
                    <a:pt x="3625707" y="1769594"/>
                  </a:cubicBezTo>
                  <a:cubicBezTo>
                    <a:pt x="3731434" y="1580714"/>
                    <a:pt x="3822684" y="1417169"/>
                    <a:pt x="3808206" y="1237337"/>
                  </a:cubicBezTo>
                  <a:cubicBezTo>
                    <a:pt x="3767058" y="728131"/>
                    <a:pt x="3324146" y="438095"/>
                    <a:pt x="2855706" y="131199"/>
                  </a:cubicBezTo>
                  <a:lnTo>
                    <a:pt x="2834751" y="117483"/>
                  </a:lnTo>
                  <a:cubicBezTo>
                    <a:pt x="2540809" y="-75017"/>
                    <a:pt x="2268490" y="26234"/>
                    <a:pt x="1953212" y="143486"/>
                  </a:cubicBezTo>
                  <a:cubicBezTo>
                    <a:pt x="1789001" y="204637"/>
                    <a:pt x="1619171" y="267788"/>
                    <a:pt x="1427147" y="298553"/>
                  </a:cubicBezTo>
                  <a:cubicBezTo>
                    <a:pt x="1261697" y="325033"/>
                    <a:pt x="1069768" y="303221"/>
                    <a:pt x="884221" y="282170"/>
                  </a:cubicBezTo>
                  <a:cubicBezTo>
                    <a:pt x="760301" y="268264"/>
                    <a:pt x="639619" y="254548"/>
                    <a:pt x="529034" y="254548"/>
                  </a:cubicBezTo>
                  <a:close/>
                  <a:moveTo>
                    <a:pt x="1241981" y="2764386"/>
                  </a:moveTo>
                  <a:lnTo>
                    <a:pt x="1241981" y="2764386"/>
                  </a:lnTo>
                  <a:cubicBezTo>
                    <a:pt x="1232456" y="2764386"/>
                    <a:pt x="1205785" y="2764386"/>
                    <a:pt x="1157589" y="2737906"/>
                  </a:cubicBezTo>
                  <a:lnTo>
                    <a:pt x="1155303" y="2736667"/>
                  </a:lnTo>
                  <a:lnTo>
                    <a:pt x="1155303" y="2734096"/>
                  </a:lnTo>
                  <a:cubicBezTo>
                    <a:pt x="1152160" y="2683232"/>
                    <a:pt x="1162066" y="2591221"/>
                    <a:pt x="1169305" y="2523117"/>
                  </a:cubicBezTo>
                  <a:cubicBezTo>
                    <a:pt x="1193022" y="2302232"/>
                    <a:pt x="1222454" y="2027341"/>
                    <a:pt x="1085009" y="1762355"/>
                  </a:cubicBezTo>
                  <a:cubicBezTo>
                    <a:pt x="975280" y="1551567"/>
                    <a:pt x="823738" y="1361067"/>
                    <a:pt x="690197" y="1193618"/>
                  </a:cubicBezTo>
                  <a:cubicBezTo>
                    <a:pt x="567991" y="1040170"/>
                    <a:pt x="452644" y="895295"/>
                    <a:pt x="402447" y="777947"/>
                  </a:cubicBezTo>
                  <a:cubicBezTo>
                    <a:pt x="368824" y="699365"/>
                    <a:pt x="378730" y="674600"/>
                    <a:pt x="399113" y="643263"/>
                  </a:cubicBezTo>
                  <a:lnTo>
                    <a:pt x="399970" y="642025"/>
                  </a:lnTo>
                  <a:lnTo>
                    <a:pt x="401304" y="641453"/>
                  </a:lnTo>
                  <a:cubicBezTo>
                    <a:pt x="412448" y="636881"/>
                    <a:pt x="447310" y="626213"/>
                    <a:pt x="530368" y="626213"/>
                  </a:cubicBezTo>
                  <a:cubicBezTo>
                    <a:pt x="620188" y="626213"/>
                    <a:pt x="727726" y="638405"/>
                    <a:pt x="841645" y="651264"/>
                  </a:cubicBezTo>
                  <a:cubicBezTo>
                    <a:pt x="975852" y="666504"/>
                    <a:pt x="1114536" y="682220"/>
                    <a:pt x="1255315" y="682220"/>
                  </a:cubicBezTo>
                  <a:cubicBezTo>
                    <a:pt x="1332276" y="682829"/>
                    <a:pt x="1409162" y="677319"/>
                    <a:pt x="1485249" y="665742"/>
                  </a:cubicBezTo>
                  <a:cubicBezTo>
                    <a:pt x="1713849" y="629166"/>
                    <a:pt x="1909302" y="556300"/>
                    <a:pt x="2082086" y="492101"/>
                  </a:cubicBezTo>
                  <a:cubicBezTo>
                    <a:pt x="2241534" y="432761"/>
                    <a:pt x="2379266" y="381516"/>
                    <a:pt x="2483183" y="381516"/>
                  </a:cubicBezTo>
                  <a:cubicBezTo>
                    <a:pt x="2520521" y="381516"/>
                    <a:pt x="2567289" y="387136"/>
                    <a:pt x="2630630" y="428665"/>
                  </a:cubicBezTo>
                  <a:lnTo>
                    <a:pt x="2651681" y="441905"/>
                  </a:lnTo>
                  <a:cubicBezTo>
                    <a:pt x="3124216" y="751467"/>
                    <a:pt x="3413014" y="961017"/>
                    <a:pt x="3437683" y="1267246"/>
                  </a:cubicBezTo>
                  <a:cubicBezTo>
                    <a:pt x="3443113" y="1334778"/>
                    <a:pt x="3374247" y="1457746"/>
                    <a:pt x="3301381" y="1588238"/>
                  </a:cubicBezTo>
                  <a:cubicBezTo>
                    <a:pt x="3153743" y="1852081"/>
                    <a:pt x="3058493" y="2070680"/>
                    <a:pt x="3010202" y="2256798"/>
                  </a:cubicBezTo>
                  <a:lnTo>
                    <a:pt x="3008963" y="2261275"/>
                  </a:lnTo>
                  <a:lnTo>
                    <a:pt x="3004487" y="2260227"/>
                  </a:lnTo>
                  <a:cubicBezTo>
                    <a:pt x="2975912" y="2253464"/>
                    <a:pt x="2946670" y="2246225"/>
                    <a:pt x="2920762" y="2239844"/>
                  </a:cubicBezTo>
                  <a:lnTo>
                    <a:pt x="2919809" y="2239844"/>
                  </a:lnTo>
                  <a:cubicBezTo>
                    <a:pt x="2774648" y="2203744"/>
                    <a:pt x="2610152" y="2162882"/>
                    <a:pt x="2451465" y="2162882"/>
                  </a:cubicBezTo>
                  <a:cubicBezTo>
                    <a:pt x="2341832" y="2162882"/>
                    <a:pt x="2241915" y="2182694"/>
                    <a:pt x="2156190" y="2221746"/>
                  </a:cubicBezTo>
                  <a:cubicBezTo>
                    <a:pt x="1957308" y="2311472"/>
                    <a:pt x="1789382" y="2433868"/>
                    <a:pt x="1641173" y="2541786"/>
                  </a:cubicBezTo>
                  <a:cubicBezTo>
                    <a:pt x="1490583" y="2651038"/>
                    <a:pt x="1335135" y="2764386"/>
                    <a:pt x="1241981" y="2764386"/>
                  </a:cubicBezTo>
                  <a:close/>
                  <a:moveTo>
                    <a:pt x="1164447" y="2730857"/>
                  </a:moveTo>
                  <a:cubicBezTo>
                    <a:pt x="1208929" y="2754861"/>
                    <a:pt x="1232741" y="2754861"/>
                    <a:pt x="1241885" y="2754861"/>
                  </a:cubicBezTo>
                  <a:lnTo>
                    <a:pt x="1241885" y="2754861"/>
                  </a:lnTo>
                  <a:cubicBezTo>
                    <a:pt x="1332277" y="2754861"/>
                    <a:pt x="1486392" y="2642466"/>
                    <a:pt x="1635458" y="2533880"/>
                  </a:cubicBezTo>
                  <a:cubicBezTo>
                    <a:pt x="1784525" y="2425295"/>
                    <a:pt x="1952355" y="2302899"/>
                    <a:pt x="2152190" y="2212697"/>
                  </a:cubicBezTo>
                  <a:cubicBezTo>
                    <a:pt x="2239915" y="2173169"/>
                    <a:pt x="2340594" y="2153071"/>
                    <a:pt x="2451656" y="2153071"/>
                  </a:cubicBezTo>
                  <a:cubicBezTo>
                    <a:pt x="2611485" y="2153071"/>
                    <a:pt x="2776553" y="2194124"/>
                    <a:pt x="2922191" y="2230319"/>
                  </a:cubicBezTo>
                  <a:lnTo>
                    <a:pt x="2923238" y="2230319"/>
                  </a:lnTo>
                  <a:cubicBezTo>
                    <a:pt x="2947813" y="2236415"/>
                    <a:pt x="2975054" y="2243177"/>
                    <a:pt x="3002296" y="2249369"/>
                  </a:cubicBezTo>
                  <a:cubicBezTo>
                    <a:pt x="3051254" y="2063440"/>
                    <a:pt x="3146409" y="1845413"/>
                    <a:pt x="3293189" y="1582619"/>
                  </a:cubicBezTo>
                  <a:cubicBezTo>
                    <a:pt x="3365389" y="1453650"/>
                    <a:pt x="3433588" y="1331730"/>
                    <a:pt x="3428444" y="1267055"/>
                  </a:cubicBezTo>
                  <a:cubicBezTo>
                    <a:pt x="3404060" y="965494"/>
                    <a:pt x="3116786" y="756801"/>
                    <a:pt x="2646537" y="448953"/>
                  </a:cubicBezTo>
                  <a:lnTo>
                    <a:pt x="2625582" y="435237"/>
                  </a:lnTo>
                  <a:cubicBezTo>
                    <a:pt x="2564336" y="395137"/>
                    <a:pt x="2519283" y="389707"/>
                    <a:pt x="2483374" y="389707"/>
                  </a:cubicBezTo>
                  <a:cubicBezTo>
                    <a:pt x="2381171" y="389707"/>
                    <a:pt x="2244201" y="440666"/>
                    <a:pt x="2085705" y="499626"/>
                  </a:cubicBezTo>
                  <a:cubicBezTo>
                    <a:pt x="1912445" y="564110"/>
                    <a:pt x="1716135" y="637072"/>
                    <a:pt x="1486868" y="673743"/>
                  </a:cubicBezTo>
                  <a:cubicBezTo>
                    <a:pt x="1410328" y="685611"/>
                    <a:pt x="1332959" y="691313"/>
                    <a:pt x="1255506" y="690793"/>
                  </a:cubicBezTo>
                  <a:cubicBezTo>
                    <a:pt x="1114155" y="690793"/>
                    <a:pt x="975185" y="675077"/>
                    <a:pt x="840788" y="659837"/>
                  </a:cubicBezTo>
                  <a:cubicBezTo>
                    <a:pt x="727154" y="646978"/>
                    <a:pt x="619903" y="634786"/>
                    <a:pt x="530558" y="634786"/>
                  </a:cubicBezTo>
                  <a:cubicBezTo>
                    <a:pt x="452358" y="634786"/>
                    <a:pt x="418449" y="644311"/>
                    <a:pt x="406733" y="648788"/>
                  </a:cubicBezTo>
                  <a:cubicBezTo>
                    <a:pt x="391017" y="672981"/>
                    <a:pt x="378158" y="694984"/>
                    <a:pt x="411686" y="773279"/>
                  </a:cubicBezTo>
                  <a:cubicBezTo>
                    <a:pt x="461407" y="889389"/>
                    <a:pt x="576374" y="1033788"/>
                    <a:pt x="698103" y="1186664"/>
                  </a:cubicBezTo>
                  <a:cubicBezTo>
                    <a:pt x="831929" y="1354781"/>
                    <a:pt x="983853" y="1545281"/>
                    <a:pt x="1093390" y="1757021"/>
                  </a:cubicBezTo>
                  <a:cubicBezTo>
                    <a:pt x="1232075" y="2024579"/>
                    <a:pt x="1202452" y="2300994"/>
                    <a:pt x="1179115" y="2523117"/>
                  </a:cubicBezTo>
                  <a:cubicBezTo>
                    <a:pt x="1171114" y="2589792"/>
                    <a:pt x="1161494" y="2680280"/>
                    <a:pt x="1164161" y="2730857"/>
                  </a:cubicBezTo>
                  <a:close/>
                  <a:moveTo>
                    <a:pt x="1566783" y="2126115"/>
                  </a:moveTo>
                  <a:lnTo>
                    <a:pt x="1566211" y="2117638"/>
                  </a:lnTo>
                  <a:cubicBezTo>
                    <a:pt x="1553257" y="1921423"/>
                    <a:pt x="1506394" y="1747877"/>
                    <a:pt x="1423336" y="1587000"/>
                  </a:cubicBezTo>
                  <a:cubicBezTo>
                    <a:pt x="1319800" y="1386975"/>
                    <a:pt x="1188926" y="1210858"/>
                    <a:pt x="1074626" y="1064649"/>
                  </a:cubicBezTo>
                  <a:lnTo>
                    <a:pt x="1068054" y="1056267"/>
                  </a:lnTo>
                  <a:lnTo>
                    <a:pt x="1078722" y="1056934"/>
                  </a:lnTo>
                  <a:cubicBezTo>
                    <a:pt x="1142063" y="1061220"/>
                    <a:pt x="1200071" y="1063220"/>
                    <a:pt x="1255982" y="1063220"/>
                  </a:cubicBezTo>
                  <a:cubicBezTo>
                    <a:pt x="1353087" y="1063765"/>
                    <a:pt x="1450078" y="1056503"/>
                    <a:pt x="1546018" y="1041503"/>
                  </a:cubicBezTo>
                  <a:cubicBezTo>
                    <a:pt x="1811671" y="999022"/>
                    <a:pt x="2035604" y="915773"/>
                    <a:pt x="2215531" y="848813"/>
                  </a:cubicBezTo>
                  <a:cubicBezTo>
                    <a:pt x="2294969" y="819285"/>
                    <a:pt x="2393363" y="782138"/>
                    <a:pt x="2452132" y="768136"/>
                  </a:cubicBezTo>
                  <a:lnTo>
                    <a:pt x="2454132" y="767660"/>
                  </a:lnTo>
                  <a:lnTo>
                    <a:pt x="2455942" y="768803"/>
                  </a:lnTo>
                  <a:cubicBezTo>
                    <a:pt x="2723213" y="944063"/>
                    <a:pt x="2989342" y="1125990"/>
                    <a:pt x="3046492" y="1255149"/>
                  </a:cubicBezTo>
                  <a:lnTo>
                    <a:pt x="3047444" y="1257245"/>
                  </a:lnTo>
                  <a:lnTo>
                    <a:pt x="3046397" y="1259245"/>
                  </a:lnTo>
                  <a:cubicBezTo>
                    <a:pt x="3025823" y="1300869"/>
                    <a:pt x="2993057" y="1359448"/>
                    <a:pt x="2969149" y="1402120"/>
                  </a:cubicBezTo>
                  <a:cubicBezTo>
                    <a:pt x="2894079" y="1534486"/>
                    <a:pt x="2825854" y="1670619"/>
                    <a:pt x="2764742" y="1809980"/>
                  </a:cubicBezTo>
                  <a:lnTo>
                    <a:pt x="2763218" y="1813505"/>
                  </a:lnTo>
                  <a:lnTo>
                    <a:pt x="2759504" y="1812743"/>
                  </a:lnTo>
                  <a:cubicBezTo>
                    <a:pt x="2658060" y="1792940"/>
                    <a:pt x="2555010" y="1782513"/>
                    <a:pt x="2451656" y="1781596"/>
                  </a:cubicBezTo>
                  <a:cubicBezTo>
                    <a:pt x="2287635" y="1781596"/>
                    <a:pt x="2135425" y="1812743"/>
                    <a:pt x="1999313" y="1874179"/>
                  </a:cubicBezTo>
                  <a:cubicBezTo>
                    <a:pt x="1821577" y="1954379"/>
                    <a:pt x="1671272" y="2053630"/>
                    <a:pt x="1573641" y="2121257"/>
                  </a:cubicBezTo>
                  <a:close/>
                  <a:moveTo>
                    <a:pt x="1087961" y="1067126"/>
                  </a:moveTo>
                  <a:cubicBezTo>
                    <a:pt x="1201023" y="1212096"/>
                    <a:pt x="1329230" y="1386023"/>
                    <a:pt x="1430861" y="1582619"/>
                  </a:cubicBezTo>
                  <a:cubicBezTo>
                    <a:pt x="1513729" y="1742353"/>
                    <a:pt x="1560782" y="1914565"/>
                    <a:pt x="1574593" y="2108684"/>
                  </a:cubicBezTo>
                  <a:cubicBezTo>
                    <a:pt x="1672606" y="2040962"/>
                    <a:pt x="1820624" y="1944188"/>
                    <a:pt x="1994932" y="1865416"/>
                  </a:cubicBezTo>
                  <a:cubicBezTo>
                    <a:pt x="2132282" y="1803503"/>
                    <a:pt x="2285730" y="1772071"/>
                    <a:pt x="2451179" y="1772071"/>
                  </a:cubicBezTo>
                  <a:cubicBezTo>
                    <a:pt x="2553819" y="1772945"/>
                    <a:pt x="2656164" y="1783211"/>
                    <a:pt x="2756932" y="1802741"/>
                  </a:cubicBezTo>
                  <a:cubicBezTo>
                    <a:pt x="2817769" y="1664347"/>
                    <a:pt x="2885612" y="1529139"/>
                    <a:pt x="2960195" y="1397643"/>
                  </a:cubicBezTo>
                  <a:cubicBezTo>
                    <a:pt x="2983722" y="1355543"/>
                    <a:pt x="3015821" y="1298297"/>
                    <a:pt x="3036395" y="1257054"/>
                  </a:cubicBezTo>
                  <a:cubicBezTo>
                    <a:pt x="2977912" y="1130562"/>
                    <a:pt x="2715689" y="951111"/>
                    <a:pt x="2451560" y="777947"/>
                  </a:cubicBezTo>
                  <a:cubicBezTo>
                    <a:pt x="2393077" y="792615"/>
                    <a:pt x="2296303" y="828620"/>
                    <a:pt x="2218388" y="857576"/>
                  </a:cubicBezTo>
                  <a:cubicBezTo>
                    <a:pt x="2037889" y="924822"/>
                    <a:pt x="1813481" y="1008642"/>
                    <a:pt x="1546781" y="1050933"/>
                  </a:cubicBezTo>
                  <a:cubicBezTo>
                    <a:pt x="1450331" y="1065964"/>
                    <a:pt x="1352833" y="1073258"/>
                    <a:pt x="1255220" y="1072745"/>
                  </a:cubicBezTo>
                  <a:cubicBezTo>
                    <a:pt x="1202356" y="1072745"/>
                    <a:pt x="1147493" y="1070936"/>
                    <a:pt x="1087961" y="1067126"/>
                  </a:cubicBezTo>
                  <a:close/>
                  <a:moveTo>
                    <a:pt x="1241981" y="2954886"/>
                  </a:moveTo>
                  <a:cubicBezTo>
                    <a:pt x="1172543" y="2954886"/>
                    <a:pt x="1101582" y="2930502"/>
                    <a:pt x="1025096" y="2880400"/>
                  </a:cubicBezTo>
                  <a:cubicBezTo>
                    <a:pt x="956421" y="2835442"/>
                    <a:pt x="953468" y="2747050"/>
                    <a:pt x="979662" y="2502733"/>
                  </a:cubicBezTo>
                  <a:cubicBezTo>
                    <a:pt x="1001665" y="2297184"/>
                    <a:pt x="1026620" y="2064107"/>
                    <a:pt x="915559" y="1850081"/>
                  </a:cubicBezTo>
                  <a:cubicBezTo>
                    <a:pt x="814784" y="1655580"/>
                    <a:pt x="675814" y="1480987"/>
                    <a:pt x="541417" y="1312204"/>
                  </a:cubicBezTo>
                  <a:cubicBezTo>
                    <a:pt x="232997" y="925108"/>
                    <a:pt x="111553" y="734703"/>
                    <a:pt x="241855" y="535249"/>
                  </a:cubicBezTo>
                  <a:cubicBezTo>
                    <a:pt x="274050" y="486005"/>
                    <a:pt x="333581" y="435713"/>
                    <a:pt x="530082" y="435713"/>
                  </a:cubicBezTo>
                  <a:cubicBezTo>
                    <a:pt x="630666" y="435713"/>
                    <a:pt x="743347" y="448477"/>
                    <a:pt x="862790" y="462002"/>
                  </a:cubicBezTo>
                  <a:cubicBezTo>
                    <a:pt x="991759" y="476671"/>
                    <a:pt x="1125014" y="491720"/>
                    <a:pt x="1255030" y="491720"/>
                  </a:cubicBezTo>
                  <a:cubicBezTo>
                    <a:pt x="1321983" y="492193"/>
                    <a:pt x="1388868" y="487352"/>
                    <a:pt x="1455055" y="477242"/>
                  </a:cubicBezTo>
                  <a:cubicBezTo>
                    <a:pt x="1664605" y="443619"/>
                    <a:pt x="1851104" y="374372"/>
                    <a:pt x="2015601" y="313127"/>
                  </a:cubicBezTo>
                  <a:cubicBezTo>
                    <a:pt x="2192290" y="247404"/>
                    <a:pt x="2344880" y="190635"/>
                    <a:pt x="2483088" y="190635"/>
                  </a:cubicBezTo>
                  <a:cubicBezTo>
                    <a:pt x="2573385" y="190635"/>
                    <a:pt x="2653395" y="215495"/>
                    <a:pt x="2734834" y="268835"/>
                  </a:cubicBezTo>
                  <a:lnTo>
                    <a:pt x="2755789" y="282551"/>
                  </a:lnTo>
                  <a:cubicBezTo>
                    <a:pt x="2984389" y="431998"/>
                    <a:pt x="3199463" y="572969"/>
                    <a:pt x="3361674" y="735084"/>
                  </a:cubicBezTo>
                  <a:cubicBezTo>
                    <a:pt x="3527981" y="901295"/>
                    <a:pt x="3612563" y="1065792"/>
                    <a:pt x="3627612" y="1251911"/>
                  </a:cubicBezTo>
                  <a:cubicBezTo>
                    <a:pt x="3637708" y="1377164"/>
                    <a:pt x="3562652" y="1511372"/>
                    <a:pt x="3467592" y="1681202"/>
                  </a:cubicBezTo>
                  <a:cubicBezTo>
                    <a:pt x="3355197" y="1882275"/>
                    <a:pt x="3215275" y="2132402"/>
                    <a:pt x="3161649" y="2474445"/>
                  </a:cubicBezTo>
                  <a:lnTo>
                    <a:pt x="3160982" y="2478540"/>
                  </a:lnTo>
                  <a:lnTo>
                    <a:pt x="3156506" y="2478540"/>
                  </a:lnTo>
                  <a:cubicBezTo>
                    <a:pt x="3086973" y="2477683"/>
                    <a:pt x="2978483" y="2450632"/>
                    <a:pt x="2873518" y="2424533"/>
                  </a:cubicBezTo>
                  <a:cubicBezTo>
                    <a:pt x="2732357" y="2389481"/>
                    <a:pt x="2586530" y="2353191"/>
                    <a:pt x="2451084" y="2353191"/>
                  </a:cubicBezTo>
                  <a:cubicBezTo>
                    <a:pt x="2367455" y="2353191"/>
                    <a:pt x="2296398" y="2366907"/>
                    <a:pt x="2233914" y="2395196"/>
                  </a:cubicBezTo>
                  <a:cubicBezTo>
                    <a:pt x="2052939" y="2476826"/>
                    <a:pt x="1893395" y="2593031"/>
                    <a:pt x="1752711" y="2695615"/>
                  </a:cubicBezTo>
                  <a:cubicBezTo>
                    <a:pt x="1562211" y="2834775"/>
                    <a:pt x="1396857" y="2954981"/>
                    <a:pt x="1241314" y="2954981"/>
                  </a:cubicBezTo>
                  <a:lnTo>
                    <a:pt x="1241314" y="2954981"/>
                  </a:lnTo>
                  <a:close/>
                  <a:moveTo>
                    <a:pt x="530368" y="445238"/>
                  </a:moveTo>
                  <a:cubicBezTo>
                    <a:pt x="338344" y="445238"/>
                    <a:pt x="280908" y="493435"/>
                    <a:pt x="250047" y="540488"/>
                  </a:cubicBezTo>
                  <a:cubicBezTo>
                    <a:pt x="122983" y="734703"/>
                    <a:pt x="243379" y="922917"/>
                    <a:pt x="548560" y="1306298"/>
                  </a:cubicBezTo>
                  <a:cubicBezTo>
                    <a:pt x="683244" y="1475367"/>
                    <a:pt x="822880" y="1650341"/>
                    <a:pt x="923750" y="1845699"/>
                  </a:cubicBezTo>
                  <a:cubicBezTo>
                    <a:pt x="1036050" y="2062298"/>
                    <a:pt x="1010999" y="2296803"/>
                    <a:pt x="988806" y="2503781"/>
                  </a:cubicBezTo>
                  <a:cubicBezTo>
                    <a:pt x="963184" y="2743335"/>
                    <a:pt x="965565" y="2830203"/>
                    <a:pt x="1029954" y="2872399"/>
                  </a:cubicBezTo>
                  <a:cubicBezTo>
                    <a:pt x="1104916" y="2921453"/>
                    <a:pt x="1174163" y="2945361"/>
                    <a:pt x="1241695" y="2945361"/>
                  </a:cubicBezTo>
                  <a:lnTo>
                    <a:pt x="1241695" y="2945361"/>
                  </a:lnTo>
                  <a:cubicBezTo>
                    <a:pt x="1394095" y="2945361"/>
                    <a:pt x="1557830" y="2826012"/>
                    <a:pt x="1747472" y="2688186"/>
                  </a:cubicBezTo>
                  <a:cubicBezTo>
                    <a:pt x="1888538" y="2585411"/>
                    <a:pt x="2048462" y="2469110"/>
                    <a:pt x="2230295" y="2386719"/>
                  </a:cubicBezTo>
                  <a:cubicBezTo>
                    <a:pt x="2294112" y="2358144"/>
                    <a:pt x="2366502" y="2343952"/>
                    <a:pt x="2451465" y="2343952"/>
                  </a:cubicBezTo>
                  <a:cubicBezTo>
                    <a:pt x="2588054" y="2343952"/>
                    <a:pt x="2734453" y="2380337"/>
                    <a:pt x="2876090" y="2415580"/>
                  </a:cubicBezTo>
                  <a:cubicBezTo>
                    <a:pt x="2978579" y="2441012"/>
                    <a:pt x="3084306" y="2467301"/>
                    <a:pt x="3152886" y="2469301"/>
                  </a:cubicBezTo>
                  <a:cubicBezTo>
                    <a:pt x="3207179" y="2127544"/>
                    <a:pt x="3346910" y="1877894"/>
                    <a:pt x="3459305" y="1677011"/>
                  </a:cubicBezTo>
                  <a:cubicBezTo>
                    <a:pt x="3553508" y="1508514"/>
                    <a:pt x="3627993" y="1375450"/>
                    <a:pt x="3618087" y="1253054"/>
                  </a:cubicBezTo>
                  <a:cubicBezTo>
                    <a:pt x="3603228" y="1069031"/>
                    <a:pt x="3519694" y="906724"/>
                    <a:pt x="3355102" y="742228"/>
                  </a:cubicBezTo>
                  <a:cubicBezTo>
                    <a:pt x="3193177" y="580779"/>
                    <a:pt x="2978483" y="439999"/>
                    <a:pt x="2750741" y="291029"/>
                  </a:cubicBezTo>
                  <a:lnTo>
                    <a:pt x="2729786" y="277217"/>
                  </a:lnTo>
                  <a:cubicBezTo>
                    <a:pt x="2649871" y="224925"/>
                    <a:pt x="2571480" y="200541"/>
                    <a:pt x="2483183" y="200541"/>
                  </a:cubicBezTo>
                  <a:cubicBezTo>
                    <a:pt x="2346690" y="200541"/>
                    <a:pt x="2194862" y="257024"/>
                    <a:pt x="2019030" y="322461"/>
                  </a:cubicBezTo>
                  <a:cubicBezTo>
                    <a:pt x="1854152" y="383802"/>
                    <a:pt x="1667272" y="453335"/>
                    <a:pt x="1457055" y="486958"/>
                  </a:cubicBezTo>
                  <a:cubicBezTo>
                    <a:pt x="1390468" y="497222"/>
                    <a:pt x="1323164" y="502127"/>
                    <a:pt x="1255792" y="501626"/>
                  </a:cubicBezTo>
                  <a:cubicBezTo>
                    <a:pt x="1125204" y="501626"/>
                    <a:pt x="991759" y="486481"/>
                    <a:pt x="862600" y="471908"/>
                  </a:cubicBezTo>
                  <a:cubicBezTo>
                    <a:pt x="742871" y="458002"/>
                    <a:pt x="630380" y="445238"/>
                    <a:pt x="530368" y="445238"/>
                  </a:cubicBezTo>
                  <a:close/>
                  <a:moveTo>
                    <a:pt x="1362281" y="2505210"/>
                  </a:moveTo>
                  <a:lnTo>
                    <a:pt x="1363329" y="2495114"/>
                  </a:lnTo>
                  <a:cubicBezTo>
                    <a:pt x="1388665" y="2249559"/>
                    <a:pt x="1403239" y="1963333"/>
                    <a:pt x="1253506" y="1674725"/>
                  </a:cubicBezTo>
                  <a:cubicBezTo>
                    <a:pt x="1135586" y="1447268"/>
                    <a:pt x="978138" y="1249434"/>
                    <a:pt x="839168" y="1074650"/>
                  </a:cubicBezTo>
                  <a:cubicBezTo>
                    <a:pt x="802973" y="1029121"/>
                    <a:pt x="718296" y="922822"/>
                    <a:pt x="654097" y="830715"/>
                  </a:cubicBezTo>
                  <a:lnTo>
                    <a:pt x="648287" y="822333"/>
                  </a:lnTo>
                  <a:lnTo>
                    <a:pt x="658479" y="823190"/>
                  </a:lnTo>
                  <a:cubicBezTo>
                    <a:pt x="708961" y="827667"/>
                    <a:pt x="762778" y="833763"/>
                    <a:pt x="819832" y="840240"/>
                  </a:cubicBezTo>
                  <a:cubicBezTo>
                    <a:pt x="953182" y="855385"/>
                    <a:pt x="1103677" y="872435"/>
                    <a:pt x="1255315" y="872435"/>
                  </a:cubicBezTo>
                  <a:cubicBezTo>
                    <a:pt x="1342363" y="873052"/>
                    <a:pt x="1429320" y="866682"/>
                    <a:pt x="1515348" y="853385"/>
                  </a:cubicBezTo>
                  <a:cubicBezTo>
                    <a:pt x="1762236" y="813951"/>
                    <a:pt x="1976453" y="734227"/>
                    <a:pt x="2148475" y="670219"/>
                  </a:cubicBezTo>
                  <a:cubicBezTo>
                    <a:pt x="2278777" y="621737"/>
                    <a:pt x="2413556" y="571635"/>
                    <a:pt x="2483183" y="571635"/>
                  </a:cubicBezTo>
                  <a:cubicBezTo>
                    <a:pt x="2493184" y="571635"/>
                    <a:pt x="2502233" y="571635"/>
                    <a:pt x="2526236" y="587637"/>
                  </a:cubicBezTo>
                  <a:lnTo>
                    <a:pt x="2547191" y="601353"/>
                  </a:lnTo>
                  <a:cubicBezTo>
                    <a:pt x="2758456" y="739656"/>
                    <a:pt x="2958005" y="870244"/>
                    <a:pt x="3092498" y="1004641"/>
                  </a:cubicBezTo>
                  <a:cubicBezTo>
                    <a:pt x="3216323" y="1128466"/>
                    <a:pt x="3240230" y="1212287"/>
                    <a:pt x="3246707" y="1271341"/>
                  </a:cubicBezTo>
                  <a:lnTo>
                    <a:pt x="3246707" y="1272199"/>
                  </a:lnTo>
                  <a:lnTo>
                    <a:pt x="3246707" y="1273056"/>
                  </a:lnTo>
                  <a:cubicBezTo>
                    <a:pt x="3235468" y="1316204"/>
                    <a:pt x="3177556" y="1419741"/>
                    <a:pt x="3135265" y="1495370"/>
                  </a:cubicBezTo>
                  <a:cubicBezTo>
                    <a:pt x="3056493" y="1636149"/>
                    <a:pt x="2958481" y="1811314"/>
                    <a:pt x="2882281" y="2029913"/>
                  </a:cubicBezTo>
                  <a:lnTo>
                    <a:pt x="2880852" y="2034008"/>
                  </a:lnTo>
                  <a:lnTo>
                    <a:pt x="2876661" y="2032961"/>
                  </a:lnTo>
                  <a:cubicBezTo>
                    <a:pt x="2751026" y="2002957"/>
                    <a:pt x="2602246" y="1972286"/>
                    <a:pt x="2451560" y="1972286"/>
                  </a:cubicBezTo>
                  <a:cubicBezTo>
                    <a:pt x="2312781" y="1972286"/>
                    <a:pt x="2190480" y="1997051"/>
                    <a:pt x="2077609" y="2048486"/>
                  </a:cubicBezTo>
                  <a:cubicBezTo>
                    <a:pt x="1860820" y="2146308"/>
                    <a:pt x="1676702" y="2280420"/>
                    <a:pt x="1528778" y="2388243"/>
                  </a:cubicBezTo>
                  <a:cubicBezTo>
                    <a:pt x="1482296" y="2422152"/>
                    <a:pt x="1424003" y="2464443"/>
                    <a:pt x="1370759" y="2500257"/>
                  </a:cubicBezTo>
                  <a:close/>
                  <a:moveTo>
                    <a:pt x="667813" y="833954"/>
                  </a:moveTo>
                  <a:cubicBezTo>
                    <a:pt x="731059" y="923774"/>
                    <a:pt x="811546" y="1024454"/>
                    <a:pt x="846598" y="1068935"/>
                  </a:cubicBezTo>
                  <a:cubicBezTo>
                    <a:pt x="985853" y="1243814"/>
                    <a:pt x="1143682" y="1442030"/>
                    <a:pt x="1261983" y="1670344"/>
                  </a:cubicBezTo>
                  <a:cubicBezTo>
                    <a:pt x="1410859" y="1957332"/>
                    <a:pt x="1398667" y="2241272"/>
                    <a:pt x="1373806" y="2485970"/>
                  </a:cubicBezTo>
                  <a:cubicBezTo>
                    <a:pt x="1424765" y="2451489"/>
                    <a:pt x="1478581" y="2411960"/>
                    <a:pt x="1523063" y="2379861"/>
                  </a:cubicBezTo>
                  <a:cubicBezTo>
                    <a:pt x="1671368" y="2271848"/>
                    <a:pt x="1855867" y="2137355"/>
                    <a:pt x="2073608" y="2039057"/>
                  </a:cubicBezTo>
                  <a:cubicBezTo>
                    <a:pt x="2187908" y="1987622"/>
                    <a:pt x="2311257" y="1962857"/>
                    <a:pt x="2451465" y="1962857"/>
                  </a:cubicBezTo>
                  <a:cubicBezTo>
                    <a:pt x="2601484" y="1962857"/>
                    <a:pt x="2749312" y="1992956"/>
                    <a:pt x="2874566" y="2022864"/>
                  </a:cubicBezTo>
                  <a:cubicBezTo>
                    <a:pt x="2950766" y="1805313"/>
                    <a:pt x="3048397" y="1631006"/>
                    <a:pt x="3126788" y="1490798"/>
                  </a:cubicBezTo>
                  <a:cubicBezTo>
                    <a:pt x="3168602" y="1416122"/>
                    <a:pt x="3225657" y="1314109"/>
                    <a:pt x="3237182" y="1271723"/>
                  </a:cubicBezTo>
                  <a:cubicBezTo>
                    <a:pt x="3230610" y="1214573"/>
                    <a:pt x="3207274" y="1133324"/>
                    <a:pt x="3085735" y="1011881"/>
                  </a:cubicBezTo>
                  <a:cubicBezTo>
                    <a:pt x="2952385" y="878531"/>
                    <a:pt x="2752836" y="747847"/>
                    <a:pt x="2541953" y="609830"/>
                  </a:cubicBezTo>
                  <a:lnTo>
                    <a:pt x="2520998" y="596019"/>
                  </a:lnTo>
                  <a:cubicBezTo>
                    <a:pt x="2498995" y="581636"/>
                    <a:pt x="2492423" y="581636"/>
                    <a:pt x="2482898" y="581636"/>
                  </a:cubicBezTo>
                  <a:cubicBezTo>
                    <a:pt x="2414984" y="581636"/>
                    <a:pt x="2281063" y="631452"/>
                    <a:pt x="2151523" y="679648"/>
                  </a:cubicBezTo>
                  <a:cubicBezTo>
                    <a:pt x="1979025" y="743847"/>
                    <a:pt x="1764427" y="823666"/>
                    <a:pt x="1516491" y="863290"/>
                  </a:cubicBezTo>
                  <a:cubicBezTo>
                    <a:pt x="1429983" y="876591"/>
                    <a:pt x="1342552" y="882961"/>
                    <a:pt x="1255030" y="882340"/>
                  </a:cubicBezTo>
                  <a:cubicBezTo>
                    <a:pt x="1102630" y="882340"/>
                    <a:pt x="951944" y="865291"/>
                    <a:pt x="818785" y="850146"/>
                  </a:cubicBezTo>
                  <a:cubicBezTo>
                    <a:pt x="765730" y="843955"/>
                    <a:pt x="715248" y="838240"/>
                    <a:pt x="667813" y="833954"/>
                  </a:cubicBezTo>
                  <a:close/>
                  <a:moveTo>
                    <a:pt x="1709277" y="1809218"/>
                  </a:moveTo>
                  <a:lnTo>
                    <a:pt x="1707753" y="1803218"/>
                  </a:lnTo>
                  <a:cubicBezTo>
                    <a:pt x="1680586" y="1697878"/>
                    <a:pt x="1641670" y="1595925"/>
                    <a:pt x="1591739" y="1499275"/>
                  </a:cubicBezTo>
                  <a:cubicBezTo>
                    <a:pt x="1547551" y="1414596"/>
                    <a:pt x="1498971" y="1332284"/>
                    <a:pt x="1446197" y="1252673"/>
                  </a:cubicBezTo>
                  <a:lnTo>
                    <a:pt x="1441815" y="1246005"/>
                  </a:lnTo>
                  <a:lnTo>
                    <a:pt x="1449721" y="1245338"/>
                  </a:lnTo>
                  <a:cubicBezTo>
                    <a:pt x="1492107" y="1241528"/>
                    <a:pt x="1534398" y="1235813"/>
                    <a:pt x="1575546" y="1229622"/>
                  </a:cubicBezTo>
                  <a:cubicBezTo>
                    <a:pt x="1859677" y="1184188"/>
                    <a:pt x="2103326" y="1093510"/>
                    <a:pt x="2281253" y="1027406"/>
                  </a:cubicBezTo>
                  <a:cubicBezTo>
                    <a:pt x="2320687" y="1012738"/>
                    <a:pt x="2374503" y="992640"/>
                    <a:pt x="2421366" y="976638"/>
                  </a:cubicBezTo>
                  <a:lnTo>
                    <a:pt x="2423557" y="975876"/>
                  </a:lnTo>
                  <a:lnTo>
                    <a:pt x="2425462" y="977210"/>
                  </a:lnTo>
                  <a:cubicBezTo>
                    <a:pt x="2566527" y="1070173"/>
                    <a:pt x="2725023" y="1177235"/>
                    <a:pt x="2819987" y="1270961"/>
                  </a:cubicBezTo>
                  <a:lnTo>
                    <a:pt x="2822559" y="1273532"/>
                  </a:lnTo>
                  <a:lnTo>
                    <a:pt x="2820749" y="1276676"/>
                  </a:lnTo>
                  <a:lnTo>
                    <a:pt x="2802652" y="1309156"/>
                  </a:lnTo>
                  <a:cubicBezTo>
                    <a:pt x="2758361" y="1388308"/>
                    <a:pt x="2703211" y="1486797"/>
                    <a:pt x="2648918" y="1599954"/>
                  </a:cubicBezTo>
                  <a:lnTo>
                    <a:pt x="2647490" y="1603002"/>
                  </a:lnTo>
                  <a:lnTo>
                    <a:pt x="2644061" y="1603002"/>
                  </a:lnTo>
                  <a:cubicBezTo>
                    <a:pt x="2580204" y="1595384"/>
                    <a:pt x="2515965" y="1591409"/>
                    <a:pt x="2451656" y="1591096"/>
                  </a:cubicBezTo>
                  <a:cubicBezTo>
                    <a:pt x="2257727" y="1591096"/>
                    <a:pt x="2084086" y="1626910"/>
                    <a:pt x="1920922" y="1700538"/>
                  </a:cubicBezTo>
                  <a:cubicBezTo>
                    <a:pt x="1853676" y="1730923"/>
                    <a:pt x="1784334" y="1766451"/>
                    <a:pt x="1714897" y="1806075"/>
                  </a:cubicBezTo>
                  <a:close/>
                  <a:moveTo>
                    <a:pt x="1458484" y="1254101"/>
                  </a:moveTo>
                  <a:cubicBezTo>
                    <a:pt x="1509833" y="1331877"/>
                    <a:pt x="1557140" y="1412248"/>
                    <a:pt x="1600216" y="1494893"/>
                  </a:cubicBezTo>
                  <a:cubicBezTo>
                    <a:pt x="1649491" y="1590313"/>
                    <a:pt x="1688109" y="1690868"/>
                    <a:pt x="1715373" y="1794740"/>
                  </a:cubicBezTo>
                  <a:cubicBezTo>
                    <a:pt x="1783286" y="1756640"/>
                    <a:pt x="1851009" y="1721588"/>
                    <a:pt x="1916827" y="1691870"/>
                  </a:cubicBezTo>
                  <a:cubicBezTo>
                    <a:pt x="2081228" y="1617671"/>
                    <a:pt x="2256107" y="1581571"/>
                    <a:pt x="2451465" y="1581571"/>
                  </a:cubicBezTo>
                  <a:cubicBezTo>
                    <a:pt x="2515124" y="1581706"/>
                    <a:pt x="2578725" y="1585427"/>
                    <a:pt x="2641965" y="1592715"/>
                  </a:cubicBezTo>
                  <a:cubicBezTo>
                    <a:pt x="2695972" y="1480701"/>
                    <a:pt x="2750550" y="1383165"/>
                    <a:pt x="2794365" y="1304489"/>
                  </a:cubicBezTo>
                  <a:lnTo>
                    <a:pt x="2810653" y="1275152"/>
                  </a:lnTo>
                  <a:cubicBezTo>
                    <a:pt x="2716450" y="1183045"/>
                    <a:pt x="2561098" y="1077984"/>
                    <a:pt x="2422223" y="986449"/>
                  </a:cubicBezTo>
                  <a:cubicBezTo>
                    <a:pt x="2376027" y="1002260"/>
                    <a:pt x="2323258" y="1021882"/>
                    <a:pt x="2284682" y="1036264"/>
                  </a:cubicBezTo>
                  <a:cubicBezTo>
                    <a:pt x="2106279" y="1102940"/>
                    <a:pt x="1862153" y="1193427"/>
                    <a:pt x="1576975" y="1239052"/>
                  </a:cubicBezTo>
                  <a:cubicBezTo>
                    <a:pt x="1538303" y="1245243"/>
                    <a:pt x="1498393" y="1250291"/>
                    <a:pt x="1458484" y="1254101"/>
                  </a:cubicBezTo>
                  <a:close/>
                  <a:moveTo>
                    <a:pt x="1241981" y="3050136"/>
                  </a:moveTo>
                  <a:lnTo>
                    <a:pt x="1241981" y="3050136"/>
                  </a:lnTo>
                  <a:cubicBezTo>
                    <a:pt x="1153398" y="3050136"/>
                    <a:pt x="1065387" y="3020608"/>
                    <a:pt x="972899" y="2960029"/>
                  </a:cubicBezTo>
                  <a:cubicBezTo>
                    <a:pt x="850122" y="2879638"/>
                    <a:pt x="859456" y="2730095"/>
                    <a:pt x="884888" y="2492637"/>
                  </a:cubicBezTo>
                  <a:cubicBezTo>
                    <a:pt x="905462" y="2300423"/>
                    <a:pt x="928798" y="2082490"/>
                    <a:pt x="831072" y="1893896"/>
                  </a:cubicBezTo>
                  <a:cubicBezTo>
                    <a:pt x="734488" y="1707682"/>
                    <a:pt x="598471" y="1536803"/>
                    <a:pt x="466836" y="1371545"/>
                  </a:cubicBezTo>
                  <a:cubicBezTo>
                    <a:pt x="165655" y="992926"/>
                    <a:pt x="-10748" y="747466"/>
                    <a:pt x="162417" y="483148"/>
                  </a:cubicBezTo>
                  <a:cubicBezTo>
                    <a:pt x="227092" y="384469"/>
                    <a:pt x="340534" y="340273"/>
                    <a:pt x="530368" y="340273"/>
                  </a:cubicBezTo>
                  <a:cubicBezTo>
                    <a:pt x="636381" y="340273"/>
                    <a:pt x="751729" y="353322"/>
                    <a:pt x="873839" y="367229"/>
                  </a:cubicBezTo>
                  <a:cubicBezTo>
                    <a:pt x="1000046" y="381516"/>
                    <a:pt x="1131014" y="396280"/>
                    <a:pt x="1255315" y="396280"/>
                  </a:cubicBezTo>
                  <a:cubicBezTo>
                    <a:pt x="1317167" y="396740"/>
                    <a:pt x="1378956" y="392281"/>
                    <a:pt x="1440100" y="382945"/>
                  </a:cubicBezTo>
                  <a:cubicBezTo>
                    <a:pt x="1640126" y="350941"/>
                    <a:pt x="1822148" y="283313"/>
                    <a:pt x="1982454" y="223687"/>
                  </a:cubicBezTo>
                  <a:cubicBezTo>
                    <a:pt x="2167811" y="154726"/>
                    <a:pt x="2327831" y="95195"/>
                    <a:pt x="2483183" y="95195"/>
                  </a:cubicBezTo>
                  <a:cubicBezTo>
                    <a:pt x="2592816" y="95195"/>
                    <a:pt x="2689399" y="125008"/>
                    <a:pt x="2787126" y="189016"/>
                  </a:cubicBezTo>
                  <a:lnTo>
                    <a:pt x="2808081" y="202732"/>
                  </a:lnTo>
                  <a:cubicBezTo>
                    <a:pt x="3258899" y="498007"/>
                    <a:pt x="3684857" y="776613"/>
                    <a:pt x="3722481" y="1244005"/>
                  </a:cubicBezTo>
                  <a:cubicBezTo>
                    <a:pt x="3734959" y="1398310"/>
                    <a:pt x="3653615" y="1543566"/>
                    <a:pt x="3551031" y="1727589"/>
                  </a:cubicBezTo>
                  <a:cubicBezTo>
                    <a:pt x="3438636" y="1928376"/>
                    <a:pt x="3298904" y="2178217"/>
                    <a:pt x="3251660" y="2518831"/>
                  </a:cubicBezTo>
                  <a:cubicBezTo>
                    <a:pt x="3247755" y="2547406"/>
                    <a:pt x="3244040" y="2573600"/>
                    <a:pt x="3160887" y="2573600"/>
                  </a:cubicBezTo>
                  <a:cubicBezTo>
                    <a:pt x="3079924" y="2573600"/>
                    <a:pt x="2968863" y="2545977"/>
                    <a:pt x="2851324" y="2516450"/>
                  </a:cubicBezTo>
                  <a:cubicBezTo>
                    <a:pt x="2715593" y="2482731"/>
                    <a:pt x="2575099" y="2447870"/>
                    <a:pt x="2451751" y="2447870"/>
                  </a:cubicBezTo>
                  <a:cubicBezTo>
                    <a:pt x="2381933" y="2447870"/>
                    <a:pt x="2323735" y="2458823"/>
                    <a:pt x="2273729" y="2481398"/>
                  </a:cubicBezTo>
                  <a:cubicBezTo>
                    <a:pt x="2101802" y="2559026"/>
                    <a:pt x="1953212" y="2667326"/>
                    <a:pt x="1809480" y="2772005"/>
                  </a:cubicBezTo>
                  <a:cubicBezTo>
                    <a:pt x="1604788" y="2921453"/>
                    <a:pt x="1428194" y="3050136"/>
                    <a:pt x="1241981" y="3050136"/>
                  </a:cubicBezTo>
                  <a:close/>
                  <a:moveTo>
                    <a:pt x="530368" y="349988"/>
                  </a:moveTo>
                  <a:cubicBezTo>
                    <a:pt x="344059" y="349988"/>
                    <a:pt x="233092" y="392660"/>
                    <a:pt x="170418" y="488291"/>
                  </a:cubicBezTo>
                  <a:cubicBezTo>
                    <a:pt x="873" y="747276"/>
                    <a:pt x="175371" y="990354"/>
                    <a:pt x="474075" y="1365639"/>
                  </a:cubicBezTo>
                  <a:cubicBezTo>
                    <a:pt x="605901" y="1531183"/>
                    <a:pt x="742204" y="1702443"/>
                    <a:pt x="839168" y="1889514"/>
                  </a:cubicBezTo>
                  <a:cubicBezTo>
                    <a:pt x="938323" y="2080681"/>
                    <a:pt x="914797" y="2300042"/>
                    <a:pt x="894127" y="2493590"/>
                  </a:cubicBezTo>
                  <a:cubicBezTo>
                    <a:pt x="869077" y="2727524"/>
                    <a:pt x="859742" y="2874590"/>
                    <a:pt x="977852" y="2952123"/>
                  </a:cubicBezTo>
                  <a:cubicBezTo>
                    <a:pt x="1068721" y="3011654"/>
                    <a:pt x="1155113" y="3040611"/>
                    <a:pt x="1241695" y="3040611"/>
                  </a:cubicBezTo>
                  <a:lnTo>
                    <a:pt x="1241695" y="3040611"/>
                  </a:lnTo>
                  <a:cubicBezTo>
                    <a:pt x="1425051" y="3040611"/>
                    <a:pt x="1600406" y="2912785"/>
                    <a:pt x="1803670" y="2764386"/>
                  </a:cubicBezTo>
                  <a:cubicBezTo>
                    <a:pt x="1947783" y="2659611"/>
                    <a:pt x="2096754" y="2550835"/>
                    <a:pt x="2269633" y="2472825"/>
                  </a:cubicBezTo>
                  <a:cubicBezTo>
                    <a:pt x="2320877" y="2449679"/>
                    <a:pt x="2380313" y="2438440"/>
                    <a:pt x="2451560" y="2438440"/>
                  </a:cubicBezTo>
                  <a:cubicBezTo>
                    <a:pt x="2576433" y="2438440"/>
                    <a:pt x="2717117" y="2473397"/>
                    <a:pt x="2853230" y="2507210"/>
                  </a:cubicBezTo>
                  <a:cubicBezTo>
                    <a:pt x="2970387" y="2536357"/>
                    <a:pt x="3080972" y="2563884"/>
                    <a:pt x="3160697" y="2563884"/>
                  </a:cubicBezTo>
                  <a:cubicBezTo>
                    <a:pt x="3235563" y="2563884"/>
                    <a:pt x="3238421" y="2543310"/>
                    <a:pt x="3242040" y="2517307"/>
                  </a:cubicBezTo>
                  <a:cubicBezTo>
                    <a:pt x="3289665" y="2174978"/>
                    <a:pt x="3429778" y="1924280"/>
                    <a:pt x="3542458" y="1722731"/>
                  </a:cubicBezTo>
                  <a:cubicBezTo>
                    <a:pt x="3644662" y="1540137"/>
                    <a:pt x="3725339" y="1395929"/>
                    <a:pt x="3713147" y="1244576"/>
                  </a:cubicBezTo>
                  <a:cubicBezTo>
                    <a:pt x="3675808" y="781852"/>
                    <a:pt x="3251851" y="504293"/>
                    <a:pt x="2802938" y="210447"/>
                  </a:cubicBezTo>
                  <a:lnTo>
                    <a:pt x="2781983" y="196731"/>
                  </a:lnTo>
                  <a:cubicBezTo>
                    <a:pt x="2685971" y="133866"/>
                    <a:pt x="2591006" y="104529"/>
                    <a:pt x="2483279" y="104529"/>
                  </a:cubicBezTo>
                  <a:cubicBezTo>
                    <a:pt x="2329640" y="104529"/>
                    <a:pt x="2170382" y="163775"/>
                    <a:pt x="1985883" y="232450"/>
                  </a:cubicBezTo>
                  <a:cubicBezTo>
                    <a:pt x="1825196" y="292172"/>
                    <a:pt x="1642983" y="359989"/>
                    <a:pt x="1441625" y="392184"/>
                  </a:cubicBezTo>
                  <a:cubicBezTo>
                    <a:pt x="1380009" y="401607"/>
                    <a:pt x="1317741" y="406098"/>
                    <a:pt x="1255411" y="405614"/>
                  </a:cubicBezTo>
                  <a:cubicBezTo>
                    <a:pt x="1130157" y="405614"/>
                    <a:pt x="999379" y="390851"/>
                    <a:pt x="872887" y="376468"/>
                  </a:cubicBezTo>
                  <a:cubicBezTo>
                    <a:pt x="750871" y="363038"/>
                    <a:pt x="635809" y="349988"/>
                    <a:pt x="530368" y="349988"/>
                  </a:cubicBezTo>
                  <a:close/>
                  <a:moveTo>
                    <a:pt x="1251506" y="2668564"/>
                  </a:moveTo>
                  <a:lnTo>
                    <a:pt x="1251506" y="2662182"/>
                  </a:lnTo>
                  <a:cubicBezTo>
                    <a:pt x="1254458" y="2616462"/>
                    <a:pt x="1260268" y="2562551"/>
                    <a:pt x="1263317" y="2533595"/>
                  </a:cubicBezTo>
                  <a:cubicBezTo>
                    <a:pt x="1287034" y="2311948"/>
                    <a:pt x="1319514" y="2008957"/>
                    <a:pt x="1168924" y="1718540"/>
                  </a:cubicBezTo>
                  <a:cubicBezTo>
                    <a:pt x="1055195" y="1499465"/>
                    <a:pt x="900795" y="1305346"/>
                    <a:pt x="764588" y="1134277"/>
                  </a:cubicBezTo>
                  <a:cubicBezTo>
                    <a:pt x="677434" y="1024835"/>
                    <a:pt x="587708" y="910344"/>
                    <a:pt x="531606" y="818904"/>
                  </a:cubicBezTo>
                  <a:cubicBezTo>
                    <a:pt x="513459" y="790353"/>
                    <a:pt x="497720" y="760341"/>
                    <a:pt x="484552" y="729178"/>
                  </a:cubicBezTo>
                  <a:lnTo>
                    <a:pt x="482171" y="723082"/>
                  </a:lnTo>
                  <a:lnTo>
                    <a:pt x="488743" y="723082"/>
                  </a:lnTo>
                  <a:cubicBezTo>
                    <a:pt x="501316" y="722321"/>
                    <a:pt x="515318" y="721939"/>
                    <a:pt x="530272" y="721939"/>
                  </a:cubicBezTo>
                  <a:cubicBezTo>
                    <a:pt x="614759" y="721939"/>
                    <a:pt x="719725" y="733846"/>
                    <a:pt x="830786" y="746419"/>
                  </a:cubicBezTo>
                  <a:cubicBezTo>
                    <a:pt x="961184" y="761182"/>
                    <a:pt x="1109011" y="777947"/>
                    <a:pt x="1255220" y="777947"/>
                  </a:cubicBezTo>
                  <a:cubicBezTo>
                    <a:pt x="1337233" y="778453"/>
                    <a:pt x="1419155" y="772401"/>
                    <a:pt x="1500203" y="759849"/>
                  </a:cubicBezTo>
                  <a:cubicBezTo>
                    <a:pt x="1737852" y="721749"/>
                    <a:pt x="1947116" y="644025"/>
                    <a:pt x="2115137" y="581446"/>
                  </a:cubicBezTo>
                  <a:cubicBezTo>
                    <a:pt x="2266013" y="525344"/>
                    <a:pt x="2396315" y="476671"/>
                    <a:pt x="2483088" y="476671"/>
                  </a:cubicBezTo>
                  <a:cubicBezTo>
                    <a:pt x="2513663" y="476671"/>
                    <a:pt x="2537857" y="481719"/>
                    <a:pt x="2578338" y="508198"/>
                  </a:cubicBezTo>
                  <a:lnTo>
                    <a:pt x="2599198" y="521914"/>
                  </a:lnTo>
                  <a:cubicBezTo>
                    <a:pt x="3047635" y="815475"/>
                    <a:pt x="3321479" y="1012643"/>
                    <a:pt x="3342624" y="1275152"/>
                  </a:cubicBezTo>
                  <a:cubicBezTo>
                    <a:pt x="3345577" y="1310870"/>
                    <a:pt x="3282712" y="1426599"/>
                    <a:pt x="3218132" y="1541852"/>
                  </a:cubicBezTo>
                  <a:cubicBezTo>
                    <a:pt x="3130502" y="1698443"/>
                    <a:pt x="3021536" y="1893229"/>
                    <a:pt x="2945336" y="2143260"/>
                  </a:cubicBezTo>
                  <a:lnTo>
                    <a:pt x="2944003" y="2147546"/>
                  </a:lnTo>
                  <a:lnTo>
                    <a:pt x="2939621" y="2146499"/>
                  </a:lnTo>
                  <a:cubicBezTo>
                    <a:pt x="2790650" y="2109446"/>
                    <a:pt x="2621772" y="2067441"/>
                    <a:pt x="2451370" y="2067441"/>
                  </a:cubicBezTo>
                  <a:cubicBezTo>
                    <a:pt x="2326307" y="2067441"/>
                    <a:pt x="2216864" y="2089444"/>
                    <a:pt x="2116566" y="2134688"/>
                  </a:cubicBezTo>
                  <a:cubicBezTo>
                    <a:pt x="1908826" y="2228509"/>
                    <a:pt x="1736614" y="2353763"/>
                    <a:pt x="1584785" y="2464633"/>
                  </a:cubicBezTo>
                  <a:cubicBezTo>
                    <a:pt x="1482582" y="2539119"/>
                    <a:pt x="1328277" y="2651609"/>
                    <a:pt x="1257316" y="2667230"/>
                  </a:cubicBezTo>
                  <a:close/>
                  <a:moveTo>
                    <a:pt x="496078" y="731750"/>
                  </a:moveTo>
                  <a:cubicBezTo>
                    <a:pt x="508620" y="760183"/>
                    <a:pt x="523233" y="787657"/>
                    <a:pt x="539797" y="813951"/>
                  </a:cubicBezTo>
                  <a:cubicBezTo>
                    <a:pt x="595614" y="904820"/>
                    <a:pt x="685149" y="1019120"/>
                    <a:pt x="772112" y="1128276"/>
                  </a:cubicBezTo>
                  <a:cubicBezTo>
                    <a:pt x="908605" y="1299726"/>
                    <a:pt x="1063387" y="1494131"/>
                    <a:pt x="1177401" y="1714159"/>
                  </a:cubicBezTo>
                  <a:cubicBezTo>
                    <a:pt x="1329801" y="2007148"/>
                    <a:pt x="1296749" y="2311757"/>
                    <a:pt x="1272651" y="2534166"/>
                  </a:cubicBezTo>
                  <a:cubicBezTo>
                    <a:pt x="1269698" y="2562170"/>
                    <a:pt x="1264269" y="2612271"/>
                    <a:pt x="1261221" y="2656276"/>
                  </a:cubicBezTo>
                  <a:cubicBezTo>
                    <a:pt x="1332944" y="2636179"/>
                    <a:pt x="1480296" y="2528642"/>
                    <a:pt x="1578975" y="2456823"/>
                  </a:cubicBezTo>
                  <a:cubicBezTo>
                    <a:pt x="1731375" y="2345857"/>
                    <a:pt x="1903778" y="2220127"/>
                    <a:pt x="2112375" y="2125925"/>
                  </a:cubicBezTo>
                  <a:cubicBezTo>
                    <a:pt x="2213912" y="2080109"/>
                    <a:pt x="2324687" y="2057821"/>
                    <a:pt x="2451084" y="2057821"/>
                  </a:cubicBezTo>
                  <a:cubicBezTo>
                    <a:pt x="2620915" y="2057821"/>
                    <a:pt x="2788745" y="2099159"/>
                    <a:pt x="2936859" y="2136021"/>
                  </a:cubicBezTo>
                  <a:cubicBezTo>
                    <a:pt x="3013059" y="1887133"/>
                    <a:pt x="3121834" y="1693204"/>
                    <a:pt x="3209083" y="1537089"/>
                  </a:cubicBezTo>
                  <a:cubicBezTo>
                    <a:pt x="3253280" y="1458222"/>
                    <a:pt x="3335385" y="1311442"/>
                    <a:pt x="3332908" y="1275628"/>
                  </a:cubicBezTo>
                  <a:cubicBezTo>
                    <a:pt x="3312049" y="1017500"/>
                    <a:pt x="3039729" y="821571"/>
                    <a:pt x="2593769" y="529630"/>
                  </a:cubicBezTo>
                  <a:lnTo>
                    <a:pt x="2572814" y="515914"/>
                  </a:lnTo>
                  <a:cubicBezTo>
                    <a:pt x="2534714" y="490672"/>
                    <a:pt x="2511473" y="485910"/>
                    <a:pt x="2482802" y="485910"/>
                  </a:cubicBezTo>
                  <a:cubicBezTo>
                    <a:pt x="2397744" y="485910"/>
                    <a:pt x="2268204" y="534106"/>
                    <a:pt x="2118281" y="589923"/>
                  </a:cubicBezTo>
                  <a:cubicBezTo>
                    <a:pt x="1949688" y="652597"/>
                    <a:pt x="1740043" y="730607"/>
                    <a:pt x="1501346" y="768803"/>
                  </a:cubicBezTo>
                  <a:cubicBezTo>
                    <a:pt x="1419826" y="781434"/>
                    <a:pt x="1337426" y="787517"/>
                    <a:pt x="1254935" y="786995"/>
                  </a:cubicBezTo>
                  <a:cubicBezTo>
                    <a:pt x="1108154" y="786995"/>
                    <a:pt x="959659" y="770231"/>
                    <a:pt x="829453" y="755372"/>
                  </a:cubicBezTo>
                  <a:cubicBezTo>
                    <a:pt x="718582" y="742799"/>
                    <a:pt x="613902" y="730988"/>
                    <a:pt x="529987" y="730988"/>
                  </a:cubicBezTo>
                  <a:cubicBezTo>
                    <a:pt x="518080" y="730988"/>
                    <a:pt x="506650" y="731274"/>
                    <a:pt x="496078" y="731750"/>
                  </a:cubicBezTo>
                  <a:close/>
                  <a:moveTo>
                    <a:pt x="1643269" y="1960475"/>
                  </a:moveTo>
                  <a:lnTo>
                    <a:pt x="1642126" y="1953427"/>
                  </a:lnTo>
                  <a:cubicBezTo>
                    <a:pt x="1618953" y="1810515"/>
                    <a:pt x="1573438" y="1672139"/>
                    <a:pt x="1507252" y="1543376"/>
                  </a:cubicBezTo>
                  <a:cubicBezTo>
                    <a:pt x="1437754" y="1411882"/>
                    <a:pt x="1358473" y="1285798"/>
                    <a:pt x="1270079" y="1166186"/>
                  </a:cubicBezTo>
                  <a:lnTo>
                    <a:pt x="1264650" y="1158661"/>
                  </a:lnTo>
                  <a:lnTo>
                    <a:pt x="1274175" y="1158661"/>
                  </a:lnTo>
                  <a:cubicBezTo>
                    <a:pt x="1370151" y="1158383"/>
                    <a:pt x="1465966" y="1150773"/>
                    <a:pt x="1560782" y="1135896"/>
                  </a:cubicBezTo>
                  <a:cubicBezTo>
                    <a:pt x="1835769" y="1091890"/>
                    <a:pt x="2074275" y="1003118"/>
                    <a:pt x="2248392" y="938347"/>
                  </a:cubicBezTo>
                  <a:cubicBezTo>
                    <a:pt x="2307923" y="916249"/>
                    <a:pt x="2381742" y="888722"/>
                    <a:pt x="2435463" y="871672"/>
                  </a:cubicBezTo>
                  <a:lnTo>
                    <a:pt x="2437654" y="871006"/>
                  </a:lnTo>
                  <a:lnTo>
                    <a:pt x="2439559" y="872244"/>
                  </a:lnTo>
                  <a:cubicBezTo>
                    <a:pt x="2629297" y="997117"/>
                    <a:pt x="2775220" y="1098558"/>
                    <a:pt x="2870851" y="1187712"/>
                  </a:cubicBezTo>
                  <a:cubicBezTo>
                    <a:pt x="2894582" y="1209335"/>
                    <a:pt x="2916559" y="1232809"/>
                    <a:pt x="2936573" y="1257911"/>
                  </a:cubicBezTo>
                  <a:lnTo>
                    <a:pt x="2938383" y="1260388"/>
                  </a:lnTo>
                  <a:lnTo>
                    <a:pt x="2936954" y="1263055"/>
                  </a:lnTo>
                  <a:cubicBezTo>
                    <a:pt x="2917904" y="1299059"/>
                    <a:pt x="2897140" y="1335921"/>
                    <a:pt x="2885996" y="1355733"/>
                  </a:cubicBezTo>
                  <a:cubicBezTo>
                    <a:pt x="2833513" y="1449649"/>
                    <a:pt x="2768076" y="1566426"/>
                    <a:pt x="2705973" y="1703491"/>
                  </a:cubicBezTo>
                  <a:lnTo>
                    <a:pt x="2704449" y="1706729"/>
                  </a:lnTo>
                  <a:lnTo>
                    <a:pt x="2700925" y="1706158"/>
                  </a:lnTo>
                  <a:cubicBezTo>
                    <a:pt x="2618450" y="1693310"/>
                    <a:pt x="2535125" y="1686688"/>
                    <a:pt x="2451656" y="1686346"/>
                  </a:cubicBezTo>
                  <a:cubicBezTo>
                    <a:pt x="2271442" y="1686346"/>
                    <a:pt x="2110661" y="1719398"/>
                    <a:pt x="1960070" y="1787406"/>
                  </a:cubicBezTo>
                  <a:cubicBezTo>
                    <a:pt x="1852680" y="1836315"/>
                    <a:pt x="1748913" y="1892814"/>
                    <a:pt x="1649555" y="1956475"/>
                  </a:cubicBezTo>
                  <a:close/>
                  <a:moveTo>
                    <a:pt x="1283224" y="1167995"/>
                  </a:moveTo>
                  <a:cubicBezTo>
                    <a:pt x="1369791" y="1285891"/>
                    <a:pt x="1447475" y="1410058"/>
                    <a:pt x="1515634" y="1539470"/>
                  </a:cubicBezTo>
                  <a:cubicBezTo>
                    <a:pt x="1581198" y="1666965"/>
                    <a:pt x="1626630" y="1803841"/>
                    <a:pt x="1650317" y="1945235"/>
                  </a:cubicBezTo>
                  <a:cubicBezTo>
                    <a:pt x="1748340" y="1882669"/>
                    <a:pt x="1850600" y="1827003"/>
                    <a:pt x="1956356" y="1778643"/>
                  </a:cubicBezTo>
                  <a:cubicBezTo>
                    <a:pt x="2108184" y="1710158"/>
                    <a:pt x="2270681" y="1676821"/>
                    <a:pt x="2451656" y="1676821"/>
                  </a:cubicBezTo>
                  <a:cubicBezTo>
                    <a:pt x="2534373" y="1677041"/>
                    <a:pt x="2616960" y="1683408"/>
                    <a:pt x="2698734" y="1695871"/>
                  </a:cubicBezTo>
                  <a:cubicBezTo>
                    <a:pt x="2760551" y="1559949"/>
                    <a:pt x="2825416" y="1444030"/>
                    <a:pt x="2877614" y="1350685"/>
                  </a:cubicBezTo>
                  <a:cubicBezTo>
                    <a:pt x="2888377" y="1331635"/>
                    <a:pt x="2908284" y="1295916"/>
                    <a:pt x="2927048" y="1260959"/>
                  </a:cubicBezTo>
                  <a:cubicBezTo>
                    <a:pt x="2907789" y="1237224"/>
                    <a:pt x="2886810" y="1214939"/>
                    <a:pt x="2864279" y="1194284"/>
                  </a:cubicBezTo>
                  <a:cubicBezTo>
                    <a:pt x="2769505" y="1105892"/>
                    <a:pt x="2624534" y="1005118"/>
                    <a:pt x="2435654" y="881102"/>
                  </a:cubicBezTo>
                  <a:cubicBezTo>
                    <a:pt x="2382409" y="897771"/>
                    <a:pt x="2309828" y="924822"/>
                    <a:pt x="2251345" y="946539"/>
                  </a:cubicBezTo>
                  <a:cubicBezTo>
                    <a:pt x="2076752" y="1011595"/>
                    <a:pt x="1837674" y="1100463"/>
                    <a:pt x="1561735" y="1144659"/>
                  </a:cubicBezTo>
                  <a:cubicBezTo>
                    <a:pt x="1469598" y="1159254"/>
                    <a:pt x="1376506" y="1166991"/>
                    <a:pt x="1283224" y="1167805"/>
                  </a:cubicBezTo>
                  <a:close/>
                  <a:moveTo>
                    <a:pt x="1241981" y="2859636"/>
                  </a:moveTo>
                  <a:lnTo>
                    <a:pt x="1241981" y="2859636"/>
                  </a:lnTo>
                  <a:cubicBezTo>
                    <a:pt x="1191689" y="2859636"/>
                    <a:pt x="1137777" y="2840586"/>
                    <a:pt x="1077293" y="2800676"/>
                  </a:cubicBezTo>
                  <a:cubicBezTo>
                    <a:pt x="1051100" y="2783531"/>
                    <a:pt x="1057196" y="2673231"/>
                    <a:pt x="1074340" y="2512925"/>
                  </a:cubicBezTo>
                  <a:cubicBezTo>
                    <a:pt x="1096629" y="2304804"/>
                    <a:pt x="1124347" y="2045724"/>
                    <a:pt x="1000141" y="1806265"/>
                  </a:cubicBezTo>
                  <a:cubicBezTo>
                    <a:pt x="895366" y="1603478"/>
                    <a:pt x="753157" y="1425265"/>
                    <a:pt x="615902" y="1252958"/>
                  </a:cubicBezTo>
                  <a:cubicBezTo>
                    <a:pt x="290433" y="844050"/>
                    <a:pt x="235569" y="719558"/>
                    <a:pt x="322056" y="587447"/>
                  </a:cubicBezTo>
                  <a:cubicBezTo>
                    <a:pt x="331581" y="573540"/>
                    <a:pt x="359108" y="530963"/>
                    <a:pt x="530653" y="530963"/>
                  </a:cubicBezTo>
                  <a:cubicBezTo>
                    <a:pt x="625904" y="530963"/>
                    <a:pt x="736013" y="543441"/>
                    <a:pt x="852598" y="556681"/>
                  </a:cubicBezTo>
                  <a:cubicBezTo>
                    <a:pt x="984139" y="571540"/>
                    <a:pt x="1120156" y="586970"/>
                    <a:pt x="1255601" y="586970"/>
                  </a:cubicBezTo>
                  <a:cubicBezTo>
                    <a:pt x="1327565" y="587459"/>
                    <a:pt x="1399453" y="582204"/>
                    <a:pt x="1470581" y="571254"/>
                  </a:cubicBezTo>
                  <a:cubicBezTo>
                    <a:pt x="1689656" y="536202"/>
                    <a:pt x="1880727" y="465146"/>
                    <a:pt x="2049224" y="402376"/>
                  </a:cubicBezTo>
                  <a:cubicBezTo>
                    <a:pt x="2217722" y="339606"/>
                    <a:pt x="2362502" y="285885"/>
                    <a:pt x="2483564" y="285885"/>
                  </a:cubicBezTo>
                  <a:cubicBezTo>
                    <a:pt x="2556431" y="285885"/>
                    <a:pt x="2616057" y="304935"/>
                    <a:pt x="2683113" y="348560"/>
                  </a:cubicBezTo>
                  <a:lnTo>
                    <a:pt x="2704068" y="362276"/>
                  </a:lnTo>
                  <a:cubicBezTo>
                    <a:pt x="3132693" y="642882"/>
                    <a:pt x="3502834" y="885103"/>
                    <a:pt x="3532743" y="1259531"/>
                  </a:cubicBezTo>
                  <a:cubicBezTo>
                    <a:pt x="3540554" y="1356019"/>
                    <a:pt x="3471688" y="1478606"/>
                    <a:pt x="3384534" y="1634720"/>
                  </a:cubicBezTo>
                  <a:cubicBezTo>
                    <a:pt x="3285283" y="1812266"/>
                    <a:pt x="3149362" y="2055249"/>
                    <a:pt x="3084020" y="2369955"/>
                  </a:cubicBezTo>
                  <a:lnTo>
                    <a:pt x="3083068" y="2374527"/>
                  </a:lnTo>
                  <a:lnTo>
                    <a:pt x="3078496" y="2373670"/>
                  </a:lnTo>
                  <a:cubicBezTo>
                    <a:pt x="3024965" y="2364145"/>
                    <a:pt x="2960100" y="2347667"/>
                    <a:pt x="2897521" y="2332141"/>
                  </a:cubicBezTo>
                  <a:cubicBezTo>
                    <a:pt x="2750550" y="2295565"/>
                    <a:pt x="2598912" y="2257846"/>
                    <a:pt x="2451846" y="2257846"/>
                  </a:cubicBezTo>
                  <a:cubicBezTo>
                    <a:pt x="2354405" y="2257846"/>
                    <a:pt x="2270871" y="2274324"/>
                    <a:pt x="2195433" y="2308233"/>
                  </a:cubicBezTo>
                  <a:cubicBezTo>
                    <a:pt x="2005505" y="2393958"/>
                    <a:pt x="1848914" y="2508258"/>
                    <a:pt x="1697466" y="2618462"/>
                  </a:cubicBezTo>
                  <a:cubicBezTo>
                    <a:pt x="1519539" y="2747907"/>
                    <a:pt x="1365806" y="2859636"/>
                    <a:pt x="1241981" y="2859636"/>
                  </a:cubicBezTo>
                  <a:close/>
                  <a:moveTo>
                    <a:pt x="530368" y="540488"/>
                  </a:moveTo>
                  <a:cubicBezTo>
                    <a:pt x="363966" y="540488"/>
                    <a:pt x="338248" y="579731"/>
                    <a:pt x="329771" y="592685"/>
                  </a:cubicBezTo>
                  <a:cubicBezTo>
                    <a:pt x="246237" y="720225"/>
                    <a:pt x="301196" y="842526"/>
                    <a:pt x="623046" y="1246957"/>
                  </a:cubicBezTo>
                  <a:cubicBezTo>
                    <a:pt x="760587" y="1419741"/>
                    <a:pt x="902795" y="1598335"/>
                    <a:pt x="1008332" y="1801789"/>
                  </a:cubicBezTo>
                  <a:cubicBezTo>
                    <a:pt x="1133872" y="2043914"/>
                    <a:pt x="1105964" y="2304518"/>
                    <a:pt x="1083485" y="2513878"/>
                  </a:cubicBezTo>
                  <a:cubicBezTo>
                    <a:pt x="1075864" y="2585411"/>
                    <a:pt x="1055576" y="2775244"/>
                    <a:pt x="1082151" y="2792675"/>
                  </a:cubicBezTo>
                  <a:cubicBezTo>
                    <a:pt x="1141111" y="2831346"/>
                    <a:pt x="1193308" y="2849825"/>
                    <a:pt x="1241695" y="2849825"/>
                  </a:cubicBezTo>
                  <a:lnTo>
                    <a:pt x="1241695" y="2849825"/>
                  </a:lnTo>
                  <a:cubicBezTo>
                    <a:pt x="1363043" y="2849825"/>
                    <a:pt x="1515253" y="2738953"/>
                    <a:pt x="1691465" y="2610557"/>
                  </a:cubicBezTo>
                  <a:cubicBezTo>
                    <a:pt x="1843294" y="2499876"/>
                    <a:pt x="2000361" y="2385386"/>
                    <a:pt x="2191147" y="2299280"/>
                  </a:cubicBezTo>
                  <a:cubicBezTo>
                    <a:pt x="2267347" y="2264799"/>
                    <a:pt x="2353072" y="2248035"/>
                    <a:pt x="2451465" y="2248035"/>
                  </a:cubicBezTo>
                  <a:cubicBezTo>
                    <a:pt x="2599674" y="2248035"/>
                    <a:pt x="2751979" y="2286135"/>
                    <a:pt x="2899140" y="2322521"/>
                  </a:cubicBezTo>
                  <a:cubicBezTo>
                    <a:pt x="2960195" y="2337665"/>
                    <a:pt x="3022965" y="2353287"/>
                    <a:pt x="3075448" y="2363192"/>
                  </a:cubicBezTo>
                  <a:cubicBezTo>
                    <a:pt x="3141456" y="2048867"/>
                    <a:pt x="3276902" y="1807028"/>
                    <a:pt x="3376057" y="1629767"/>
                  </a:cubicBezTo>
                  <a:cubicBezTo>
                    <a:pt x="3462353" y="1475367"/>
                    <a:pt x="3530552" y="1353542"/>
                    <a:pt x="3523028" y="1259912"/>
                  </a:cubicBezTo>
                  <a:cubicBezTo>
                    <a:pt x="3493214" y="890151"/>
                    <a:pt x="3124883" y="649073"/>
                    <a:pt x="2698448" y="369896"/>
                  </a:cubicBezTo>
                  <a:lnTo>
                    <a:pt x="2677493" y="356180"/>
                  </a:lnTo>
                  <a:cubicBezTo>
                    <a:pt x="2612057" y="313317"/>
                    <a:pt x="2553668" y="295029"/>
                    <a:pt x="2483088" y="295029"/>
                  </a:cubicBezTo>
                  <a:cubicBezTo>
                    <a:pt x="2363740" y="295029"/>
                    <a:pt x="2219341" y="348750"/>
                    <a:pt x="2052082" y="410948"/>
                  </a:cubicBezTo>
                  <a:cubicBezTo>
                    <a:pt x="1883108" y="473813"/>
                    <a:pt x="1691560" y="545060"/>
                    <a:pt x="1471533" y="580303"/>
                  </a:cubicBezTo>
                  <a:cubicBezTo>
                    <a:pt x="1399965" y="591330"/>
                    <a:pt x="1327631" y="596617"/>
                    <a:pt x="1255220" y="596114"/>
                  </a:cubicBezTo>
                  <a:cubicBezTo>
                    <a:pt x="1119203" y="596114"/>
                    <a:pt x="982996" y="580684"/>
                    <a:pt x="851170" y="565730"/>
                  </a:cubicBezTo>
                  <a:cubicBezTo>
                    <a:pt x="734869" y="552966"/>
                    <a:pt x="625046" y="540488"/>
                    <a:pt x="530368" y="540488"/>
                  </a:cubicBezTo>
                  <a:close/>
                  <a:moveTo>
                    <a:pt x="1472771" y="2310519"/>
                  </a:moveTo>
                  <a:lnTo>
                    <a:pt x="1472771" y="2300994"/>
                  </a:lnTo>
                  <a:cubicBezTo>
                    <a:pt x="1481534" y="2042200"/>
                    <a:pt x="1437338" y="1823030"/>
                    <a:pt x="1337802" y="1631101"/>
                  </a:cubicBezTo>
                  <a:cubicBezTo>
                    <a:pt x="1215596" y="1395452"/>
                    <a:pt x="1055100" y="1193808"/>
                    <a:pt x="913463" y="1015881"/>
                  </a:cubicBezTo>
                  <a:cubicBezTo>
                    <a:pt x="894413" y="992323"/>
                    <a:pt x="876951" y="970098"/>
                    <a:pt x="861076" y="949206"/>
                  </a:cubicBezTo>
                  <a:lnTo>
                    <a:pt x="854122" y="940348"/>
                  </a:lnTo>
                  <a:lnTo>
                    <a:pt x="865362" y="941586"/>
                  </a:lnTo>
                  <a:cubicBezTo>
                    <a:pt x="994669" y="957527"/>
                    <a:pt x="1124755" y="966335"/>
                    <a:pt x="1255030" y="967970"/>
                  </a:cubicBezTo>
                  <a:cubicBezTo>
                    <a:pt x="1347123" y="968492"/>
                    <a:pt x="1439111" y="961643"/>
                    <a:pt x="1530112" y="947491"/>
                  </a:cubicBezTo>
                  <a:cubicBezTo>
                    <a:pt x="1786430" y="906439"/>
                    <a:pt x="2005409" y="825000"/>
                    <a:pt x="2181431" y="759563"/>
                  </a:cubicBezTo>
                  <a:cubicBezTo>
                    <a:pt x="2279253" y="723082"/>
                    <a:pt x="2413174" y="673362"/>
                    <a:pt x="2472134" y="667456"/>
                  </a:cubicBezTo>
                  <a:lnTo>
                    <a:pt x="2473849" y="667456"/>
                  </a:lnTo>
                  <a:lnTo>
                    <a:pt x="2494708" y="681077"/>
                  </a:lnTo>
                  <a:cubicBezTo>
                    <a:pt x="2809510" y="887198"/>
                    <a:pt x="3106785" y="1081794"/>
                    <a:pt x="3148219" y="1262102"/>
                  </a:cubicBezTo>
                  <a:lnTo>
                    <a:pt x="3148219" y="1263626"/>
                  </a:lnTo>
                  <a:lnTo>
                    <a:pt x="3147647" y="1265055"/>
                  </a:lnTo>
                  <a:cubicBezTo>
                    <a:pt x="3129836" y="1308108"/>
                    <a:pt x="3084592" y="1388880"/>
                    <a:pt x="3051540" y="1448126"/>
                  </a:cubicBezTo>
                  <a:cubicBezTo>
                    <a:pt x="2986103" y="1565093"/>
                    <a:pt x="2896854" y="1724351"/>
                    <a:pt x="2821607" y="1918280"/>
                  </a:cubicBezTo>
                  <a:lnTo>
                    <a:pt x="2820178" y="1922090"/>
                  </a:lnTo>
                  <a:lnTo>
                    <a:pt x="2816177" y="1921232"/>
                  </a:lnTo>
                  <a:cubicBezTo>
                    <a:pt x="2675588" y="1890848"/>
                    <a:pt x="2559479" y="1876655"/>
                    <a:pt x="2450798" y="1876655"/>
                  </a:cubicBezTo>
                  <a:cubicBezTo>
                    <a:pt x="2298398" y="1876655"/>
                    <a:pt x="2163048" y="1904182"/>
                    <a:pt x="2037604" y="1960761"/>
                  </a:cubicBezTo>
                  <a:cubicBezTo>
                    <a:pt x="1812052" y="2062679"/>
                    <a:pt x="1628029" y="2196791"/>
                    <a:pt x="1480010" y="2304614"/>
                  </a:cubicBezTo>
                  <a:close/>
                  <a:moveTo>
                    <a:pt x="875839" y="952254"/>
                  </a:moveTo>
                  <a:cubicBezTo>
                    <a:pt x="890032" y="970352"/>
                    <a:pt x="905081" y="989497"/>
                    <a:pt x="921179" y="1009404"/>
                  </a:cubicBezTo>
                  <a:cubicBezTo>
                    <a:pt x="1063101" y="1187712"/>
                    <a:pt x="1223978" y="1389737"/>
                    <a:pt x="1346565" y="1626148"/>
                  </a:cubicBezTo>
                  <a:cubicBezTo>
                    <a:pt x="1445625" y="1817219"/>
                    <a:pt x="1490202" y="2034770"/>
                    <a:pt x="1482868" y="2291088"/>
                  </a:cubicBezTo>
                  <a:cubicBezTo>
                    <a:pt x="1629839" y="2184027"/>
                    <a:pt x="1811861" y="2052487"/>
                    <a:pt x="2034365" y="1951998"/>
                  </a:cubicBezTo>
                  <a:cubicBezTo>
                    <a:pt x="2161048" y="1894848"/>
                    <a:pt x="2297446" y="1867035"/>
                    <a:pt x="2451465" y="1867035"/>
                  </a:cubicBezTo>
                  <a:cubicBezTo>
                    <a:pt x="2559859" y="1867035"/>
                    <a:pt x="2675493" y="1881037"/>
                    <a:pt x="2814939" y="1910945"/>
                  </a:cubicBezTo>
                  <a:cubicBezTo>
                    <a:pt x="2889996" y="1718445"/>
                    <a:pt x="2978769" y="1559854"/>
                    <a:pt x="3043539" y="1444220"/>
                  </a:cubicBezTo>
                  <a:cubicBezTo>
                    <a:pt x="3076400" y="1385546"/>
                    <a:pt x="3120882" y="1306013"/>
                    <a:pt x="3138789" y="1263245"/>
                  </a:cubicBezTo>
                  <a:cubicBezTo>
                    <a:pt x="3096974" y="1086842"/>
                    <a:pt x="2801985" y="893675"/>
                    <a:pt x="2489660" y="689269"/>
                  </a:cubicBezTo>
                  <a:lnTo>
                    <a:pt x="2471658" y="677458"/>
                  </a:lnTo>
                  <a:cubicBezTo>
                    <a:pt x="2412984" y="683935"/>
                    <a:pt x="2281158" y="732893"/>
                    <a:pt x="2185051" y="768707"/>
                  </a:cubicBezTo>
                  <a:cubicBezTo>
                    <a:pt x="2008553" y="834335"/>
                    <a:pt x="1789001" y="915964"/>
                    <a:pt x="1531731" y="957207"/>
                  </a:cubicBezTo>
                  <a:cubicBezTo>
                    <a:pt x="1440347" y="971382"/>
                    <a:pt x="1347981" y="978261"/>
                    <a:pt x="1255506" y="977781"/>
                  </a:cubicBezTo>
                  <a:cubicBezTo>
                    <a:pt x="1128579" y="976225"/>
                    <a:pt x="1001832" y="967704"/>
                    <a:pt x="875839" y="952254"/>
                  </a:cubicBezTo>
                  <a:close/>
                  <a:moveTo>
                    <a:pt x="1767284" y="1668915"/>
                  </a:moveTo>
                  <a:lnTo>
                    <a:pt x="1765475" y="1663676"/>
                  </a:lnTo>
                  <a:cubicBezTo>
                    <a:pt x="1740942" y="1592163"/>
                    <a:pt x="1711143" y="1522567"/>
                    <a:pt x="1676321" y="1455460"/>
                  </a:cubicBezTo>
                  <a:cubicBezTo>
                    <a:pt x="1654508" y="1413455"/>
                    <a:pt x="1630696" y="1370497"/>
                    <a:pt x="1605455" y="1327825"/>
                  </a:cubicBezTo>
                  <a:lnTo>
                    <a:pt x="1601930" y="1321824"/>
                  </a:lnTo>
                  <a:lnTo>
                    <a:pt x="1608788" y="1320681"/>
                  </a:lnTo>
                  <a:cubicBezTo>
                    <a:pt x="1894538" y="1273056"/>
                    <a:pt x="2137235" y="1182569"/>
                    <a:pt x="2314496" y="1116656"/>
                  </a:cubicBezTo>
                  <a:cubicBezTo>
                    <a:pt x="2338403" y="1107702"/>
                    <a:pt x="2373170" y="1094748"/>
                    <a:pt x="2408222" y="1082270"/>
                  </a:cubicBezTo>
                  <a:lnTo>
                    <a:pt x="2410508" y="1081413"/>
                  </a:lnTo>
                  <a:lnTo>
                    <a:pt x="2412508" y="1082747"/>
                  </a:lnTo>
                  <a:cubicBezTo>
                    <a:pt x="2511282" y="1148374"/>
                    <a:pt x="2580719" y="1197047"/>
                    <a:pt x="2637679" y="1240385"/>
                  </a:cubicBezTo>
                  <a:cubicBezTo>
                    <a:pt x="2660253" y="1257626"/>
                    <a:pt x="2681208" y="1274294"/>
                    <a:pt x="2699782" y="1290011"/>
                  </a:cubicBezTo>
                  <a:lnTo>
                    <a:pt x="2702830" y="1292582"/>
                  </a:lnTo>
                  <a:lnTo>
                    <a:pt x="2700925" y="1296011"/>
                  </a:lnTo>
                  <a:cubicBezTo>
                    <a:pt x="2668921" y="1353161"/>
                    <a:pt x="2631107" y="1422218"/>
                    <a:pt x="2592721" y="1498798"/>
                  </a:cubicBezTo>
                  <a:lnTo>
                    <a:pt x="2591292" y="1501656"/>
                  </a:lnTo>
                  <a:lnTo>
                    <a:pt x="2588149" y="1501656"/>
                  </a:lnTo>
                  <a:cubicBezTo>
                    <a:pt x="2541476" y="1497941"/>
                    <a:pt x="2496709" y="1496132"/>
                    <a:pt x="2451465" y="1496132"/>
                  </a:cubicBezTo>
                  <a:cubicBezTo>
                    <a:pt x="2243725" y="1496132"/>
                    <a:pt x="2057225" y="1534708"/>
                    <a:pt x="1881584" y="1614051"/>
                  </a:cubicBezTo>
                  <a:cubicBezTo>
                    <a:pt x="1845104" y="1630434"/>
                    <a:pt x="1808337" y="1648151"/>
                    <a:pt x="1772142" y="1666724"/>
                  </a:cubicBezTo>
                  <a:close/>
                  <a:moveTo>
                    <a:pt x="1617170" y="1328968"/>
                  </a:moveTo>
                  <a:cubicBezTo>
                    <a:pt x="1641173" y="1369830"/>
                    <a:pt x="1663938" y="1410883"/>
                    <a:pt x="1684798" y="1451078"/>
                  </a:cubicBezTo>
                  <a:cubicBezTo>
                    <a:pt x="1718931" y="1517002"/>
                    <a:pt x="1748311" y="1585279"/>
                    <a:pt x="1772714" y="1655390"/>
                  </a:cubicBezTo>
                  <a:cubicBezTo>
                    <a:pt x="1807385" y="1637768"/>
                    <a:pt x="1842722" y="1620814"/>
                    <a:pt x="1877489" y="1605002"/>
                  </a:cubicBezTo>
                  <a:cubicBezTo>
                    <a:pt x="2054463" y="1525183"/>
                    <a:pt x="2242201" y="1486321"/>
                    <a:pt x="2451370" y="1486321"/>
                  </a:cubicBezTo>
                  <a:cubicBezTo>
                    <a:pt x="2495852" y="1486321"/>
                    <a:pt x="2539762" y="1488035"/>
                    <a:pt x="2585577" y="1491655"/>
                  </a:cubicBezTo>
                  <a:cubicBezTo>
                    <a:pt x="2622724" y="1417550"/>
                    <a:pt x="2659396" y="1350780"/>
                    <a:pt x="2690352" y="1294773"/>
                  </a:cubicBezTo>
                  <a:cubicBezTo>
                    <a:pt x="2672636" y="1279914"/>
                    <a:pt x="2652919" y="1264198"/>
                    <a:pt x="2631583" y="1248005"/>
                  </a:cubicBezTo>
                  <a:cubicBezTo>
                    <a:pt x="2575195" y="1204952"/>
                    <a:pt x="2506424" y="1156851"/>
                    <a:pt x="2408888" y="1091986"/>
                  </a:cubicBezTo>
                  <a:cubicBezTo>
                    <a:pt x="2374694" y="1104273"/>
                    <a:pt x="2340880" y="1116846"/>
                    <a:pt x="2317544" y="1125514"/>
                  </a:cubicBezTo>
                  <a:cubicBezTo>
                    <a:pt x="2141522" y="1191141"/>
                    <a:pt x="1900730" y="1280676"/>
                    <a:pt x="1617170" y="1328968"/>
                  </a:cubicBezTo>
                  <a:close/>
                  <a:moveTo>
                    <a:pt x="1241981" y="3097761"/>
                  </a:moveTo>
                  <a:lnTo>
                    <a:pt x="1241981" y="3097761"/>
                  </a:lnTo>
                  <a:cubicBezTo>
                    <a:pt x="1143873" y="3097761"/>
                    <a:pt x="1047289" y="3065756"/>
                    <a:pt x="946705" y="2999939"/>
                  </a:cubicBezTo>
                  <a:cubicBezTo>
                    <a:pt x="793353" y="2899450"/>
                    <a:pt x="813832" y="2708569"/>
                    <a:pt x="837454" y="2487589"/>
                  </a:cubicBezTo>
                  <a:cubicBezTo>
                    <a:pt x="857361" y="2302042"/>
                    <a:pt x="879840" y="2091730"/>
                    <a:pt x="788686" y="1916089"/>
                  </a:cubicBezTo>
                  <a:cubicBezTo>
                    <a:pt x="694198" y="1734066"/>
                    <a:pt x="560086" y="1564997"/>
                    <a:pt x="429593" y="1401739"/>
                  </a:cubicBezTo>
                  <a:cubicBezTo>
                    <a:pt x="157178" y="1059601"/>
                    <a:pt x="-77994" y="764135"/>
                    <a:pt x="122793" y="457526"/>
                  </a:cubicBezTo>
                  <a:cubicBezTo>
                    <a:pt x="197183" y="343892"/>
                    <a:pt x="322818" y="293314"/>
                    <a:pt x="530558" y="293314"/>
                  </a:cubicBezTo>
                  <a:cubicBezTo>
                    <a:pt x="639238" y="293314"/>
                    <a:pt x="755920" y="306554"/>
                    <a:pt x="879364" y="320556"/>
                  </a:cubicBezTo>
                  <a:cubicBezTo>
                    <a:pt x="1004332" y="334653"/>
                    <a:pt x="1133491" y="349131"/>
                    <a:pt x="1255506" y="349131"/>
                  </a:cubicBezTo>
                  <a:cubicBezTo>
                    <a:pt x="1314746" y="349463"/>
                    <a:pt x="1373920" y="345132"/>
                    <a:pt x="1432481" y="336177"/>
                  </a:cubicBezTo>
                  <a:cubicBezTo>
                    <a:pt x="1628219" y="304840"/>
                    <a:pt x="1799764" y="240927"/>
                    <a:pt x="1965881" y="179205"/>
                  </a:cubicBezTo>
                  <a:cubicBezTo>
                    <a:pt x="2147617" y="111673"/>
                    <a:pt x="2319258" y="47760"/>
                    <a:pt x="2483183" y="47760"/>
                  </a:cubicBezTo>
                  <a:cubicBezTo>
                    <a:pt x="2600912" y="47760"/>
                    <a:pt x="2708926" y="81002"/>
                    <a:pt x="2813224" y="149297"/>
                  </a:cubicBezTo>
                  <a:lnTo>
                    <a:pt x="2834084" y="163013"/>
                  </a:lnTo>
                  <a:cubicBezTo>
                    <a:pt x="3295094" y="464764"/>
                    <a:pt x="3730387" y="749753"/>
                    <a:pt x="3770011" y="1240385"/>
                  </a:cubicBezTo>
                  <a:cubicBezTo>
                    <a:pt x="3783632" y="1409073"/>
                    <a:pt x="3699145" y="1559949"/>
                    <a:pt x="3592274" y="1751021"/>
                  </a:cubicBezTo>
                  <a:cubicBezTo>
                    <a:pt x="3476165" y="1958570"/>
                    <a:pt x="3344624" y="2193838"/>
                    <a:pt x="3298523" y="2525594"/>
                  </a:cubicBezTo>
                  <a:cubicBezTo>
                    <a:pt x="3291665" y="2575314"/>
                    <a:pt x="3269948" y="2621415"/>
                    <a:pt x="3160601" y="2621415"/>
                  </a:cubicBezTo>
                  <a:cubicBezTo>
                    <a:pt x="3073829" y="2621415"/>
                    <a:pt x="2959909" y="2592840"/>
                    <a:pt x="2839323" y="2563122"/>
                  </a:cubicBezTo>
                  <a:cubicBezTo>
                    <a:pt x="2706640" y="2530070"/>
                    <a:pt x="2569384" y="2495971"/>
                    <a:pt x="2451465" y="2495971"/>
                  </a:cubicBezTo>
                  <a:cubicBezTo>
                    <a:pt x="2388505" y="2495971"/>
                    <a:pt x="2336689" y="2505496"/>
                    <a:pt x="2293064" y="2525308"/>
                  </a:cubicBezTo>
                  <a:cubicBezTo>
                    <a:pt x="2125520" y="2600937"/>
                    <a:pt x="1978739" y="2707712"/>
                    <a:pt x="1837198" y="2811058"/>
                  </a:cubicBezTo>
                  <a:cubicBezTo>
                    <a:pt x="1634887" y="2958410"/>
                    <a:pt x="1443720" y="3097761"/>
                    <a:pt x="1241981" y="3097761"/>
                  </a:cubicBezTo>
                  <a:close/>
                  <a:moveTo>
                    <a:pt x="530368" y="302363"/>
                  </a:moveTo>
                  <a:cubicBezTo>
                    <a:pt x="326247" y="302363"/>
                    <a:pt x="202993" y="351703"/>
                    <a:pt x="130318" y="462193"/>
                  </a:cubicBezTo>
                  <a:cubicBezTo>
                    <a:pt x="-66755" y="763088"/>
                    <a:pt x="166417" y="1056077"/>
                    <a:pt x="436546" y="1395643"/>
                  </a:cubicBezTo>
                  <a:cubicBezTo>
                    <a:pt x="566944" y="1559473"/>
                    <a:pt x="701818" y="1729018"/>
                    <a:pt x="796687" y="1911803"/>
                  </a:cubicBezTo>
                  <a:cubicBezTo>
                    <a:pt x="889175" y="2090206"/>
                    <a:pt x="866505" y="2302328"/>
                    <a:pt x="846502" y="2488922"/>
                  </a:cubicBezTo>
                  <a:cubicBezTo>
                    <a:pt x="823166" y="2706854"/>
                    <a:pt x="802973" y="2895068"/>
                    <a:pt x="951277" y="2992319"/>
                  </a:cubicBezTo>
                  <a:cubicBezTo>
                    <a:pt x="1050147" y="3057089"/>
                    <a:pt x="1145016" y="3088616"/>
                    <a:pt x="1241218" y="3088616"/>
                  </a:cubicBezTo>
                  <a:lnTo>
                    <a:pt x="1241218" y="3088616"/>
                  </a:lnTo>
                  <a:cubicBezTo>
                    <a:pt x="1440005" y="3088616"/>
                    <a:pt x="1629934" y="2950218"/>
                    <a:pt x="1831006" y="2803724"/>
                  </a:cubicBezTo>
                  <a:cubicBezTo>
                    <a:pt x="1973120" y="2700092"/>
                    <a:pt x="2120090" y="2593031"/>
                    <a:pt x="2288207" y="2516926"/>
                  </a:cubicBezTo>
                  <a:cubicBezTo>
                    <a:pt x="2333069" y="2496638"/>
                    <a:pt x="2386219" y="2486827"/>
                    <a:pt x="2450132" y="2486827"/>
                  </a:cubicBezTo>
                  <a:cubicBezTo>
                    <a:pt x="2569194" y="2486827"/>
                    <a:pt x="2707307" y="2521117"/>
                    <a:pt x="2840657" y="2554264"/>
                  </a:cubicBezTo>
                  <a:cubicBezTo>
                    <a:pt x="2960672" y="2584077"/>
                    <a:pt x="3074019" y="2612271"/>
                    <a:pt x="3159649" y="2612271"/>
                  </a:cubicBezTo>
                  <a:cubicBezTo>
                    <a:pt x="3256518" y="2612271"/>
                    <a:pt x="3280616" y="2578743"/>
                    <a:pt x="3288141" y="2524641"/>
                  </a:cubicBezTo>
                  <a:cubicBezTo>
                    <a:pt x="3334433" y="2191266"/>
                    <a:pt x="3466449" y="1955046"/>
                    <a:pt x="3583416" y="1746734"/>
                  </a:cubicBezTo>
                  <a:cubicBezTo>
                    <a:pt x="3689524" y="1557091"/>
                    <a:pt x="3773345" y="1407263"/>
                    <a:pt x="3759914" y="1241909"/>
                  </a:cubicBezTo>
                  <a:cubicBezTo>
                    <a:pt x="3720766" y="756134"/>
                    <a:pt x="3287284" y="472194"/>
                    <a:pt x="2828369" y="171776"/>
                  </a:cubicBezTo>
                  <a:lnTo>
                    <a:pt x="2807414" y="158059"/>
                  </a:lnTo>
                  <a:cubicBezTo>
                    <a:pt x="2704735" y="90813"/>
                    <a:pt x="2598436" y="58047"/>
                    <a:pt x="2482612" y="58047"/>
                  </a:cubicBezTo>
                  <a:cubicBezTo>
                    <a:pt x="2320687" y="58047"/>
                    <a:pt x="2149237" y="121674"/>
                    <a:pt x="1968262" y="188921"/>
                  </a:cubicBezTo>
                  <a:cubicBezTo>
                    <a:pt x="1801860" y="250833"/>
                    <a:pt x="1629743" y="314841"/>
                    <a:pt x="1433052" y="346273"/>
                  </a:cubicBezTo>
                  <a:cubicBezTo>
                    <a:pt x="1373927" y="355312"/>
                    <a:pt x="1314173" y="359612"/>
                    <a:pt x="1254363" y="359132"/>
                  </a:cubicBezTo>
                  <a:cubicBezTo>
                    <a:pt x="1131872" y="359132"/>
                    <a:pt x="1002427" y="344464"/>
                    <a:pt x="877173" y="330557"/>
                  </a:cubicBezTo>
                  <a:cubicBezTo>
                    <a:pt x="754872" y="315508"/>
                    <a:pt x="638476" y="302363"/>
                    <a:pt x="530368" y="302363"/>
                  </a:cubicBezTo>
                  <a:close/>
                  <a:moveTo>
                    <a:pt x="1241981" y="2716761"/>
                  </a:moveTo>
                  <a:lnTo>
                    <a:pt x="1241981" y="2716761"/>
                  </a:lnTo>
                  <a:cubicBezTo>
                    <a:pt x="1229228" y="2716204"/>
                    <a:pt x="1216693" y="2713264"/>
                    <a:pt x="1205023" y="2708093"/>
                  </a:cubicBezTo>
                  <a:lnTo>
                    <a:pt x="1202071" y="2706854"/>
                  </a:lnTo>
                  <a:lnTo>
                    <a:pt x="1202071" y="2703521"/>
                  </a:lnTo>
                  <a:cubicBezTo>
                    <a:pt x="1202833" y="2654657"/>
                    <a:pt x="1210643" y="2581505"/>
                    <a:pt x="1216358" y="2528165"/>
                  </a:cubicBezTo>
                  <a:cubicBezTo>
                    <a:pt x="1239409" y="2312900"/>
                    <a:pt x="1271032" y="2018197"/>
                    <a:pt x="1127014" y="1740448"/>
                  </a:cubicBezTo>
                  <a:cubicBezTo>
                    <a:pt x="1015476" y="1525469"/>
                    <a:pt x="862600" y="1333349"/>
                    <a:pt x="727726" y="1163995"/>
                  </a:cubicBezTo>
                  <a:cubicBezTo>
                    <a:pt x="608663" y="1014452"/>
                    <a:pt x="496268" y="873197"/>
                    <a:pt x="448357" y="763945"/>
                  </a:cubicBezTo>
                  <a:cubicBezTo>
                    <a:pt x="430069" y="722225"/>
                    <a:pt x="425593" y="701461"/>
                    <a:pt x="431403" y="684602"/>
                  </a:cubicBezTo>
                  <a:lnTo>
                    <a:pt x="432260" y="682030"/>
                  </a:lnTo>
                  <a:lnTo>
                    <a:pt x="434927" y="681458"/>
                  </a:lnTo>
                  <a:cubicBezTo>
                    <a:pt x="466494" y="675670"/>
                    <a:pt x="498569" y="673117"/>
                    <a:pt x="530653" y="673838"/>
                  </a:cubicBezTo>
                  <a:cubicBezTo>
                    <a:pt x="617712" y="673838"/>
                    <a:pt x="723916" y="685840"/>
                    <a:pt x="836406" y="698603"/>
                  </a:cubicBezTo>
                  <a:cubicBezTo>
                    <a:pt x="965660" y="713272"/>
                    <a:pt x="1112060" y="729845"/>
                    <a:pt x="1255506" y="729845"/>
                  </a:cubicBezTo>
                  <a:cubicBezTo>
                    <a:pt x="1335000" y="730349"/>
                    <a:pt x="1414406" y="724488"/>
                    <a:pt x="1492964" y="712319"/>
                  </a:cubicBezTo>
                  <a:cubicBezTo>
                    <a:pt x="1725946" y="675077"/>
                    <a:pt x="1924066" y="601353"/>
                    <a:pt x="2098849" y="536297"/>
                  </a:cubicBezTo>
                  <a:cubicBezTo>
                    <a:pt x="2247630" y="481052"/>
                    <a:pt x="2388029" y="428760"/>
                    <a:pt x="2483374" y="428760"/>
                  </a:cubicBezTo>
                  <a:cubicBezTo>
                    <a:pt x="2526903" y="428760"/>
                    <a:pt x="2562050" y="440190"/>
                    <a:pt x="2604722" y="468098"/>
                  </a:cubicBezTo>
                  <a:lnTo>
                    <a:pt x="2625677" y="481814"/>
                  </a:lnTo>
                  <a:cubicBezTo>
                    <a:pt x="3086211" y="783281"/>
                    <a:pt x="3367484" y="986639"/>
                    <a:pt x="3390440" y="1271056"/>
                  </a:cubicBezTo>
                  <a:cubicBezTo>
                    <a:pt x="3394726" y="1324205"/>
                    <a:pt x="3326241" y="1446602"/>
                    <a:pt x="3259947" y="1564997"/>
                  </a:cubicBezTo>
                  <a:cubicBezTo>
                    <a:pt x="3162316" y="1739590"/>
                    <a:pt x="3051635" y="1937425"/>
                    <a:pt x="2978102" y="2200124"/>
                  </a:cubicBezTo>
                  <a:lnTo>
                    <a:pt x="2976864" y="2204601"/>
                  </a:lnTo>
                  <a:lnTo>
                    <a:pt x="2972387" y="2203458"/>
                  </a:lnTo>
                  <a:lnTo>
                    <a:pt x="2932573" y="2193933"/>
                  </a:lnTo>
                  <a:lnTo>
                    <a:pt x="2931525" y="2193933"/>
                  </a:lnTo>
                  <a:cubicBezTo>
                    <a:pt x="2783697" y="2157167"/>
                    <a:pt x="2616248" y="2115542"/>
                    <a:pt x="2451656" y="2115542"/>
                  </a:cubicBezTo>
                  <a:cubicBezTo>
                    <a:pt x="2333546" y="2115542"/>
                    <a:pt x="2230485" y="2136116"/>
                    <a:pt x="2136473" y="2178598"/>
                  </a:cubicBezTo>
                  <a:cubicBezTo>
                    <a:pt x="1933019" y="2270419"/>
                    <a:pt x="1762998" y="2394339"/>
                    <a:pt x="1613075" y="2503591"/>
                  </a:cubicBezTo>
                  <a:cubicBezTo>
                    <a:pt x="1489059" y="2593221"/>
                    <a:pt x="1319609" y="2716761"/>
                    <a:pt x="1241981" y="2716761"/>
                  </a:cubicBezTo>
                  <a:close/>
                  <a:moveTo>
                    <a:pt x="1211691" y="2700473"/>
                  </a:moveTo>
                  <a:cubicBezTo>
                    <a:pt x="1221307" y="2704505"/>
                    <a:pt x="1231563" y="2706795"/>
                    <a:pt x="1241981" y="2707236"/>
                  </a:cubicBezTo>
                  <a:cubicBezTo>
                    <a:pt x="1316847" y="2707236"/>
                    <a:pt x="1484773" y="2584744"/>
                    <a:pt x="1607455" y="2495399"/>
                  </a:cubicBezTo>
                  <a:cubicBezTo>
                    <a:pt x="1757855" y="2385767"/>
                    <a:pt x="1928352" y="2261561"/>
                    <a:pt x="2132663" y="2169358"/>
                  </a:cubicBezTo>
                  <a:cubicBezTo>
                    <a:pt x="2227913" y="2126306"/>
                    <a:pt x="2332688" y="2105446"/>
                    <a:pt x="2451751" y="2105446"/>
                  </a:cubicBezTo>
                  <a:cubicBezTo>
                    <a:pt x="2617486" y="2105446"/>
                    <a:pt x="2785126" y="2147261"/>
                    <a:pt x="2933906" y="2184122"/>
                  </a:cubicBezTo>
                  <a:lnTo>
                    <a:pt x="2934954" y="2184122"/>
                  </a:lnTo>
                  <a:lnTo>
                    <a:pt x="2970292" y="2192885"/>
                  </a:lnTo>
                  <a:cubicBezTo>
                    <a:pt x="3044111" y="1931233"/>
                    <a:pt x="3154410" y="1734161"/>
                    <a:pt x="3251756" y="1560044"/>
                  </a:cubicBezTo>
                  <a:cubicBezTo>
                    <a:pt x="3317288" y="1442887"/>
                    <a:pt x="3385106" y="1321919"/>
                    <a:pt x="3381010" y="1271532"/>
                  </a:cubicBezTo>
                  <a:cubicBezTo>
                    <a:pt x="3358436" y="991688"/>
                    <a:pt x="3078686" y="789377"/>
                    <a:pt x="2620534" y="489530"/>
                  </a:cubicBezTo>
                  <a:lnTo>
                    <a:pt x="2599579" y="475718"/>
                  </a:lnTo>
                  <a:cubicBezTo>
                    <a:pt x="2558621" y="448953"/>
                    <a:pt x="2524998" y="437618"/>
                    <a:pt x="2483469" y="437618"/>
                  </a:cubicBezTo>
                  <a:cubicBezTo>
                    <a:pt x="2389838" y="437618"/>
                    <a:pt x="2250202" y="489625"/>
                    <a:pt x="2102469" y="544584"/>
                  </a:cubicBezTo>
                  <a:cubicBezTo>
                    <a:pt x="1927209" y="609735"/>
                    <a:pt x="1728613" y="683649"/>
                    <a:pt x="1494679" y="721082"/>
                  </a:cubicBezTo>
                  <a:cubicBezTo>
                    <a:pt x="1415617" y="733329"/>
                    <a:pt x="1335700" y="739222"/>
                    <a:pt x="1255697" y="738704"/>
                  </a:cubicBezTo>
                  <a:cubicBezTo>
                    <a:pt x="1111583" y="738704"/>
                    <a:pt x="964993" y="722130"/>
                    <a:pt x="835549" y="707462"/>
                  </a:cubicBezTo>
                  <a:cubicBezTo>
                    <a:pt x="723249" y="694698"/>
                    <a:pt x="617236" y="682697"/>
                    <a:pt x="530749" y="682697"/>
                  </a:cubicBezTo>
                  <a:cubicBezTo>
                    <a:pt x="500248" y="682111"/>
                    <a:pt x="469759" y="684407"/>
                    <a:pt x="439690" y="689555"/>
                  </a:cubicBezTo>
                  <a:cubicBezTo>
                    <a:pt x="436737" y="701365"/>
                    <a:pt x="439118" y="718130"/>
                    <a:pt x="457216" y="759468"/>
                  </a:cubicBezTo>
                  <a:cubicBezTo>
                    <a:pt x="504841" y="867577"/>
                    <a:pt x="616664" y="1008356"/>
                    <a:pt x="735251" y="1157327"/>
                  </a:cubicBezTo>
                  <a:cubicBezTo>
                    <a:pt x="870410" y="1327158"/>
                    <a:pt x="1023572" y="1519277"/>
                    <a:pt x="1135301" y="1735399"/>
                  </a:cubicBezTo>
                  <a:cubicBezTo>
                    <a:pt x="1280557" y="2015720"/>
                    <a:pt x="1248839" y="2312043"/>
                    <a:pt x="1225693" y="2528451"/>
                  </a:cubicBezTo>
                  <a:cubicBezTo>
                    <a:pt x="1219978" y="2581220"/>
                    <a:pt x="1212453" y="2651991"/>
                    <a:pt x="1211405" y="2700473"/>
                  </a:cubicBezTo>
                  <a:close/>
                  <a:moveTo>
                    <a:pt x="1606407" y="2041343"/>
                  </a:moveTo>
                  <a:lnTo>
                    <a:pt x="1605550" y="2033627"/>
                  </a:lnTo>
                  <a:cubicBezTo>
                    <a:pt x="1587563" y="1870237"/>
                    <a:pt x="1540023" y="1711477"/>
                    <a:pt x="1465247" y="1565092"/>
                  </a:cubicBezTo>
                  <a:cubicBezTo>
                    <a:pt x="1393047" y="1425837"/>
                    <a:pt x="1300750" y="1283533"/>
                    <a:pt x="1174925" y="1117418"/>
                  </a:cubicBezTo>
                  <a:lnTo>
                    <a:pt x="1168924" y="1109512"/>
                  </a:lnTo>
                  <a:lnTo>
                    <a:pt x="1178449" y="1109512"/>
                  </a:lnTo>
                  <a:cubicBezTo>
                    <a:pt x="1303644" y="1114548"/>
                    <a:pt x="1429034" y="1107499"/>
                    <a:pt x="1552877" y="1088462"/>
                  </a:cubicBezTo>
                  <a:cubicBezTo>
                    <a:pt x="1823006" y="1045313"/>
                    <a:pt x="2049605" y="961017"/>
                    <a:pt x="2231533" y="893389"/>
                  </a:cubicBezTo>
                  <a:cubicBezTo>
                    <a:pt x="2296112" y="869387"/>
                    <a:pt x="2384504" y="836239"/>
                    <a:pt x="2443178" y="819856"/>
                  </a:cubicBezTo>
                  <a:lnTo>
                    <a:pt x="2445274" y="819285"/>
                  </a:lnTo>
                  <a:lnTo>
                    <a:pt x="2447083" y="820428"/>
                  </a:lnTo>
                  <a:cubicBezTo>
                    <a:pt x="2611390" y="928156"/>
                    <a:pt x="2917238" y="1128657"/>
                    <a:pt x="2992771" y="1254197"/>
                  </a:cubicBezTo>
                  <a:lnTo>
                    <a:pt x="2994199" y="1256482"/>
                  </a:lnTo>
                  <a:lnTo>
                    <a:pt x="2992961" y="1258864"/>
                  </a:lnTo>
                  <a:cubicBezTo>
                    <a:pt x="2972864" y="1297440"/>
                    <a:pt x="2946670" y="1344589"/>
                    <a:pt x="2927620" y="1378403"/>
                  </a:cubicBezTo>
                  <a:cubicBezTo>
                    <a:pt x="2866565" y="1487559"/>
                    <a:pt x="2797794" y="1610527"/>
                    <a:pt x="2733691" y="1756164"/>
                  </a:cubicBezTo>
                  <a:lnTo>
                    <a:pt x="2732167" y="1759593"/>
                  </a:lnTo>
                  <a:lnTo>
                    <a:pt x="2728547" y="1758926"/>
                  </a:lnTo>
                  <a:cubicBezTo>
                    <a:pt x="2637104" y="1742926"/>
                    <a:pt x="2544486" y="1734579"/>
                    <a:pt x="2451656" y="1733971"/>
                  </a:cubicBezTo>
                  <a:cubicBezTo>
                    <a:pt x="2278396" y="1733971"/>
                    <a:pt x="2123996" y="1765594"/>
                    <a:pt x="1979787" y="1830745"/>
                  </a:cubicBezTo>
                  <a:cubicBezTo>
                    <a:pt x="1851961" y="1889481"/>
                    <a:pt x="1729155" y="1958577"/>
                    <a:pt x="1612598" y="2037342"/>
                  </a:cubicBezTo>
                  <a:close/>
                  <a:moveTo>
                    <a:pt x="1188450" y="1119418"/>
                  </a:moveTo>
                  <a:cubicBezTo>
                    <a:pt x="1311608" y="1282772"/>
                    <a:pt x="1402381" y="1423170"/>
                    <a:pt x="1474200" y="1560711"/>
                  </a:cubicBezTo>
                  <a:cubicBezTo>
                    <a:pt x="1547955" y="1705875"/>
                    <a:pt x="1595117" y="1863074"/>
                    <a:pt x="1613456" y="2024864"/>
                  </a:cubicBezTo>
                  <a:cubicBezTo>
                    <a:pt x="1728461" y="1947653"/>
                    <a:pt x="1849503" y="1879838"/>
                    <a:pt x="1975406" y="1822077"/>
                  </a:cubicBezTo>
                  <a:cubicBezTo>
                    <a:pt x="2121043" y="1756355"/>
                    <a:pt x="2276586" y="1724446"/>
                    <a:pt x="2451656" y="1724446"/>
                  </a:cubicBezTo>
                  <a:cubicBezTo>
                    <a:pt x="2543836" y="1725002"/>
                    <a:pt x="2635813" y="1733190"/>
                    <a:pt x="2726642" y="1748925"/>
                  </a:cubicBezTo>
                  <a:cubicBezTo>
                    <a:pt x="2790460" y="1604336"/>
                    <a:pt x="2858754" y="1482225"/>
                    <a:pt x="2919142" y="1374497"/>
                  </a:cubicBezTo>
                  <a:cubicBezTo>
                    <a:pt x="2938192" y="1340398"/>
                    <a:pt x="2963624" y="1294868"/>
                    <a:pt x="2983436" y="1256864"/>
                  </a:cubicBezTo>
                  <a:cubicBezTo>
                    <a:pt x="2907236" y="1133515"/>
                    <a:pt x="2607008" y="936538"/>
                    <a:pt x="2443940" y="829572"/>
                  </a:cubicBezTo>
                  <a:cubicBezTo>
                    <a:pt x="2385647" y="846336"/>
                    <a:pt x="2298779" y="878626"/>
                    <a:pt x="2235057" y="902343"/>
                  </a:cubicBezTo>
                  <a:cubicBezTo>
                    <a:pt x="2052748" y="970161"/>
                    <a:pt x="1825482" y="1054743"/>
                    <a:pt x="1554686" y="1097987"/>
                  </a:cubicBezTo>
                  <a:cubicBezTo>
                    <a:pt x="1455714" y="1113393"/>
                    <a:pt x="1355669" y="1120878"/>
                    <a:pt x="1255506" y="1120370"/>
                  </a:cubicBezTo>
                  <a:cubicBezTo>
                    <a:pt x="1233503" y="1120370"/>
                    <a:pt x="1211024" y="1120085"/>
                    <a:pt x="1188164" y="1119418"/>
                  </a:cubicBezTo>
                  <a:close/>
                  <a:moveTo>
                    <a:pt x="1241981" y="2907261"/>
                  </a:moveTo>
                  <a:lnTo>
                    <a:pt x="1241981" y="2907261"/>
                  </a:lnTo>
                  <a:cubicBezTo>
                    <a:pt x="1181306" y="2907261"/>
                    <a:pt x="1120632" y="2886019"/>
                    <a:pt x="1051481" y="2840586"/>
                  </a:cubicBezTo>
                  <a:cubicBezTo>
                    <a:pt x="999284" y="2806486"/>
                    <a:pt x="1007570" y="2692186"/>
                    <a:pt x="1027287" y="2507972"/>
                  </a:cubicBezTo>
                  <a:cubicBezTo>
                    <a:pt x="1048909" y="2306138"/>
                    <a:pt x="1075769" y="2055058"/>
                    <a:pt x="958135" y="1828268"/>
                  </a:cubicBezTo>
                  <a:cubicBezTo>
                    <a:pt x="855170" y="1629672"/>
                    <a:pt x="714867" y="1453364"/>
                    <a:pt x="579040" y="1282772"/>
                  </a:cubicBezTo>
                  <a:cubicBezTo>
                    <a:pt x="451405" y="1122942"/>
                    <a:pt x="331486" y="972447"/>
                    <a:pt x="273669" y="840526"/>
                  </a:cubicBezTo>
                  <a:cubicBezTo>
                    <a:pt x="231664" y="744704"/>
                    <a:pt x="216519" y="660598"/>
                    <a:pt x="281956" y="561348"/>
                  </a:cubicBezTo>
                  <a:cubicBezTo>
                    <a:pt x="297291" y="538012"/>
                    <a:pt x="333105" y="483338"/>
                    <a:pt x="530368" y="483338"/>
                  </a:cubicBezTo>
                  <a:cubicBezTo>
                    <a:pt x="628189" y="483338"/>
                    <a:pt x="739918" y="495911"/>
                    <a:pt x="857551" y="509341"/>
                  </a:cubicBezTo>
                  <a:cubicBezTo>
                    <a:pt x="987949" y="524105"/>
                    <a:pt x="1122537" y="539345"/>
                    <a:pt x="1255315" y="539345"/>
                  </a:cubicBezTo>
                  <a:cubicBezTo>
                    <a:pt x="1324728" y="539830"/>
                    <a:pt x="1394069" y="534766"/>
                    <a:pt x="1462675" y="524201"/>
                  </a:cubicBezTo>
                  <a:cubicBezTo>
                    <a:pt x="1676987" y="489911"/>
                    <a:pt x="1857581" y="422759"/>
                    <a:pt x="2032270" y="357799"/>
                  </a:cubicBezTo>
                  <a:cubicBezTo>
                    <a:pt x="2197529" y="296363"/>
                    <a:pt x="2353548" y="238260"/>
                    <a:pt x="2483183" y="238260"/>
                  </a:cubicBezTo>
                  <a:cubicBezTo>
                    <a:pt x="2563765" y="238260"/>
                    <a:pt x="2635583" y="260644"/>
                    <a:pt x="2708831" y="308745"/>
                  </a:cubicBezTo>
                  <a:lnTo>
                    <a:pt x="2729786" y="322366"/>
                  </a:lnTo>
                  <a:cubicBezTo>
                    <a:pt x="3168888" y="609830"/>
                    <a:pt x="3547983" y="858052"/>
                    <a:pt x="3580082" y="1255816"/>
                  </a:cubicBezTo>
                  <a:cubicBezTo>
                    <a:pt x="3589036" y="1366687"/>
                    <a:pt x="3520646" y="1488988"/>
                    <a:pt x="3426063" y="1658152"/>
                  </a:cubicBezTo>
                  <a:cubicBezTo>
                    <a:pt x="3316907" y="1853129"/>
                    <a:pt x="3181175" y="2095826"/>
                    <a:pt x="3121930" y="2423962"/>
                  </a:cubicBezTo>
                  <a:lnTo>
                    <a:pt x="3121073" y="2428439"/>
                  </a:lnTo>
                  <a:lnTo>
                    <a:pt x="3116596" y="2427867"/>
                  </a:lnTo>
                  <a:cubicBezTo>
                    <a:pt x="3053350" y="2420152"/>
                    <a:pt x="2968006" y="2399292"/>
                    <a:pt x="2885329" y="2378337"/>
                  </a:cubicBezTo>
                  <a:cubicBezTo>
                    <a:pt x="2741501" y="2342523"/>
                    <a:pt x="2592721" y="2305566"/>
                    <a:pt x="2451465" y="2305566"/>
                  </a:cubicBezTo>
                  <a:cubicBezTo>
                    <a:pt x="2360978" y="2305566"/>
                    <a:pt x="2283444" y="2320711"/>
                    <a:pt x="2214674" y="2351762"/>
                  </a:cubicBezTo>
                  <a:cubicBezTo>
                    <a:pt x="2029127" y="2435487"/>
                    <a:pt x="1874536" y="2548168"/>
                    <a:pt x="1725089" y="2657134"/>
                  </a:cubicBezTo>
                  <a:cubicBezTo>
                    <a:pt x="1548400" y="2785721"/>
                    <a:pt x="1381712" y="2907261"/>
                    <a:pt x="1241981" y="2907261"/>
                  </a:cubicBezTo>
                  <a:close/>
                  <a:moveTo>
                    <a:pt x="530368" y="492863"/>
                  </a:moveTo>
                  <a:cubicBezTo>
                    <a:pt x="338248" y="492863"/>
                    <a:pt x="304339" y="544489"/>
                    <a:pt x="289957" y="566587"/>
                  </a:cubicBezTo>
                  <a:cubicBezTo>
                    <a:pt x="227282" y="661837"/>
                    <a:pt x="241570" y="743752"/>
                    <a:pt x="282337" y="836621"/>
                  </a:cubicBezTo>
                  <a:cubicBezTo>
                    <a:pt x="339487" y="967494"/>
                    <a:pt x="459311" y="1117608"/>
                    <a:pt x="585899" y="1276676"/>
                  </a:cubicBezTo>
                  <a:cubicBezTo>
                    <a:pt x="722011" y="1447649"/>
                    <a:pt x="862695" y="1624433"/>
                    <a:pt x="966041" y="1823791"/>
                  </a:cubicBezTo>
                  <a:cubicBezTo>
                    <a:pt x="1085009" y="2053154"/>
                    <a:pt x="1057957" y="2305757"/>
                    <a:pt x="1036145" y="2508830"/>
                  </a:cubicBezTo>
                  <a:cubicBezTo>
                    <a:pt x="1017095" y="2689805"/>
                    <a:pt x="1008523" y="2801437"/>
                    <a:pt x="1056052" y="2832680"/>
                  </a:cubicBezTo>
                  <a:cubicBezTo>
                    <a:pt x="1123966" y="2877066"/>
                    <a:pt x="1182926" y="2897831"/>
                    <a:pt x="1241695" y="2897831"/>
                  </a:cubicBezTo>
                  <a:lnTo>
                    <a:pt x="1241695" y="2897831"/>
                  </a:lnTo>
                  <a:cubicBezTo>
                    <a:pt x="1378569" y="2897831"/>
                    <a:pt x="1544114" y="2777149"/>
                    <a:pt x="1719373" y="2649419"/>
                  </a:cubicBezTo>
                  <a:cubicBezTo>
                    <a:pt x="1869297" y="2540167"/>
                    <a:pt x="2024173" y="2427200"/>
                    <a:pt x="2210768" y="2343095"/>
                  </a:cubicBezTo>
                  <a:cubicBezTo>
                    <a:pt x="2280777" y="2311376"/>
                    <a:pt x="2359549" y="2296041"/>
                    <a:pt x="2451465" y="2296041"/>
                  </a:cubicBezTo>
                  <a:cubicBezTo>
                    <a:pt x="2593864" y="2296041"/>
                    <a:pt x="2743216" y="2333189"/>
                    <a:pt x="2887615" y="2369098"/>
                  </a:cubicBezTo>
                  <a:cubicBezTo>
                    <a:pt x="2968101" y="2389100"/>
                    <a:pt x="3051159" y="2409770"/>
                    <a:pt x="3113357" y="2417866"/>
                  </a:cubicBezTo>
                  <a:cubicBezTo>
                    <a:pt x="3173270" y="2090396"/>
                    <a:pt x="3308715" y="1848271"/>
                    <a:pt x="3417681" y="1653580"/>
                  </a:cubicBezTo>
                  <a:cubicBezTo>
                    <a:pt x="3511502" y="1485749"/>
                    <a:pt x="3579606" y="1364591"/>
                    <a:pt x="3570653" y="1256578"/>
                  </a:cubicBezTo>
                  <a:cubicBezTo>
                    <a:pt x="3538934" y="863576"/>
                    <a:pt x="3161078" y="616498"/>
                    <a:pt x="2724642" y="330462"/>
                  </a:cubicBezTo>
                  <a:lnTo>
                    <a:pt x="2703687" y="316746"/>
                  </a:lnTo>
                  <a:cubicBezTo>
                    <a:pt x="2631869" y="269788"/>
                    <a:pt x="2561860" y="247880"/>
                    <a:pt x="2483183" y="247880"/>
                  </a:cubicBezTo>
                  <a:cubicBezTo>
                    <a:pt x="2355263" y="247880"/>
                    <a:pt x="2200005" y="305697"/>
                    <a:pt x="2035508" y="366847"/>
                  </a:cubicBezTo>
                  <a:cubicBezTo>
                    <a:pt x="1860439" y="431903"/>
                    <a:pt x="1679368" y="499245"/>
                    <a:pt x="1464008" y="533726"/>
                  </a:cubicBezTo>
                  <a:cubicBezTo>
                    <a:pt x="1394931" y="544373"/>
                    <a:pt x="1325111" y="549469"/>
                    <a:pt x="1255220" y="548966"/>
                  </a:cubicBezTo>
                  <a:cubicBezTo>
                    <a:pt x="1121870" y="548965"/>
                    <a:pt x="986996" y="533726"/>
                    <a:pt x="856599" y="518866"/>
                  </a:cubicBezTo>
                  <a:cubicBezTo>
                    <a:pt x="738775" y="505436"/>
                    <a:pt x="627618" y="492863"/>
                    <a:pt x="530368" y="492863"/>
                  </a:cubicBezTo>
                  <a:close/>
                  <a:moveTo>
                    <a:pt x="1419146" y="2407960"/>
                  </a:moveTo>
                  <a:lnTo>
                    <a:pt x="1419907" y="2397768"/>
                  </a:lnTo>
                  <a:cubicBezTo>
                    <a:pt x="1434290" y="2208316"/>
                    <a:pt x="1436957" y="1924947"/>
                    <a:pt x="1296082" y="1652723"/>
                  </a:cubicBezTo>
                  <a:cubicBezTo>
                    <a:pt x="1176068" y="1421360"/>
                    <a:pt x="1017095" y="1221621"/>
                    <a:pt x="876982" y="1045408"/>
                  </a:cubicBezTo>
                  <a:cubicBezTo>
                    <a:pt x="835358" y="993212"/>
                    <a:pt x="792686" y="939586"/>
                    <a:pt x="754491" y="889198"/>
                  </a:cubicBezTo>
                  <a:lnTo>
                    <a:pt x="747728" y="880340"/>
                  </a:lnTo>
                  <a:lnTo>
                    <a:pt x="758777" y="881579"/>
                  </a:lnTo>
                  <a:lnTo>
                    <a:pt x="813451" y="887674"/>
                  </a:lnTo>
                  <a:lnTo>
                    <a:pt x="814975" y="887674"/>
                  </a:lnTo>
                  <a:cubicBezTo>
                    <a:pt x="949277" y="902914"/>
                    <a:pt x="1101392" y="920155"/>
                    <a:pt x="1255697" y="920155"/>
                  </a:cubicBezTo>
                  <a:cubicBezTo>
                    <a:pt x="1345271" y="920680"/>
                    <a:pt x="1434743" y="914023"/>
                    <a:pt x="1523254" y="900247"/>
                  </a:cubicBezTo>
                  <a:cubicBezTo>
                    <a:pt x="1774904" y="859957"/>
                    <a:pt x="1982359" y="782804"/>
                    <a:pt x="2165524" y="714701"/>
                  </a:cubicBezTo>
                  <a:cubicBezTo>
                    <a:pt x="2273919" y="674314"/>
                    <a:pt x="2422699" y="619451"/>
                    <a:pt x="2483564" y="619451"/>
                  </a:cubicBezTo>
                  <a:lnTo>
                    <a:pt x="2486898" y="619927"/>
                  </a:lnTo>
                  <a:cubicBezTo>
                    <a:pt x="2491653" y="622101"/>
                    <a:pt x="2496210" y="624682"/>
                    <a:pt x="2500519" y="627642"/>
                  </a:cubicBezTo>
                  <a:lnTo>
                    <a:pt x="2521569" y="641358"/>
                  </a:lnTo>
                  <a:cubicBezTo>
                    <a:pt x="2867136" y="867672"/>
                    <a:pt x="3165459" y="1062935"/>
                    <a:pt x="3198416" y="1267817"/>
                  </a:cubicBezTo>
                  <a:lnTo>
                    <a:pt x="3198416" y="1268960"/>
                  </a:lnTo>
                  <a:lnTo>
                    <a:pt x="3198416" y="1270103"/>
                  </a:lnTo>
                  <a:cubicBezTo>
                    <a:pt x="3183747" y="1311918"/>
                    <a:pt x="3134027" y="1400786"/>
                    <a:pt x="3094117" y="1472129"/>
                  </a:cubicBezTo>
                  <a:cubicBezTo>
                    <a:pt x="3019822" y="1604907"/>
                    <a:pt x="2927429" y="1770166"/>
                    <a:pt x="2852182" y="1974001"/>
                  </a:cubicBezTo>
                  <a:lnTo>
                    <a:pt x="2850753" y="1977906"/>
                  </a:lnTo>
                  <a:lnTo>
                    <a:pt x="2846657" y="1976954"/>
                  </a:lnTo>
                  <a:cubicBezTo>
                    <a:pt x="2740358" y="1952570"/>
                    <a:pt x="2599007" y="1924661"/>
                    <a:pt x="2452037" y="1924661"/>
                  </a:cubicBezTo>
                  <a:cubicBezTo>
                    <a:pt x="2306304" y="1924661"/>
                    <a:pt x="2177621" y="1950760"/>
                    <a:pt x="2058464" y="2004576"/>
                  </a:cubicBezTo>
                  <a:cubicBezTo>
                    <a:pt x="1837198" y="2104493"/>
                    <a:pt x="1658414" y="2234510"/>
                    <a:pt x="1501346" y="2349191"/>
                  </a:cubicBezTo>
                  <a:cubicBezTo>
                    <a:pt x="1479629" y="2365002"/>
                    <a:pt x="1454483" y="2383385"/>
                    <a:pt x="1428004" y="2402245"/>
                  </a:cubicBezTo>
                  <a:close/>
                  <a:moveTo>
                    <a:pt x="768397" y="892247"/>
                  </a:moveTo>
                  <a:cubicBezTo>
                    <a:pt x="804783" y="939872"/>
                    <a:pt x="844597" y="990354"/>
                    <a:pt x="883745" y="1039122"/>
                  </a:cubicBezTo>
                  <a:cubicBezTo>
                    <a:pt x="1024525" y="1216001"/>
                    <a:pt x="1183878" y="1416122"/>
                    <a:pt x="1304274" y="1648722"/>
                  </a:cubicBezTo>
                  <a:cubicBezTo>
                    <a:pt x="1444006" y="1918280"/>
                    <a:pt x="1443910" y="2198220"/>
                    <a:pt x="1430194" y="2388720"/>
                  </a:cubicBezTo>
                  <a:cubicBezTo>
                    <a:pt x="1453531" y="2372051"/>
                    <a:pt x="1475724" y="2355858"/>
                    <a:pt x="1494964" y="2341856"/>
                  </a:cubicBezTo>
                  <a:cubicBezTo>
                    <a:pt x="1652889" y="2226699"/>
                    <a:pt x="1831769" y="2096397"/>
                    <a:pt x="2053987" y="1996099"/>
                  </a:cubicBezTo>
                  <a:cubicBezTo>
                    <a:pt x="2174383" y="1941711"/>
                    <a:pt x="2304399" y="1915327"/>
                    <a:pt x="2451465" y="1915327"/>
                  </a:cubicBezTo>
                  <a:cubicBezTo>
                    <a:pt x="2598531" y="1915327"/>
                    <a:pt x="2737406" y="1942092"/>
                    <a:pt x="2844181" y="1966571"/>
                  </a:cubicBezTo>
                  <a:cubicBezTo>
                    <a:pt x="2919333" y="1763879"/>
                    <a:pt x="3011249" y="1599573"/>
                    <a:pt x="3085258" y="1467366"/>
                  </a:cubicBezTo>
                  <a:cubicBezTo>
                    <a:pt x="3124597" y="1396881"/>
                    <a:pt x="3173555" y="1309441"/>
                    <a:pt x="3188509" y="1267913"/>
                  </a:cubicBezTo>
                  <a:cubicBezTo>
                    <a:pt x="3155172" y="1067888"/>
                    <a:pt x="2858945" y="873768"/>
                    <a:pt x="2516045" y="648788"/>
                  </a:cubicBezTo>
                  <a:lnTo>
                    <a:pt x="2494899" y="634976"/>
                  </a:lnTo>
                  <a:cubicBezTo>
                    <a:pt x="2491267" y="632514"/>
                    <a:pt x="2487481" y="630287"/>
                    <a:pt x="2483564" y="628309"/>
                  </a:cubicBezTo>
                  <a:lnTo>
                    <a:pt x="2483564" y="628309"/>
                  </a:lnTo>
                  <a:cubicBezTo>
                    <a:pt x="2424224" y="628309"/>
                    <a:pt x="2276586" y="683268"/>
                    <a:pt x="2168763" y="723559"/>
                  </a:cubicBezTo>
                  <a:cubicBezTo>
                    <a:pt x="1985312" y="791758"/>
                    <a:pt x="1777285" y="869196"/>
                    <a:pt x="1524778" y="909582"/>
                  </a:cubicBezTo>
                  <a:cubicBezTo>
                    <a:pt x="1435758" y="923388"/>
                    <a:pt x="1345779" y="930076"/>
                    <a:pt x="1255697" y="929585"/>
                  </a:cubicBezTo>
                  <a:cubicBezTo>
                    <a:pt x="1100820" y="929585"/>
                    <a:pt x="948420" y="912344"/>
                    <a:pt x="814022" y="897104"/>
                  </a:cubicBezTo>
                  <a:lnTo>
                    <a:pt x="812308" y="897104"/>
                  </a:lnTo>
                  <a:close/>
                  <a:moveTo>
                    <a:pt x="1739090" y="1737781"/>
                  </a:moveTo>
                  <a:lnTo>
                    <a:pt x="1737281" y="1732542"/>
                  </a:lnTo>
                  <a:cubicBezTo>
                    <a:pt x="1710775" y="1644601"/>
                    <a:pt x="1676178" y="1559306"/>
                    <a:pt x="1633934" y="1477748"/>
                  </a:cubicBezTo>
                  <a:cubicBezTo>
                    <a:pt x="1602502" y="1416979"/>
                    <a:pt x="1566688" y="1354495"/>
                    <a:pt x="1527540" y="1291820"/>
                  </a:cubicBezTo>
                  <a:lnTo>
                    <a:pt x="1523635" y="1285534"/>
                  </a:lnTo>
                  <a:lnTo>
                    <a:pt x="1530969" y="1284581"/>
                  </a:lnTo>
                  <a:cubicBezTo>
                    <a:pt x="1548400" y="1282295"/>
                    <a:pt x="1565926" y="1279819"/>
                    <a:pt x="1582976" y="1277057"/>
                  </a:cubicBezTo>
                  <a:cubicBezTo>
                    <a:pt x="1871869" y="1230860"/>
                    <a:pt x="2107994" y="1142945"/>
                    <a:pt x="2297350" y="1072364"/>
                  </a:cubicBezTo>
                  <a:cubicBezTo>
                    <a:pt x="2324783" y="1062173"/>
                    <a:pt x="2370598" y="1045123"/>
                    <a:pt x="2414413" y="1029788"/>
                  </a:cubicBezTo>
                  <a:lnTo>
                    <a:pt x="2416604" y="1029026"/>
                  </a:lnTo>
                  <a:lnTo>
                    <a:pt x="2418604" y="1030359"/>
                  </a:lnTo>
                  <a:cubicBezTo>
                    <a:pt x="2505091" y="1087509"/>
                    <a:pt x="2604151" y="1154184"/>
                    <a:pt x="2683399" y="1215906"/>
                  </a:cubicBezTo>
                  <a:cubicBezTo>
                    <a:pt x="2712545" y="1238480"/>
                    <a:pt x="2738263" y="1259912"/>
                    <a:pt x="2760075" y="1279628"/>
                  </a:cubicBezTo>
                  <a:lnTo>
                    <a:pt x="2762837" y="1282105"/>
                  </a:lnTo>
                  <a:lnTo>
                    <a:pt x="2760551" y="1286296"/>
                  </a:lnTo>
                  <a:cubicBezTo>
                    <a:pt x="2720165" y="1358495"/>
                    <a:pt x="2670159" y="1448221"/>
                    <a:pt x="2620248" y="1549376"/>
                  </a:cubicBezTo>
                  <a:lnTo>
                    <a:pt x="2618819" y="1552329"/>
                  </a:lnTo>
                  <a:lnTo>
                    <a:pt x="2615486" y="1552329"/>
                  </a:lnTo>
                  <a:cubicBezTo>
                    <a:pt x="2559383" y="1546900"/>
                    <a:pt x="2504043" y="1544138"/>
                    <a:pt x="2450989" y="1544138"/>
                  </a:cubicBezTo>
                  <a:cubicBezTo>
                    <a:pt x="2250107" y="1544138"/>
                    <a:pt x="2069989" y="1581285"/>
                    <a:pt x="1900634" y="1657866"/>
                  </a:cubicBezTo>
                  <a:cubicBezTo>
                    <a:pt x="1848723" y="1681298"/>
                    <a:pt x="1795859" y="1707396"/>
                    <a:pt x="1743757" y="1735590"/>
                  </a:cubicBezTo>
                  <a:close/>
                  <a:moveTo>
                    <a:pt x="1539637" y="1292678"/>
                  </a:moveTo>
                  <a:cubicBezTo>
                    <a:pt x="1577737" y="1353447"/>
                    <a:pt x="1611931" y="1414026"/>
                    <a:pt x="1642507" y="1472986"/>
                  </a:cubicBezTo>
                  <a:cubicBezTo>
                    <a:pt x="1684082" y="1553336"/>
                    <a:pt x="1718320" y="1637274"/>
                    <a:pt x="1744805" y="1723779"/>
                  </a:cubicBezTo>
                  <a:cubicBezTo>
                    <a:pt x="1795573" y="1696538"/>
                    <a:pt x="1846723" y="1671201"/>
                    <a:pt x="1897205" y="1648436"/>
                  </a:cubicBezTo>
                  <a:cubicBezTo>
                    <a:pt x="2067893" y="1571379"/>
                    <a:pt x="2249154" y="1534136"/>
                    <a:pt x="2451465" y="1534136"/>
                  </a:cubicBezTo>
                  <a:cubicBezTo>
                    <a:pt x="2503757" y="1534136"/>
                    <a:pt x="2558240" y="1536803"/>
                    <a:pt x="2613390" y="1542042"/>
                  </a:cubicBezTo>
                  <a:cubicBezTo>
                    <a:pt x="2662444" y="1442601"/>
                    <a:pt x="2711498" y="1354876"/>
                    <a:pt x="2751122" y="1284010"/>
                  </a:cubicBezTo>
                  <a:cubicBezTo>
                    <a:pt x="2730166" y="1264960"/>
                    <a:pt x="2705497" y="1244672"/>
                    <a:pt x="2677874" y="1223240"/>
                  </a:cubicBezTo>
                  <a:cubicBezTo>
                    <a:pt x="2599483" y="1162280"/>
                    <a:pt x="2501471" y="1096177"/>
                    <a:pt x="2415651" y="1039408"/>
                  </a:cubicBezTo>
                  <a:cubicBezTo>
                    <a:pt x="2372503" y="1054553"/>
                    <a:pt x="2327926" y="1071126"/>
                    <a:pt x="2301351" y="1081127"/>
                  </a:cubicBezTo>
                  <a:cubicBezTo>
                    <a:pt x="2110851" y="1151898"/>
                    <a:pt x="1874440" y="1239909"/>
                    <a:pt x="1584690" y="1286296"/>
                  </a:cubicBezTo>
                  <a:cubicBezTo>
                    <a:pt x="1569831" y="1288391"/>
                    <a:pt x="1554686" y="1290677"/>
                    <a:pt x="1539637" y="1292678"/>
                  </a:cubicBezTo>
                  <a:close/>
                  <a:moveTo>
                    <a:pt x="1241981" y="3002511"/>
                  </a:moveTo>
                  <a:lnTo>
                    <a:pt x="1241981" y="3002511"/>
                  </a:lnTo>
                  <a:cubicBezTo>
                    <a:pt x="1163018" y="3002511"/>
                    <a:pt x="1083485" y="2975555"/>
                    <a:pt x="998998" y="2920214"/>
                  </a:cubicBezTo>
                  <a:cubicBezTo>
                    <a:pt x="899461" y="2855063"/>
                    <a:pt x="908796" y="2717237"/>
                    <a:pt x="932323" y="2497685"/>
                  </a:cubicBezTo>
                  <a:cubicBezTo>
                    <a:pt x="952611" y="2308614"/>
                    <a:pt x="977852" y="2073347"/>
                    <a:pt x="873458" y="1871988"/>
                  </a:cubicBezTo>
                  <a:cubicBezTo>
                    <a:pt x="774684" y="1681488"/>
                    <a:pt x="637238" y="1508990"/>
                    <a:pt x="504269" y="1341922"/>
                  </a:cubicBezTo>
                  <a:cubicBezTo>
                    <a:pt x="216138" y="979972"/>
                    <a:pt x="47069" y="746133"/>
                    <a:pt x="202612" y="509246"/>
                  </a:cubicBezTo>
                  <a:cubicBezTo>
                    <a:pt x="272526" y="402471"/>
                    <a:pt x="407781" y="388088"/>
                    <a:pt x="530749" y="388088"/>
                  </a:cubicBezTo>
                  <a:cubicBezTo>
                    <a:pt x="634000" y="388088"/>
                    <a:pt x="748109" y="401042"/>
                    <a:pt x="868791" y="414663"/>
                  </a:cubicBezTo>
                  <a:cubicBezTo>
                    <a:pt x="996426" y="429141"/>
                    <a:pt x="1128347" y="444095"/>
                    <a:pt x="1255697" y="444095"/>
                  </a:cubicBezTo>
                  <a:cubicBezTo>
                    <a:pt x="1320067" y="444559"/>
                    <a:pt x="1384372" y="439909"/>
                    <a:pt x="1448006" y="430189"/>
                  </a:cubicBezTo>
                  <a:cubicBezTo>
                    <a:pt x="1652984" y="397423"/>
                    <a:pt x="1829006" y="331891"/>
                    <a:pt x="1999408" y="268264"/>
                  </a:cubicBezTo>
                  <a:cubicBezTo>
                    <a:pt x="2172954" y="203684"/>
                    <a:pt x="2336784" y="142724"/>
                    <a:pt x="2483564" y="142724"/>
                  </a:cubicBezTo>
                  <a:cubicBezTo>
                    <a:pt x="2582676" y="142818"/>
                    <a:pt x="2679474" y="172683"/>
                    <a:pt x="2761409" y="228449"/>
                  </a:cubicBezTo>
                  <a:lnTo>
                    <a:pt x="2782364" y="242165"/>
                  </a:lnTo>
                  <a:cubicBezTo>
                    <a:pt x="3011630" y="392279"/>
                    <a:pt x="3228229" y="534011"/>
                    <a:pt x="3392725" y="697365"/>
                  </a:cubicBezTo>
                  <a:cubicBezTo>
                    <a:pt x="3569509" y="872815"/>
                    <a:pt x="3659425" y="1047599"/>
                    <a:pt x="3675428" y="1247529"/>
                  </a:cubicBezTo>
                  <a:cubicBezTo>
                    <a:pt x="3686762" y="1387261"/>
                    <a:pt x="3612372" y="1520135"/>
                    <a:pt x="3509502" y="1703967"/>
                  </a:cubicBezTo>
                  <a:cubicBezTo>
                    <a:pt x="3389297" y="1918851"/>
                    <a:pt x="3253089" y="2162405"/>
                    <a:pt x="3204702" y="2511878"/>
                  </a:cubicBezTo>
                  <a:cubicBezTo>
                    <a:pt x="3204702" y="2514545"/>
                    <a:pt x="3203940" y="2516545"/>
                    <a:pt x="3203654" y="2518259"/>
                  </a:cubicBezTo>
                  <a:lnTo>
                    <a:pt x="3202988" y="2521212"/>
                  </a:lnTo>
                  <a:lnTo>
                    <a:pt x="3200130" y="2521879"/>
                  </a:lnTo>
                  <a:cubicBezTo>
                    <a:pt x="3187317" y="2524734"/>
                    <a:pt x="3174199" y="2525982"/>
                    <a:pt x="3161077" y="2525594"/>
                  </a:cubicBezTo>
                  <a:cubicBezTo>
                    <a:pt x="3085925" y="2525594"/>
                    <a:pt x="2977626" y="2498638"/>
                    <a:pt x="2862945" y="2470158"/>
                  </a:cubicBezTo>
                  <a:cubicBezTo>
                    <a:pt x="2724547" y="2435678"/>
                    <a:pt x="2581577" y="2400149"/>
                    <a:pt x="2451941" y="2400149"/>
                  </a:cubicBezTo>
                  <a:cubicBezTo>
                    <a:pt x="2375265" y="2400149"/>
                    <a:pt x="2310590" y="2412532"/>
                    <a:pt x="2254298" y="2438249"/>
                  </a:cubicBezTo>
                  <a:cubicBezTo>
                    <a:pt x="2077799" y="2517974"/>
                    <a:pt x="1927304" y="2627702"/>
                    <a:pt x="1781667" y="2733525"/>
                  </a:cubicBezTo>
                  <a:cubicBezTo>
                    <a:pt x="1591643" y="2872113"/>
                    <a:pt x="1412668" y="3002511"/>
                    <a:pt x="1241981" y="3002511"/>
                  </a:cubicBezTo>
                  <a:close/>
                  <a:moveTo>
                    <a:pt x="530368" y="397613"/>
                  </a:moveTo>
                  <a:cubicBezTo>
                    <a:pt x="409876" y="397613"/>
                    <a:pt x="277669" y="411520"/>
                    <a:pt x="210232" y="514390"/>
                  </a:cubicBezTo>
                  <a:cubicBezTo>
                    <a:pt x="58690" y="745943"/>
                    <a:pt x="225949" y="977400"/>
                    <a:pt x="511318" y="1336016"/>
                  </a:cubicBezTo>
                  <a:cubicBezTo>
                    <a:pt x="644668" y="1503371"/>
                    <a:pt x="782399" y="1676440"/>
                    <a:pt x="881459" y="1867607"/>
                  </a:cubicBezTo>
                  <a:cubicBezTo>
                    <a:pt x="987187" y="2071537"/>
                    <a:pt x="961850" y="2308424"/>
                    <a:pt x="941467" y="2498733"/>
                  </a:cubicBezTo>
                  <a:cubicBezTo>
                    <a:pt x="918130" y="2714569"/>
                    <a:pt x="908605" y="2850111"/>
                    <a:pt x="1003855" y="2912213"/>
                  </a:cubicBezTo>
                  <a:cubicBezTo>
                    <a:pt x="1086818" y="2966601"/>
                    <a:pt x="1164638" y="2992986"/>
                    <a:pt x="1241981" y="2992986"/>
                  </a:cubicBezTo>
                  <a:lnTo>
                    <a:pt x="1241981" y="2992986"/>
                  </a:lnTo>
                  <a:cubicBezTo>
                    <a:pt x="1409906" y="2992986"/>
                    <a:pt x="1587643" y="2863445"/>
                    <a:pt x="1775381" y="2726286"/>
                  </a:cubicBezTo>
                  <a:cubicBezTo>
                    <a:pt x="1921494" y="2619891"/>
                    <a:pt x="2072465" y="2509877"/>
                    <a:pt x="2249821" y="2429772"/>
                  </a:cubicBezTo>
                  <a:cubicBezTo>
                    <a:pt x="2306971" y="2403769"/>
                    <a:pt x="2373646" y="2391196"/>
                    <a:pt x="2451370" y="2391196"/>
                  </a:cubicBezTo>
                  <a:cubicBezTo>
                    <a:pt x="2582148" y="2391196"/>
                    <a:pt x="2725690" y="2426915"/>
                    <a:pt x="2864564" y="2461395"/>
                  </a:cubicBezTo>
                  <a:cubicBezTo>
                    <a:pt x="2978864" y="2489970"/>
                    <a:pt x="3086592" y="2516640"/>
                    <a:pt x="3160506" y="2516640"/>
                  </a:cubicBezTo>
                  <a:cubicBezTo>
                    <a:pt x="3171944" y="2516727"/>
                    <a:pt x="3183364" y="2515706"/>
                    <a:pt x="3194606" y="2513592"/>
                  </a:cubicBezTo>
                  <a:cubicBezTo>
                    <a:pt x="3194606" y="2512735"/>
                    <a:pt x="3194606" y="2511782"/>
                    <a:pt x="3194606" y="2510830"/>
                  </a:cubicBezTo>
                  <a:cubicBezTo>
                    <a:pt x="3243278" y="2159548"/>
                    <a:pt x="3380057" y="1915136"/>
                    <a:pt x="3500644" y="1699490"/>
                  </a:cubicBezTo>
                  <a:cubicBezTo>
                    <a:pt x="3602657" y="1517087"/>
                    <a:pt x="3676380" y="1385165"/>
                    <a:pt x="3665331" y="1248482"/>
                  </a:cubicBezTo>
                  <a:cubicBezTo>
                    <a:pt x="3649424" y="1050933"/>
                    <a:pt x="3560556" y="878054"/>
                    <a:pt x="3385391" y="704318"/>
                  </a:cubicBezTo>
                  <a:cubicBezTo>
                    <a:pt x="3221657" y="541631"/>
                    <a:pt x="3005439" y="400185"/>
                    <a:pt x="2776553" y="250357"/>
                  </a:cubicBezTo>
                  <a:lnTo>
                    <a:pt x="2755598" y="236641"/>
                  </a:lnTo>
                  <a:cubicBezTo>
                    <a:pt x="2675270" y="181755"/>
                    <a:pt x="2580282" y="152316"/>
                    <a:pt x="2482993" y="152154"/>
                  </a:cubicBezTo>
                  <a:cubicBezTo>
                    <a:pt x="2337927" y="152154"/>
                    <a:pt x="2174859" y="212828"/>
                    <a:pt x="2002171" y="277027"/>
                  </a:cubicBezTo>
                  <a:cubicBezTo>
                    <a:pt x="1831483" y="340558"/>
                    <a:pt x="1654889" y="406281"/>
                    <a:pt x="1448864" y="438952"/>
                  </a:cubicBezTo>
                  <a:cubicBezTo>
                    <a:pt x="1384758" y="448754"/>
                    <a:pt x="1319974" y="453436"/>
                    <a:pt x="1255125" y="452954"/>
                  </a:cubicBezTo>
                  <a:cubicBezTo>
                    <a:pt x="1127204" y="452954"/>
                    <a:pt x="995092" y="437999"/>
                    <a:pt x="867267" y="423521"/>
                  </a:cubicBezTo>
                  <a:cubicBezTo>
                    <a:pt x="746680" y="410472"/>
                    <a:pt x="633047" y="397613"/>
                    <a:pt x="530368" y="397613"/>
                  </a:cubicBezTo>
                  <a:close/>
                  <a:moveTo>
                    <a:pt x="1304941" y="2595412"/>
                  </a:moveTo>
                  <a:lnTo>
                    <a:pt x="1305798" y="2586363"/>
                  </a:lnTo>
                  <a:cubicBezTo>
                    <a:pt x="1307608" y="2568075"/>
                    <a:pt x="1309418" y="2551597"/>
                    <a:pt x="1310751" y="2539214"/>
                  </a:cubicBezTo>
                  <a:lnTo>
                    <a:pt x="1310751" y="2538262"/>
                  </a:lnTo>
                  <a:cubicBezTo>
                    <a:pt x="1333706" y="2323854"/>
                    <a:pt x="1368377" y="1999814"/>
                    <a:pt x="1211215" y="1696633"/>
                  </a:cubicBezTo>
                  <a:cubicBezTo>
                    <a:pt x="1095391" y="1473367"/>
                    <a:pt x="939467" y="1277533"/>
                    <a:pt x="801640" y="1104654"/>
                  </a:cubicBezTo>
                  <a:cubicBezTo>
                    <a:pt x="743442" y="1031597"/>
                    <a:pt x="622570" y="879769"/>
                    <a:pt x="561514" y="776899"/>
                  </a:cubicBezTo>
                  <a:lnTo>
                    <a:pt x="557133" y="769469"/>
                  </a:lnTo>
                  <a:lnTo>
                    <a:pt x="565801" y="769469"/>
                  </a:lnTo>
                  <a:cubicBezTo>
                    <a:pt x="640953" y="772136"/>
                    <a:pt x="730297" y="782233"/>
                    <a:pt x="824785" y="792901"/>
                  </a:cubicBezTo>
                  <a:cubicBezTo>
                    <a:pt x="956802" y="807950"/>
                    <a:pt x="1106059" y="824810"/>
                    <a:pt x="1254935" y="824810"/>
                  </a:cubicBezTo>
                  <a:cubicBezTo>
                    <a:pt x="1339476" y="825186"/>
                    <a:pt x="1423914" y="818816"/>
                    <a:pt x="1507442" y="805760"/>
                  </a:cubicBezTo>
                  <a:cubicBezTo>
                    <a:pt x="1749758" y="766993"/>
                    <a:pt x="1952546" y="691460"/>
                    <a:pt x="2131520" y="624785"/>
                  </a:cubicBezTo>
                  <a:cubicBezTo>
                    <a:pt x="2265728" y="574778"/>
                    <a:pt x="2404507" y="523153"/>
                    <a:pt x="2482802" y="523153"/>
                  </a:cubicBezTo>
                  <a:cubicBezTo>
                    <a:pt x="2499471" y="523153"/>
                    <a:pt x="2518521" y="524963"/>
                    <a:pt x="2551954" y="546870"/>
                  </a:cubicBezTo>
                  <a:lnTo>
                    <a:pt x="2572909" y="560586"/>
                  </a:lnTo>
                  <a:cubicBezTo>
                    <a:pt x="2785602" y="699841"/>
                    <a:pt x="2986389" y="831382"/>
                    <a:pt x="3123549" y="967399"/>
                  </a:cubicBezTo>
                  <a:cubicBezTo>
                    <a:pt x="3262805" y="1105702"/>
                    <a:pt x="3288141" y="1200380"/>
                    <a:pt x="3294999" y="1274771"/>
                  </a:cubicBezTo>
                  <a:lnTo>
                    <a:pt x="3294999" y="1275818"/>
                  </a:lnTo>
                  <a:cubicBezTo>
                    <a:pt x="3289284" y="1316299"/>
                    <a:pt x="3224228" y="1432695"/>
                    <a:pt x="3176699" y="1517658"/>
                  </a:cubicBezTo>
                  <a:cubicBezTo>
                    <a:pt x="3088021" y="1676059"/>
                    <a:pt x="2987723" y="1855415"/>
                    <a:pt x="2912761" y="2085253"/>
                  </a:cubicBezTo>
                  <a:lnTo>
                    <a:pt x="2911427" y="2089444"/>
                  </a:lnTo>
                  <a:lnTo>
                    <a:pt x="2907141" y="2088396"/>
                  </a:lnTo>
                  <a:cubicBezTo>
                    <a:pt x="2770267" y="2054773"/>
                    <a:pt x="2611009" y="2018864"/>
                    <a:pt x="2451465" y="2018864"/>
                  </a:cubicBezTo>
                  <a:cubicBezTo>
                    <a:pt x="2319544" y="2018864"/>
                    <a:pt x="2203815" y="2042200"/>
                    <a:pt x="2097135" y="2090301"/>
                  </a:cubicBezTo>
                  <a:cubicBezTo>
                    <a:pt x="1884728" y="2186218"/>
                    <a:pt x="1710610" y="2313091"/>
                    <a:pt x="1556877" y="2425105"/>
                  </a:cubicBezTo>
                  <a:cubicBezTo>
                    <a:pt x="1489154" y="2474445"/>
                    <a:pt x="1387046" y="2548930"/>
                    <a:pt x="1312847" y="2590078"/>
                  </a:cubicBezTo>
                  <a:close/>
                  <a:moveTo>
                    <a:pt x="574659" y="780042"/>
                  </a:moveTo>
                  <a:cubicBezTo>
                    <a:pt x="636667" y="882150"/>
                    <a:pt x="752872" y="1028168"/>
                    <a:pt x="809450" y="1099225"/>
                  </a:cubicBezTo>
                  <a:cubicBezTo>
                    <a:pt x="947277" y="1272294"/>
                    <a:pt x="1103487" y="1468604"/>
                    <a:pt x="1219692" y="1692728"/>
                  </a:cubicBezTo>
                  <a:cubicBezTo>
                    <a:pt x="1378283" y="1998480"/>
                    <a:pt x="1343517" y="2324235"/>
                    <a:pt x="1320276" y="2539786"/>
                  </a:cubicBezTo>
                  <a:lnTo>
                    <a:pt x="1320276" y="2540738"/>
                  </a:lnTo>
                  <a:cubicBezTo>
                    <a:pt x="1319228" y="2550930"/>
                    <a:pt x="1317800" y="2564075"/>
                    <a:pt x="1316276" y="2578838"/>
                  </a:cubicBezTo>
                  <a:cubicBezTo>
                    <a:pt x="1389237" y="2537119"/>
                    <a:pt x="1486297" y="2466348"/>
                    <a:pt x="1551257" y="2419009"/>
                  </a:cubicBezTo>
                  <a:cubicBezTo>
                    <a:pt x="1705467" y="2306709"/>
                    <a:pt x="1880060" y="2179455"/>
                    <a:pt x="2093230" y="2083157"/>
                  </a:cubicBezTo>
                  <a:cubicBezTo>
                    <a:pt x="2201053" y="2034485"/>
                    <a:pt x="2318306" y="2010863"/>
                    <a:pt x="2451560" y="2010863"/>
                  </a:cubicBezTo>
                  <a:cubicBezTo>
                    <a:pt x="2610437" y="2010863"/>
                    <a:pt x="2768838" y="2046105"/>
                    <a:pt x="2905236" y="2079633"/>
                  </a:cubicBezTo>
                  <a:cubicBezTo>
                    <a:pt x="2980293" y="1851033"/>
                    <a:pt x="3080115" y="1672344"/>
                    <a:pt x="3168316" y="1514705"/>
                  </a:cubicBezTo>
                  <a:cubicBezTo>
                    <a:pt x="3215370" y="1430599"/>
                    <a:pt x="3279664" y="1315728"/>
                    <a:pt x="3285569" y="1276580"/>
                  </a:cubicBezTo>
                  <a:cubicBezTo>
                    <a:pt x="3279188" y="1203905"/>
                    <a:pt x="3254041" y="1111417"/>
                    <a:pt x="3117263" y="975686"/>
                  </a:cubicBezTo>
                  <a:cubicBezTo>
                    <a:pt x="2980483" y="839954"/>
                    <a:pt x="2780363" y="708986"/>
                    <a:pt x="2568146" y="570111"/>
                  </a:cubicBezTo>
                  <a:lnTo>
                    <a:pt x="2547191" y="556395"/>
                  </a:lnTo>
                  <a:cubicBezTo>
                    <a:pt x="2515949" y="535916"/>
                    <a:pt x="2498423" y="534202"/>
                    <a:pt x="2483279" y="534202"/>
                  </a:cubicBezTo>
                  <a:cubicBezTo>
                    <a:pt x="2407079" y="534202"/>
                    <a:pt x="2268775" y="585541"/>
                    <a:pt x="2135330" y="635167"/>
                  </a:cubicBezTo>
                  <a:cubicBezTo>
                    <a:pt x="1955879" y="701842"/>
                    <a:pt x="1752616" y="777565"/>
                    <a:pt x="1509443" y="816142"/>
                  </a:cubicBezTo>
                  <a:cubicBezTo>
                    <a:pt x="1425413" y="829293"/>
                    <a:pt x="1340462" y="835664"/>
                    <a:pt x="1255411" y="835192"/>
                  </a:cubicBezTo>
                  <a:cubicBezTo>
                    <a:pt x="1105964" y="835192"/>
                    <a:pt x="956516" y="818237"/>
                    <a:pt x="824595" y="803283"/>
                  </a:cubicBezTo>
                  <a:cubicBezTo>
                    <a:pt x="733441" y="792424"/>
                    <a:pt x="647621" y="782709"/>
                    <a:pt x="574659" y="780042"/>
                  </a:cubicBezTo>
                  <a:close/>
                  <a:moveTo>
                    <a:pt x="1677559" y="1882942"/>
                  </a:moveTo>
                  <a:lnTo>
                    <a:pt x="1676130" y="1876465"/>
                  </a:lnTo>
                  <a:cubicBezTo>
                    <a:pt x="1649981" y="1752918"/>
                    <a:pt x="1607407" y="1633429"/>
                    <a:pt x="1549543" y="1521182"/>
                  </a:cubicBezTo>
                  <a:cubicBezTo>
                    <a:pt x="1493205" y="1413843"/>
                    <a:pt x="1430052" y="1310222"/>
                    <a:pt x="1360472" y="1210953"/>
                  </a:cubicBezTo>
                  <a:lnTo>
                    <a:pt x="1355614" y="1203905"/>
                  </a:lnTo>
                  <a:lnTo>
                    <a:pt x="1364186" y="1203905"/>
                  </a:lnTo>
                  <a:cubicBezTo>
                    <a:pt x="1432470" y="1200740"/>
                    <a:pt x="1500522" y="1193744"/>
                    <a:pt x="1568021" y="1182949"/>
                  </a:cubicBezTo>
                  <a:cubicBezTo>
                    <a:pt x="1847580" y="1138277"/>
                    <a:pt x="2078847" y="1052266"/>
                    <a:pt x="2264680" y="982924"/>
                  </a:cubicBezTo>
                  <a:cubicBezTo>
                    <a:pt x="2311638" y="965494"/>
                    <a:pt x="2375932" y="941491"/>
                    <a:pt x="2428319" y="924346"/>
                  </a:cubicBezTo>
                  <a:lnTo>
                    <a:pt x="2430415" y="923584"/>
                  </a:lnTo>
                  <a:lnTo>
                    <a:pt x="2432415" y="924917"/>
                  </a:lnTo>
                  <a:cubicBezTo>
                    <a:pt x="2592245" y="1029692"/>
                    <a:pt x="2756265" y="1140754"/>
                    <a:pt x="2855516" y="1239242"/>
                  </a:cubicBezTo>
                  <a:cubicBezTo>
                    <a:pt x="2863898" y="1247624"/>
                    <a:pt x="2871803" y="1255816"/>
                    <a:pt x="2878947" y="1263722"/>
                  </a:cubicBezTo>
                  <a:lnTo>
                    <a:pt x="2881233" y="1266198"/>
                  </a:lnTo>
                  <a:lnTo>
                    <a:pt x="2879614" y="1269246"/>
                  </a:lnTo>
                  <a:cubicBezTo>
                    <a:pt x="2866374" y="1293344"/>
                    <a:pt x="2853420" y="1316871"/>
                    <a:pt x="2844181" y="1332968"/>
                  </a:cubicBezTo>
                  <a:cubicBezTo>
                    <a:pt x="2792365" y="1425647"/>
                    <a:pt x="2733596" y="1530612"/>
                    <a:pt x="2676731" y="1651865"/>
                  </a:cubicBezTo>
                  <a:lnTo>
                    <a:pt x="2675207" y="1655008"/>
                  </a:lnTo>
                  <a:lnTo>
                    <a:pt x="2671778" y="1654532"/>
                  </a:lnTo>
                  <a:cubicBezTo>
                    <a:pt x="2598761" y="1644560"/>
                    <a:pt x="2525160" y="1639468"/>
                    <a:pt x="2451465" y="1639292"/>
                  </a:cubicBezTo>
                  <a:cubicBezTo>
                    <a:pt x="2264394" y="1639292"/>
                    <a:pt x="2097135" y="1673678"/>
                    <a:pt x="1940354" y="1744544"/>
                  </a:cubicBezTo>
                  <a:cubicBezTo>
                    <a:pt x="1852023" y="1784597"/>
                    <a:pt x="1766147" y="1829857"/>
                    <a:pt x="1683179" y="1880085"/>
                  </a:cubicBezTo>
                  <a:close/>
                  <a:moveTo>
                    <a:pt x="1372759" y="1212572"/>
                  </a:moveTo>
                  <a:cubicBezTo>
                    <a:pt x="1440723" y="1309973"/>
                    <a:pt x="1502442" y="1411587"/>
                    <a:pt x="1557544" y="1516801"/>
                  </a:cubicBezTo>
                  <a:cubicBezTo>
                    <a:pt x="1614806" y="1627790"/>
                    <a:pt x="1657207" y="1745835"/>
                    <a:pt x="1683655" y="1867892"/>
                  </a:cubicBezTo>
                  <a:cubicBezTo>
                    <a:pt x="1765142" y="1818882"/>
                    <a:pt x="1849387" y="1774613"/>
                    <a:pt x="1935972" y="1735304"/>
                  </a:cubicBezTo>
                  <a:cubicBezTo>
                    <a:pt x="2094087" y="1663867"/>
                    <a:pt x="2262584" y="1629196"/>
                    <a:pt x="2451084" y="1629196"/>
                  </a:cubicBezTo>
                  <a:cubicBezTo>
                    <a:pt x="2524038" y="1629373"/>
                    <a:pt x="2596902" y="1634337"/>
                    <a:pt x="2669207" y="1644055"/>
                  </a:cubicBezTo>
                  <a:cubicBezTo>
                    <a:pt x="2725785" y="1523849"/>
                    <a:pt x="2783983" y="1419741"/>
                    <a:pt x="2835513" y="1327825"/>
                  </a:cubicBezTo>
                  <a:cubicBezTo>
                    <a:pt x="2844276" y="1312013"/>
                    <a:pt x="2856563" y="1289725"/>
                    <a:pt x="2869232" y="1267055"/>
                  </a:cubicBezTo>
                  <a:cubicBezTo>
                    <a:pt x="2862850" y="1260102"/>
                    <a:pt x="2855801" y="1252768"/>
                    <a:pt x="2848372" y="1245433"/>
                  </a:cubicBezTo>
                  <a:cubicBezTo>
                    <a:pt x="2750645" y="1148374"/>
                    <a:pt x="2587577" y="1038360"/>
                    <a:pt x="2428700" y="933871"/>
                  </a:cubicBezTo>
                  <a:cubicBezTo>
                    <a:pt x="2376884" y="951016"/>
                    <a:pt x="2313829" y="974447"/>
                    <a:pt x="2267633" y="991688"/>
                  </a:cubicBezTo>
                  <a:cubicBezTo>
                    <a:pt x="2081419" y="1060934"/>
                    <a:pt x="1849580" y="1147136"/>
                    <a:pt x="1569069" y="1191713"/>
                  </a:cubicBezTo>
                  <a:cubicBezTo>
                    <a:pt x="1504185" y="1202210"/>
                    <a:pt x="1438779" y="1209173"/>
                    <a:pt x="1373140" y="1212572"/>
                  </a:cubicBezTo>
                  <a:close/>
                  <a:moveTo>
                    <a:pt x="1241981" y="2812011"/>
                  </a:moveTo>
                  <a:lnTo>
                    <a:pt x="1241981" y="2812011"/>
                  </a:lnTo>
                  <a:cubicBezTo>
                    <a:pt x="1203881" y="2812011"/>
                    <a:pt x="1161685" y="2797342"/>
                    <a:pt x="1113298" y="2767243"/>
                  </a:cubicBezTo>
                  <a:lnTo>
                    <a:pt x="1111679" y="2766195"/>
                  </a:lnTo>
                  <a:lnTo>
                    <a:pt x="1111679" y="2764290"/>
                  </a:lnTo>
                  <a:cubicBezTo>
                    <a:pt x="1100725" y="2718189"/>
                    <a:pt x="1114631" y="2587982"/>
                    <a:pt x="1122156" y="2518069"/>
                  </a:cubicBezTo>
                  <a:cubicBezTo>
                    <a:pt x="1143968" y="2314805"/>
                    <a:pt x="1173686" y="2036580"/>
                    <a:pt x="1042908" y="1784644"/>
                  </a:cubicBezTo>
                  <a:cubicBezTo>
                    <a:pt x="935656" y="1577856"/>
                    <a:pt x="792305" y="1397833"/>
                    <a:pt x="653717" y="1223621"/>
                  </a:cubicBezTo>
                  <a:cubicBezTo>
                    <a:pt x="524176" y="1060934"/>
                    <a:pt x="412829" y="916916"/>
                    <a:pt x="362442" y="803283"/>
                  </a:cubicBezTo>
                  <a:cubicBezTo>
                    <a:pt x="316246" y="698508"/>
                    <a:pt x="336058" y="654217"/>
                    <a:pt x="362442" y="613926"/>
                  </a:cubicBezTo>
                  <a:cubicBezTo>
                    <a:pt x="372824" y="598019"/>
                    <a:pt x="410638" y="578969"/>
                    <a:pt x="531130" y="578969"/>
                  </a:cubicBezTo>
                  <a:cubicBezTo>
                    <a:pt x="623617" y="578969"/>
                    <a:pt x="732488" y="591256"/>
                    <a:pt x="847741" y="604401"/>
                  </a:cubicBezTo>
                  <a:cubicBezTo>
                    <a:pt x="981091" y="619451"/>
                    <a:pt x="1117965" y="634976"/>
                    <a:pt x="1256077" y="634976"/>
                  </a:cubicBezTo>
                  <a:cubicBezTo>
                    <a:pt x="1330289" y="635230"/>
                    <a:pt x="1404404" y="629593"/>
                    <a:pt x="1477724" y="618117"/>
                  </a:cubicBezTo>
                  <a:cubicBezTo>
                    <a:pt x="1701371" y="582303"/>
                    <a:pt x="1886442" y="513342"/>
                    <a:pt x="2065417" y="446667"/>
                  </a:cubicBezTo>
                  <a:cubicBezTo>
                    <a:pt x="2222389" y="388279"/>
                    <a:pt x="2370693" y="333129"/>
                    <a:pt x="2483183" y="333129"/>
                  </a:cubicBezTo>
                  <a:cubicBezTo>
                    <a:pt x="2545231" y="333370"/>
                    <a:pt x="2605733" y="352508"/>
                    <a:pt x="2656633" y="387993"/>
                  </a:cubicBezTo>
                  <a:lnTo>
                    <a:pt x="2677589" y="401709"/>
                  </a:lnTo>
                  <a:cubicBezTo>
                    <a:pt x="2898569" y="546394"/>
                    <a:pt x="3107357" y="682982"/>
                    <a:pt x="3258137" y="832715"/>
                  </a:cubicBezTo>
                  <a:cubicBezTo>
                    <a:pt x="3402727" y="976257"/>
                    <a:pt x="3472736" y="1108940"/>
                    <a:pt x="3485213" y="1262960"/>
                  </a:cubicBezTo>
                  <a:cubicBezTo>
                    <a:pt x="3491786" y="1344970"/>
                    <a:pt x="3429302" y="1456603"/>
                    <a:pt x="3342910" y="1611098"/>
                  </a:cubicBezTo>
                  <a:cubicBezTo>
                    <a:pt x="3241659" y="1792073"/>
                    <a:pt x="3115548" y="2017435"/>
                    <a:pt x="3047635" y="2313662"/>
                  </a:cubicBezTo>
                  <a:lnTo>
                    <a:pt x="3046587" y="2318234"/>
                  </a:lnTo>
                  <a:lnTo>
                    <a:pt x="3041920" y="2317187"/>
                  </a:lnTo>
                  <a:cubicBezTo>
                    <a:pt x="2999819" y="2307662"/>
                    <a:pt x="2954195" y="2296708"/>
                    <a:pt x="2910094" y="2285754"/>
                  </a:cubicBezTo>
                  <a:lnTo>
                    <a:pt x="2908760" y="2285754"/>
                  </a:lnTo>
                  <a:cubicBezTo>
                    <a:pt x="2759313" y="2248512"/>
                    <a:pt x="2604817" y="2210126"/>
                    <a:pt x="2451560" y="2210126"/>
                  </a:cubicBezTo>
                  <a:cubicBezTo>
                    <a:pt x="2346785" y="2210126"/>
                    <a:pt x="2256965" y="2227937"/>
                    <a:pt x="2175335" y="2264704"/>
                  </a:cubicBezTo>
                  <a:cubicBezTo>
                    <a:pt x="1980835" y="2352524"/>
                    <a:pt x="1822148" y="2468158"/>
                    <a:pt x="1668796" y="2579886"/>
                  </a:cubicBezTo>
                  <a:cubicBezTo>
                    <a:pt x="1512490" y="2694567"/>
                    <a:pt x="1350661" y="2812011"/>
                    <a:pt x="1241981" y="2812011"/>
                  </a:cubicBezTo>
                  <a:close/>
                  <a:moveTo>
                    <a:pt x="1120060" y="2760195"/>
                  </a:moveTo>
                  <a:cubicBezTo>
                    <a:pt x="1166161" y="2788770"/>
                    <a:pt x="1205785" y="2802486"/>
                    <a:pt x="1241981" y="2802486"/>
                  </a:cubicBezTo>
                  <a:cubicBezTo>
                    <a:pt x="1347803" y="2802486"/>
                    <a:pt x="1508681" y="2685423"/>
                    <a:pt x="1663652" y="2572266"/>
                  </a:cubicBezTo>
                  <a:cubicBezTo>
                    <a:pt x="1817481" y="2460252"/>
                    <a:pt x="1976453" y="2344333"/>
                    <a:pt x="2171811" y="2256131"/>
                  </a:cubicBezTo>
                  <a:cubicBezTo>
                    <a:pt x="2254488" y="2218793"/>
                    <a:pt x="2346023" y="2200696"/>
                    <a:pt x="2451751" y="2200696"/>
                  </a:cubicBezTo>
                  <a:cubicBezTo>
                    <a:pt x="2605865" y="2200696"/>
                    <a:pt x="2761028" y="2239272"/>
                    <a:pt x="2910951" y="2276896"/>
                  </a:cubicBezTo>
                  <a:lnTo>
                    <a:pt x="2912284" y="2276896"/>
                  </a:lnTo>
                  <a:cubicBezTo>
                    <a:pt x="2954766" y="2287469"/>
                    <a:pt x="2998581" y="2298327"/>
                    <a:pt x="3039348" y="2307281"/>
                  </a:cubicBezTo>
                  <a:cubicBezTo>
                    <a:pt x="3108214" y="2012006"/>
                    <a:pt x="3233849" y="1787501"/>
                    <a:pt x="3334623" y="1606907"/>
                  </a:cubicBezTo>
                  <a:cubicBezTo>
                    <a:pt x="3420348" y="1453840"/>
                    <a:pt x="3482070" y="1343255"/>
                    <a:pt x="3475688" y="1264007"/>
                  </a:cubicBezTo>
                  <a:cubicBezTo>
                    <a:pt x="3463401" y="1112465"/>
                    <a:pt x="3394249" y="981591"/>
                    <a:pt x="3251374" y="839764"/>
                  </a:cubicBezTo>
                  <a:cubicBezTo>
                    <a:pt x="3101356" y="690793"/>
                    <a:pt x="2892949" y="554014"/>
                    <a:pt x="2672350" y="409996"/>
                  </a:cubicBezTo>
                  <a:lnTo>
                    <a:pt x="2651681" y="396375"/>
                  </a:lnTo>
                  <a:cubicBezTo>
                    <a:pt x="2602293" y="361923"/>
                    <a:pt x="2543590" y="343318"/>
                    <a:pt x="2483374" y="343035"/>
                  </a:cubicBezTo>
                  <a:cubicBezTo>
                    <a:pt x="2372598" y="343035"/>
                    <a:pt x="2225056" y="397899"/>
                    <a:pt x="2069036" y="456002"/>
                  </a:cubicBezTo>
                  <a:cubicBezTo>
                    <a:pt x="1889490" y="522677"/>
                    <a:pt x="1704038" y="591733"/>
                    <a:pt x="1479343" y="627452"/>
                  </a:cubicBezTo>
                  <a:cubicBezTo>
                    <a:pt x="1405286" y="638862"/>
                    <a:pt x="1330436" y="644340"/>
                    <a:pt x="1255506" y="643835"/>
                  </a:cubicBezTo>
                  <a:cubicBezTo>
                    <a:pt x="1116917" y="643835"/>
                    <a:pt x="979281" y="628214"/>
                    <a:pt x="845931" y="613164"/>
                  </a:cubicBezTo>
                  <a:cubicBezTo>
                    <a:pt x="730869" y="600115"/>
                    <a:pt x="622284" y="587828"/>
                    <a:pt x="530272" y="587828"/>
                  </a:cubicBezTo>
                  <a:cubicBezTo>
                    <a:pt x="403304" y="587828"/>
                    <a:pt x="375586" y="609259"/>
                    <a:pt x="369490" y="618498"/>
                  </a:cubicBezTo>
                  <a:cubicBezTo>
                    <a:pt x="344630" y="656598"/>
                    <a:pt x="326056" y="698794"/>
                    <a:pt x="370348" y="798806"/>
                  </a:cubicBezTo>
                  <a:cubicBezTo>
                    <a:pt x="420163" y="911392"/>
                    <a:pt x="531130" y="1054838"/>
                    <a:pt x="660289" y="1217049"/>
                  </a:cubicBezTo>
                  <a:cubicBezTo>
                    <a:pt x="799163" y="1391547"/>
                    <a:pt x="942800" y="1571951"/>
                    <a:pt x="1050814" y="1779596"/>
                  </a:cubicBezTo>
                  <a:cubicBezTo>
                    <a:pt x="1182926" y="2034485"/>
                    <a:pt x="1152922" y="2314329"/>
                    <a:pt x="1131110" y="2518736"/>
                  </a:cubicBezTo>
                  <a:cubicBezTo>
                    <a:pt x="1124061" y="2582648"/>
                    <a:pt x="1110059" y="2713617"/>
                    <a:pt x="1119775" y="2760195"/>
                  </a:cubicBezTo>
                  <a:close/>
                  <a:moveTo>
                    <a:pt x="1521444" y="2216507"/>
                  </a:moveTo>
                  <a:lnTo>
                    <a:pt x="1521444" y="2207458"/>
                  </a:lnTo>
                  <a:cubicBezTo>
                    <a:pt x="1517539" y="1979525"/>
                    <a:pt x="1471533" y="1783787"/>
                    <a:pt x="1380855" y="1608907"/>
                  </a:cubicBezTo>
                  <a:cubicBezTo>
                    <a:pt x="1257030" y="1370021"/>
                    <a:pt x="1090628" y="1161232"/>
                    <a:pt x="969280" y="1008261"/>
                  </a:cubicBezTo>
                  <a:lnTo>
                    <a:pt x="962326" y="999593"/>
                  </a:lnTo>
                  <a:lnTo>
                    <a:pt x="973471" y="1000641"/>
                  </a:lnTo>
                  <a:cubicBezTo>
                    <a:pt x="1081675" y="1010833"/>
                    <a:pt x="1171400" y="1015595"/>
                    <a:pt x="1255792" y="1015595"/>
                  </a:cubicBezTo>
                  <a:cubicBezTo>
                    <a:pt x="1350405" y="1016123"/>
                    <a:pt x="1444908" y="1009084"/>
                    <a:pt x="1538398" y="994545"/>
                  </a:cubicBezTo>
                  <a:cubicBezTo>
                    <a:pt x="1799288" y="952730"/>
                    <a:pt x="2011505" y="873863"/>
                    <a:pt x="2198767" y="804045"/>
                  </a:cubicBezTo>
                  <a:cubicBezTo>
                    <a:pt x="2279063" y="774232"/>
                    <a:pt x="2400506" y="728988"/>
                    <a:pt x="2461752" y="717368"/>
                  </a:cubicBezTo>
                  <a:lnTo>
                    <a:pt x="2463562" y="717368"/>
                  </a:lnTo>
                  <a:lnTo>
                    <a:pt x="2469372" y="721082"/>
                  </a:lnTo>
                  <a:cubicBezTo>
                    <a:pt x="2673683" y="854908"/>
                    <a:pt x="2866755" y="981305"/>
                    <a:pt x="2990199" y="1103797"/>
                  </a:cubicBezTo>
                  <a:cubicBezTo>
                    <a:pt x="3050588" y="1163804"/>
                    <a:pt x="3086402" y="1214001"/>
                    <a:pt x="3099451" y="1257340"/>
                  </a:cubicBezTo>
                  <a:lnTo>
                    <a:pt x="3099927" y="1259149"/>
                  </a:lnTo>
                  <a:lnTo>
                    <a:pt x="3099165" y="1260769"/>
                  </a:lnTo>
                  <a:cubicBezTo>
                    <a:pt x="3080115" y="1301631"/>
                    <a:pt x="3042015" y="1370402"/>
                    <a:pt x="3010964" y="1425551"/>
                  </a:cubicBezTo>
                  <a:cubicBezTo>
                    <a:pt x="2945336" y="1542899"/>
                    <a:pt x="2863898" y="1688537"/>
                    <a:pt x="2792555" y="1863701"/>
                  </a:cubicBezTo>
                  <a:lnTo>
                    <a:pt x="2791127" y="1867321"/>
                  </a:lnTo>
                  <a:lnTo>
                    <a:pt x="2787221" y="1866559"/>
                  </a:lnTo>
                  <a:cubicBezTo>
                    <a:pt x="2677007" y="1842848"/>
                    <a:pt x="2564673" y="1830370"/>
                    <a:pt x="2451941" y="1829316"/>
                  </a:cubicBezTo>
                  <a:cubicBezTo>
                    <a:pt x="2292398" y="1829316"/>
                    <a:pt x="2150856" y="1857891"/>
                    <a:pt x="2019221" y="1917708"/>
                  </a:cubicBezTo>
                  <a:cubicBezTo>
                    <a:pt x="1827101" y="2004386"/>
                    <a:pt x="1670129" y="2110018"/>
                    <a:pt x="1528969" y="2211364"/>
                  </a:cubicBezTo>
                  <a:close/>
                  <a:moveTo>
                    <a:pt x="983186" y="1011119"/>
                  </a:moveTo>
                  <a:cubicBezTo>
                    <a:pt x="1104154" y="1163519"/>
                    <a:pt x="1266841" y="1369354"/>
                    <a:pt x="1388856" y="1604526"/>
                  </a:cubicBezTo>
                  <a:cubicBezTo>
                    <a:pt x="1478963" y="1778453"/>
                    <a:pt x="1525349" y="1972667"/>
                    <a:pt x="1530302" y="2198220"/>
                  </a:cubicBezTo>
                  <a:cubicBezTo>
                    <a:pt x="1669939" y="2098302"/>
                    <a:pt x="1825577" y="1994384"/>
                    <a:pt x="2014839" y="1908850"/>
                  </a:cubicBezTo>
                  <a:cubicBezTo>
                    <a:pt x="2147713" y="1848842"/>
                    <a:pt x="2290588" y="1819696"/>
                    <a:pt x="2451465" y="1819696"/>
                  </a:cubicBezTo>
                  <a:cubicBezTo>
                    <a:pt x="2563603" y="1820681"/>
                    <a:pt x="2675357" y="1832966"/>
                    <a:pt x="2785031" y="1856367"/>
                  </a:cubicBezTo>
                  <a:cubicBezTo>
                    <a:pt x="2856182" y="1682155"/>
                    <a:pt x="2937431" y="1537375"/>
                    <a:pt x="3002391" y="1420884"/>
                  </a:cubicBezTo>
                  <a:cubicBezTo>
                    <a:pt x="3032871" y="1366306"/>
                    <a:pt x="3070590" y="1298869"/>
                    <a:pt x="3089640" y="1258102"/>
                  </a:cubicBezTo>
                  <a:cubicBezTo>
                    <a:pt x="3076591" y="1216763"/>
                    <a:pt x="3042015" y="1168281"/>
                    <a:pt x="2983246" y="1110274"/>
                  </a:cubicBezTo>
                  <a:cubicBezTo>
                    <a:pt x="2860564" y="988449"/>
                    <a:pt x="2667873" y="862624"/>
                    <a:pt x="2463943" y="728797"/>
                  </a:cubicBezTo>
                  <a:lnTo>
                    <a:pt x="2461466" y="727178"/>
                  </a:lnTo>
                  <a:cubicBezTo>
                    <a:pt x="2400316" y="739275"/>
                    <a:pt x="2281063" y="783662"/>
                    <a:pt x="2201910" y="812903"/>
                  </a:cubicBezTo>
                  <a:cubicBezTo>
                    <a:pt x="2014267" y="882722"/>
                    <a:pt x="1801860" y="961779"/>
                    <a:pt x="1539732" y="1003403"/>
                  </a:cubicBezTo>
                  <a:cubicBezTo>
                    <a:pt x="1445740" y="1018054"/>
                    <a:pt x="1350726" y="1025157"/>
                    <a:pt x="1255601" y="1024644"/>
                  </a:cubicBezTo>
                  <a:cubicBezTo>
                    <a:pt x="1173591" y="1025120"/>
                    <a:pt x="1086818" y="1020644"/>
                    <a:pt x="983186" y="1011119"/>
                  </a:cubicBezTo>
                  <a:close/>
                  <a:moveTo>
                    <a:pt x="1793573" y="1602431"/>
                  </a:moveTo>
                  <a:lnTo>
                    <a:pt x="1791764" y="1597573"/>
                  </a:lnTo>
                  <a:cubicBezTo>
                    <a:pt x="1770470" y="1541513"/>
                    <a:pt x="1745917" y="1486746"/>
                    <a:pt x="1718231" y="1433552"/>
                  </a:cubicBezTo>
                  <a:cubicBezTo>
                    <a:pt x="1706039" y="1409930"/>
                    <a:pt x="1693180" y="1385927"/>
                    <a:pt x="1680131" y="1362591"/>
                  </a:cubicBezTo>
                  <a:lnTo>
                    <a:pt x="1676892" y="1356876"/>
                  </a:lnTo>
                  <a:lnTo>
                    <a:pt x="1683369" y="1355638"/>
                  </a:lnTo>
                  <a:cubicBezTo>
                    <a:pt x="1942354" y="1305727"/>
                    <a:pt x="2157619" y="1225622"/>
                    <a:pt x="2330593" y="1161328"/>
                  </a:cubicBezTo>
                  <a:cubicBezTo>
                    <a:pt x="2346976" y="1155232"/>
                    <a:pt x="2373074" y="1145516"/>
                    <a:pt x="2401364" y="1135229"/>
                  </a:cubicBezTo>
                  <a:lnTo>
                    <a:pt x="2403649" y="1134372"/>
                  </a:lnTo>
                  <a:lnTo>
                    <a:pt x="2405650" y="1135706"/>
                  </a:lnTo>
                  <a:cubicBezTo>
                    <a:pt x="2509663" y="1205238"/>
                    <a:pt x="2581386" y="1256387"/>
                    <a:pt x="2638250" y="1301726"/>
                  </a:cubicBezTo>
                  <a:lnTo>
                    <a:pt x="2641394" y="1304203"/>
                  </a:lnTo>
                  <a:lnTo>
                    <a:pt x="2639489" y="1307727"/>
                  </a:lnTo>
                  <a:cubicBezTo>
                    <a:pt x="2610056" y="1360972"/>
                    <a:pt x="2586053" y="1405930"/>
                    <a:pt x="2563860" y="1448983"/>
                  </a:cubicBezTo>
                  <a:lnTo>
                    <a:pt x="2562431" y="1451745"/>
                  </a:lnTo>
                  <a:lnTo>
                    <a:pt x="2559383" y="1451745"/>
                  </a:lnTo>
                  <a:cubicBezTo>
                    <a:pt x="2523283" y="1449554"/>
                    <a:pt x="2486898" y="1448411"/>
                    <a:pt x="2451084" y="1448411"/>
                  </a:cubicBezTo>
                  <a:cubicBezTo>
                    <a:pt x="2236391" y="1448411"/>
                    <a:pt x="2043509" y="1488321"/>
                    <a:pt x="1861582" y="1570522"/>
                  </a:cubicBezTo>
                  <a:cubicBezTo>
                    <a:pt x="1840341" y="1580047"/>
                    <a:pt x="1818910" y="1590143"/>
                    <a:pt x="1797860" y="1600335"/>
                  </a:cubicBezTo>
                  <a:close/>
                  <a:moveTo>
                    <a:pt x="1691942" y="1363734"/>
                  </a:moveTo>
                  <a:cubicBezTo>
                    <a:pt x="1704038" y="1385356"/>
                    <a:pt x="1715754" y="1407358"/>
                    <a:pt x="1727089" y="1429171"/>
                  </a:cubicBezTo>
                  <a:cubicBezTo>
                    <a:pt x="1754027" y="1481263"/>
                    <a:pt x="1777974" y="1534849"/>
                    <a:pt x="1798812" y="1589667"/>
                  </a:cubicBezTo>
                  <a:cubicBezTo>
                    <a:pt x="1818434" y="1580142"/>
                    <a:pt x="1838341" y="1570617"/>
                    <a:pt x="1858057" y="1562045"/>
                  </a:cubicBezTo>
                  <a:cubicBezTo>
                    <a:pt x="2041319" y="1479272"/>
                    <a:pt x="2235343" y="1439077"/>
                    <a:pt x="2451465" y="1439077"/>
                  </a:cubicBezTo>
                  <a:cubicBezTo>
                    <a:pt x="2486422" y="1439077"/>
                    <a:pt x="2521950" y="1440124"/>
                    <a:pt x="2557192" y="1442220"/>
                  </a:cubicBezTo>
                  <a:cubicBezTo>
                    <a:pt x="2578529" y="1400882"/>
                    <a:pt x="2601579" y="1357733"/>
                    <a:pt x="2629583" y="1307060"/>
                  </a:cubicBezTo>
                  <a:cubicBezTo>
                    <a:pt x="2573766" y="1262769"/>
                    <a:pt x="2503472" y="1212763"/>
                    <a:pt x="2402792" y="1145135"/>
                  </a:cubicBezTo>
                  <a:cubicBezTo>
                    <a:pt x="2375360" y="1154660"/>
                    <a:pt x="2350309" y="1164185"/>
                    <a:pt x="2334403" y="1170281"/>
                  </a:cubicBezTo>
                  <a:cubicBezTo>
                    <a:pt x="2162477" y="1234194"/>
                    <a:pt x="1948926" y="1313442"/>
                    <a:pt x="1691942" y="1363734"/>
                  </a:cubicBezTo>
                  <a:close/>
                  <a:moveTo>
                    <a:pt x="1819196" y="1537470"/>
                  </a:moveTo>
                  <a:lnTo>
                    <a:pt x="1817386" y="1532898"/>
                  </a:lnTo>
                  <a:cubicBezTo>
                    <a:pt x="1800146" y="1491560"/>
                    <a:pt x="1781191" y="1450793"/>
                    <a:pt x="1760902" y="1411645"/>
                  </a:cubicBezTo>
                  <a:lnTo>
                    <a:pt x="1749949" y="1390785"/>
                  </a:lnTo>
                  <a:lnTo>
                    <a:pt x="1756331" y="1389642"/>
                  </a:lnTo>
                  <a:cubicBezTo>
                    <a:pt x="1990931" y="1338874"/>
                    <a:pt x="2188766" y="1265246"/>
                    <a:pt x="2347738" y="1206190"/>
                  </a:cubicBezTo>
                  <a:cubicBezTo>
                    <a:pt x="2359644" y="1201714"/>
                    <a:pt x="2376313" y="1195427"/>
                    <a:pt x="2395363" y="1188474"/>
                  </a:cubicBezTo>
                  <a:lnTo>
                    <a:pt x="2397649" y="1187617"/>
                  </a:lnTo>
                  <a:lnTo>
                    <a:pt x="2399649" y="1188950"/>
                  </a:lnTo>
                  <a:cubicBezTo>
                    <a:pt x="2472896" y="1238290"/>
                    <a:pt x="2530999" y="1279343"/>
                    <a:pt x="2577290" y="1314490"/>
                  </a:cubicBezTo>
                  <a:lnTo>
                    <a:pt x="2580529" y="1316966"/>
                  </a:lnTo>
                  <a:lnTo>
                    <a:pt x="2578624" y="1320586"/>
                  </a:lnTo>
                  <a:cubicBezTo>
                    <a:pt x="2562908" y="1349161"/>
                    <a:pt x="2549096" y="1375259"/>
                    <a:pt x="2536142" y="1400024"/>
                  </a:cubicBezTo>
                  <a:lnTo>
                    <a:pt x="2534714" y="1402691"/>
                  </a:lnTo>
                  <a:lnTo>
                    <a:pt x="2531666" y="1402691"/>
                  </a:lnTo>
                  <a:cubicBezTo>
                    <a:pt x="2504900" y="1401453"/>
                    <a:pt x="2477849" y="1400882"/>
                    <a:pt x="2451465" y="1400882"/>
                  </a:cubicBezTo>
                  <a:cubicBezTo>
                    <a:pt x="2229914" y="1400882"/>
                    <a:pt x="2030650" y="1442220"/>
                    <a:pt x="1841865" y="1527183"/>
                  </a:cubicBezTo>
                  <a:lnTo>
                    <a:pt x="1823291" y="1535660"/>
                  </a:lnTo>
                  <a:close/>
                  <a:moveTo>
                    <a:pt x="1764236" y="1397357"/>
                  </a:moveTo>
                  <a:lnTo>
                    <a:pt x="1769380" y="1406882"/>
                  </a:lnTo>
                  <a:cubicBezTo>
                    <a:pt x="1789001" y="1444982"/>
                    <a:pt x="1807480" y="1484321"/>
                    <a:pt x="1824244" y="1524326"/>
                  </a:cubicBezTo>
                  <a:lnTo>
                    <a:pt x="1838436" y="1517848"/>
                  </a:lnTo>
                  <a:cubicBezTo>
                    <a:pt x="2027983" y="1432123"/>
                    <a:pt x="2228485" y="1390690"/>
                    <a:pt x="2451465" y="1390690"/>
                  </a:cubicBezTo>
                  <a:cubicBezTo>
                    <a:pt x="2476992" y="1390690"/>
                    <a:pt x="2503091" y="1391261"/>
                    <a:pt x="2529094" y="1392404"/>
                  </a:cubicBezTo>
                  <a:cubicBezTo>
                    <a:pt x="2541095" y="1369354"/>
                    <a:pt x="2553954" y="1345351"/>
                    <a:pt x="2568241" y="1319062"/>
                  </a:cubicBezTo>
                  <a:cubicBezTo>
                    <a:pt x="2523093" y="1284867"/>
                    <a:pt x="2466800" y="1245148"/>
                    <a:pt x="2396315" y="1197713"/>
                  </a:cubicBezTo>
                  <a:lnTo>
                    <a:pt x="2350976" y="1214477"/>
                  </a:lnTo>
                  <a:cubicBezTo>
                    <a:pt x="2193052" y="1273628"/>
                    <a:pt x="1996932" y="1346589"/>
                    <a:pt x="1764236" y="1397357"/>
                  </a:cubicBezTo>
                  <a:close/>
                  <a:moveTo>
                    <a:pt x="1843865" y="1474129"/>
                  </a:moveTo>
                  <a:lnTo>
                    <a:pt x="1841960" y="1469843"/>
                  </a:lnTo>
                  <a:cubicBezTo>
                    <a:pt x="1835610" y="1456127"/>
                    <a:pt x="1829260" y="1442538"/>
                    <a:pt x="1822910" y="1429076"/>
                  </a:cubicBezTo>
                  <a:lnTo>
                    <a:pt x="1820339" y="1423741"/>
                  </a:lnTo>
                  <a:lnTo>
                    <a:pt x="1826054" y="1422313"/>
                  </a:lnTo>
                  <a:cubicBezTo>
                    <a:pt x="2037889" y="1371926"/>
                    <a:pt x="2218769" y="1304679"/>
                    <a:pt x="2364216" y="1250863"/>
                  </a:cubicBezTo>
                  <a:lnTo>
                    <a:pt x="2391172" y="1241338"/>
                  </a:lnTo>
                  <a:lnTo>
                    <a:pt x="2393267" y="1242671"/>
                  </a:lnTo>
                  <a:cubicBezTo>
                    <a:pt x="2440892" y="1274961"/>
                    <a:pt x="2480992" y="1303060"/>
                    <a:pt x="2515759" y="1328396"/>
                  </a:cubicBezTo>
                  <a:lnTo>
                    <a:pt x="2519092" y="1330873"/>
                  </a:lnTo>
                  <a:lnTo>
                    <a:pt x="2506520" y="1354399"/>
                  </a:lnTo>
                  <a:lnTo>
                    <a:pt x="2503567" y="1354399"/>
                  </a:lnTo>
                  <a:cubicBezTo>
                    <a:pt x="2486041" y="1353923"/>
                    <a:pt x="2468515" y="1353638"/>
                    <a:pt x="2451465" y="1353638"/>
                  </a:cubicBezTo>
                  <a:cubicBezTo>
                    <a:pt x="2232390" y="1353638"/>
                    <a:pt x="2035318" y="1392690"/>
                    <a:pt x="1848152" y="1472986"/>
                  </a:cubicBezTo>
                  <a:close/>
                  <a:moveTo>
                    <a:pt x="1834340" y="1430219"/>
                  </a:moveTo>
                  <a:cubicBezTo>
                    <a:pt x="1839293" y="1440696"/>
                    <a:pt x="1843865" y="1451173"/>
                    <a:pt x="1849009" y="1461746"/>
                  </a:cubicBezTo>
                  <a:cubicBezTo>
                    <a:pt x="2036080" y="1382117"/>
                    <a:pt x="2233247" y="1343446"/>
                    <a:pt x="2451751" y="1343446"/>
                  </a:cubicBezTo>
                  <a:cubicBezTo>
                    <a:pt x="2467943" y="1343446"/>
                    <a:pt x="2484612" y="1343446"/>
                    <a:pt x="2501186" y="1344113"/>
                  </a:cubicBezTo>
                  <a:lnTo>
                    <a:pt x="2507091" y="1333064"/>
                  </a:lnTo>
                  <a:cubicBezTo>
                    <a:pt x="2473658" y="1308680"/>
                    <a:pt x="2435368" y="1281819"/>
                    <a:pt x="2390219" y="1251148"/>
                  </a:cubicBezTo>
                  <a:lnTo>
                    <a:pt x="2367740" y="1259531"/>
                  </a:lnTo>
                  <a:cubicBezTo>
                    <a:pt x="2223056" y="1313442"/>
                    <a:pt x="2043890" y="1380117"/>
                    <a:pt x="1834055" y="1430219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40000"/>
                    <a:lumOff val="60000"/>
                    <a:alpha val="41000"/>
                  </a:schemeClr>
                </a:gs>
                <a:gs pos="100000">
                  <a:schemeClr val="accent1"/>
                </a:gs>
              </a:gsLst>
              <a:lin ang="2729382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04" name="图片 103" descr="健康检查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2475" r="2475"/>
            <a:stretch>
              <a:fillRect/>
            </a:stretch>
          </p:blipFill>
          <p:spPr>
            <a:xfrm>
              <a:off x="2764" y="4409"/>
              <a:ext cx="13410" cy="1038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09" h="8520">
                  <a:moveTo>
                    <a:pt x="8419" y="0"/>
                  </a:moveTo>
                  <a:cubicBezTo>
                    <a:pt x="9077" y="-4"/>
                    <a:pt x="9711" y="264"/>
                    <a:pt x="10314" y="1103"/>
                  </a:cubicBezTo>
                  <a:cubicBezTo>
                    <a:pt x="11227" y="2373"/>
                    <a:pt x="11192" y="4207"/>
                    <a:pt x="10490" y="5633"/>
                  </a:cubicBezTo>
                  <a:cubicBezTo>
                    <a:pt x="9424" y="7801"/>
                    <a:pt x="7361" y="8652"/>
                    <a:pt x="5566" y="8504"/>
                  </a:cubicBezTo>
                  <a:cubicBezTo>
                    <a:pt x="3730" y="8352"/>
                    <a:pt x="1829" y="7176"/>
                    <a:pt x="709" y="5068"/>
                  </a:cubicBezTo>
                  <a:cubicBezTo>
                    <a:pt x="192" y="4097"/>
                    <a:pt x="-392" y="2371"/>
                    <a:pt x="356" y="1328"/>
                  </a:cubicBezTo>
                  <a:cubicBezTo>
                    <a:pt x="906" y="565"/>
                    <a:pt x="1886" y="810"/>
                    <a:pt x="2586" y="885"/>
                  </a:cubicBezTo>
                  <a:cubicBezTo>
                    <a:pt x="3564" y="989"/>
                    <a:pt x="4540" y="1045"/>
                    <a:pt x="5509" y="805"/>
                  </a:cubicBezTo>
                  <a:cubicBezTo>
                    <a:pt x="6511" y="557"/>
                    <a:pt x="7488" y="6"/>
                    <a:pt x="8419" y="0"/>
                  </a:cubicBezTo>
                  <a:close/>
                </a:path>
              </a:pathLst>
            </a:custGeom>
            <a:effectLst/>
          </p:spPr>
        </p:pic>
      </p:grpSp>
      <p:sp>
        <p:nvSpPr>
          <p:cNvPr id="9" name="矩形 8"/>
          <p:cNvSpPr/>
          <p:nvPr/>
        </p:nvSpPr>
        <p:spPr bwMode="auto">
          <a:xfrm>
            <a:off x="7587836" y="3403770"/>
            <a:ext cx="263144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457200">
              <a:lnSpc>
                <a:spcPct val="100000"/>
              </a:lnSpc>
              <a:buNone/>
            </a:pPr>
            <a:r>
              <a:rPr lang="zh-CN" altLang="en-US" sz="4800" b="1" kern="100" dirty="0">
                <a:solidFill>
                  <a:srgbClr val="003E87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数据工程</a:t>
            </a:r>
            <a:endParaRPr lang="zh-CN" altLang="en-US" sz="4800" b="1" kern="100" dirty="0">
              <a:solidFill>
                <a:srgbClr val="003E87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522845" y="2334260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 defTabSz="457200">
              <a:lnSpc>
                <a:spcPct val="15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02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pic>
        <p:nvPicPr>
          <p:cNvPr id="30" name="图片 1" descr="http://www.gzu.edu.cn/gzu/biaoshi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7690" y="73660"/>
            <a:ext cx="90106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30" descr="贵大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755" y="19050"/>
            <a:ext cx="1833245" cy="785495"/>
          </a:xfrm>
          <a:prstGeom prst="rect">
            <a:avLst/>
          </a:prstGeom>
        </p:spPr>
      </p:pic>
      <p:sp>
        <p:nvSpPr>
          <p:cNvPr id="105" name="流程图: 可选过程 104"/>
          <p:cNvSpPr/>
          <p:nvPr/>
        </p:nvSpPr>
        <p:spPr>
          <a:xfrm rot="19020000">
            <a:off x="-2320290" y="-626110"/>
            <a:ext cx="4852035" cy="3648710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6" name="流程图: 可选过程 105"/>
          <p:cNvSpPr/>
          <p:nvPr/>
        </p:nvSpPr>
        <p:spPr>
          <a:xfrm rot="19020000">
            <a:off x="-684530" y="3819525"/>
            <a:ext cx="2685415" cy="2512695"/>
          </a:xfrm>
          <a:prstGeom prst="flowChartAlternateProcess">
            <a:avLst/>
          </a:prstGeom>
          <a:solidFill>
            <a:srgbClr val="C2D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7" name="流程图: 可选过程 106"/>
          <p:cNvSpPr/>
          <p:nvPr/>
        </p:nvSpPr>
        <p:spPr>
          <a:xfrm rot="19020000">
            <a:off x="1064895" y="5755640"/>
            <a:ext cx="2685415" cy="2531745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9310" y="193675"/>
            <a:ext cx="404685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2.1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数据概览</a:t>
            </a:r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 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2" name="Text 6"/>
          <p:cNvSpPr/>
          <p:nvPr>
            <p:custDataLst>
              <p:tags r:id="rId3"/>
            </p:custDataLst>
          </p:nvPr>
        </p:nvSpPr>
        <p:spPr>
          <a:xfrm>
            <a:off x="2296795" y="5069840"/>
            <a:ext cx="225615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/>
          </a:p>
        </p:txBody>
      </p:sp>
      <p:sp>
        <p:nvSpPr>
          <p:cNvPr id="16" name="Text 11"/>
          <p:cNvSpPr/>
          <p:nvPr>
            <p:custDataLst>
              <p:tags r:id="rId4"/>
            </p:custDataLst>
          </p:nvPr>
        </p:nvSpPr>
        <p:spPr>
          <a:xfrm>
            <a:off x="7263130" y="1464945"/>
            <a:ext cx="2194560" cy="123634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49" name="任意多边形 48"/>
          <p:cNvSpPr/>
          <p:nvPr>
            <p:custDataLst>
              <p:tags r:id="rId5"/>
            </p:custDataLst>
          </p:nvPr>
        </p:nvSpPr>
        <p:spPr>
          <a:xfrm>
            <a:off x="2183765" y="4979670"/>
            <a:ext cx="1635125" cy="1264285"/>
          </a:xfrm>
          <a:custGeom>
            <a:avLst/>
            <a:gdLst>
              <a:gd name="sw" fmla="*/ 1 w 2918"/>
              <a:gd name="sh" fmla="*/ 1 h 2085"/>
              <a:gd name="mins" fmla="min sw sh"/>
              <a:gd name="dsw" fmla="+- 0 sw mins"/>
              <a:gd name="dsh" fmla="+- 0 sh mins"/>
              <a:gd name="p0x0" fmla="*/ 150 w 2918"/>
              <a:gd name="p0y0" fmla="*/ 0 h 2085"/>
              <a:gd name="p0x1" fmla="*/ 2768 w 2918"/>
              <a:gd name="p0y1" fmla="*/ 0 h 2085"/>
              <a:gd name="p0x2" fmla="*/ 2851 w 2918"/>
              <a:gd name="p0y2" fmla="*/ 0 h 2085"/>
              <a:gd name="p0x3" fmla="*/ 2918 w 2918"/>
              <a:gd name="p0y3" fmla="*/ 67 h 2085"/>
              <a:gd name="p0x4" fmla="*/ 2918 w 2918"/>
              <a:gd name="p0y4" fmla="*/ 150 h 2085"/>
              <a:gd name="p0x5" fmla="*/ 2918 w 2918"/>
              <a:gd name="p0y5" fmla="*/ 1935 h 2085"/>
              <a:gd name="p0x6" fmla="*/ 2918 w 2918"/>
              <a:gd name="p0y6" fmla="*/ 2017 h 2085"/>
              <a:gd name="p0x7" fmla="*/ 2851 w 2918"/>
              <a:gd name="p0y7" fmla="*/ 2085 h 2085"/>
              <a:gd name="p0x8" fmla="*/ 2768 w 2918"/>
              <a:gd name="p0y8" fmla="*/ 2085 h 2085"/>
              <a:gd name="p0x9" fmla="*/ 150 w 2918"/>
              <a:gd name="p0y9" fmla="*/ 2085 h 2085"/>
              <a:gd name="p0x10" fmla="*/ 67 w 2918"/>
              <a:gd name="p0y10" fmla="*/ 2085 h 2085"/>
              <a:gd name="p0x11" fmla="*/ 0 w 2918"/>
              <a:gd name="p0y11" fmla="*/ 2017 h 2085"/>
              <a:gd name="p0x12" fmla="*/ 0 w 2918"/>
              <a:gd name="p0y12" fmla="*/ 1935 h 2085"/>
              <a:gd name="p0x13" fmla="*/ 0 w 2918"/>
              <a:gd name="p0y13" fmla="*/ 150 h 2085"/>
              <a:gd name="p0x14" fmla="*/ 0 w 2918"/>
              <a:gd name="p0y14" fmla="*/ 67 h 2085"/>
              <a:gd name="p0x15" fmla="*/ 67 w 2918"/>
              <a:gd name="p0y15" fmla="*/ 0 h 2085"/>
              <a:gd name="p0x16" fmla="*/ 150 w 2918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2514600" y="5139690"/>
            <a:ext cx="1326515" cy="46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1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6,649</a:t>
            </a:r>
            <a:endParaRPr sz="31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7"/>
            </p:custDataLst>
          </p:nvPr>
        </p:nvSpPr>
        <p:spPr>
          <a:xfrm>
            <a:off x="2850515" y="5580380"/>
            <a:ext cx="454025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适量</a:t>
            </a:r>
            <a:endParaRPr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8"/>
            </p:custDataLst>
          </p:nvPr>
        </p:nvSpPr>
        <p:spPr>
          <a:xfrm>
            <a:off x="2729230" y="5812790"/>
            <a:ext cx="545465" cy="244475"/>
          </a:xfrm>
          <a:custGeom>
            <a:avLst/>
            <a:gdLst>
              <a:gd name="sw" fmla="*/ 1 w 973"/>
              <a:gd name="sh" fmla="*/ 1 h 403"/>
              <a:gd name="mins" fmla="min sw sh"/>
              <a:gd name="dsw" fmla="+- 0 sw mins"/>
              <a:gd name="dsh" fmla="+- 0 sh mins"/>
              <a:gd name="p0x0" fmla="*/ 201 w 973"/>
              <a:gd name="p0y0" fmla="*/ 0 h 403"/>
              <a:gd name="p0x1" fmla="*/ 771 w 973"/>
              <a:gd name="p0y1" fmla="*/ 0 h 403"/>
              <a:gd name="p0x2" fmla="*/ 882 w 973"/>
              <a:gd name="p0y2" fmla="*/ 0 h 403"/>
              <a:gd name="p0x3" fmla="*/ 973 w 973"/>
              <a:gd name="p0y3" fmla="*/ 90 h 403"/>
              <a:gd name="p0x4" fmla="*/ 973 w 973"/>
              <a:gd name="p0y4" fmla="*/ 201 h 403"/>
              <a:gd name="p0x5" fmla="*/ 973 w 973"/>
              <a:gd name="p0y5" fmla="*/ 312 h 403"/>
              <a:gd name="p0x6" fmla="*/ 882 w 973"/>
              <a:gd name="p0y6" fmla="*/ 403 h 403"/>
              <a:gd name="p0x7" fmla="*/ 771 w 973"/>
              <a:gd name="p0y7" fmla="*/ 403 h 403"/>
              <a:gd name="p0x8" fmla="*/ 201 w 973"/>
              <a:gd name="p0y8" fmla="*/ 403 h 403"/>
              <a:gd name="p0x9" fmla="*/ 90 w 973"/>
              <a:gd name="p0y9" fmla="*/ 403 h 403"/>
              <a:gd name="p0x10" fmla="*/ 0 w 973"/>
              <a:gd name="p0y10" fmla="*/ 312 h 403"/>
              <a:gd name="p0x11" fmla="*/ 0 w 973"/>
              <a:gd name="p0y11" fmla="*/ 201 h 403"/>
              <a:gd name="p0x12" fmla="*/ 0 w 973"/>
              <a:gd name="p0y12" fmla="*/ 90 h 403"/>
              <a:gd name="p0x13" fmla="*/ 90 w 973"/>
              <a:gd name="p0y13" fmla="*/ 0 h 403"/>
              <a:gd name="p0x14" fmla="*/ 201 w 973"/>
              <a:gd name="p0y14" fmla="*/ 0 h 4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2796540" y="5849620"/>
            <a:ext cx="54546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50.1%</a:t>
            </a:r>
            <a:endParaRPr sz="120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10"/>
            </p:custDataLst>
          </p:nvPr>
        </p:nvSpPr>
        <p:spPr>
          <a:xfrm>
            <a:off x="3995420" y="4979670"/>
            <a:ext cx="1635760" cy="1264285"/>
          </a:xfrm>
          <a:custGeom>
            <a:avLst/>
            <a:gdLst>
              <a:gd name="sw" fmla="*/ 1 w 2918"/>
              <a:gd name="sh" fmla="*/ 1 h 2085"/>
              <a:gd name="mins" fmla="min sw sh"/>
              <a:gd name="dsw" fmla="+- 0 sw mins"/>
              <a:gd name="dsh" fmla="+- 0 sh mins"/>
              <a:gd name="p0x0" fmla="*/ 150 w 2918"/>
              <a:gd name="p0y0" fmla="*/ 0 h 2085"/>
              <a:gd name="p0x1" fmla="*/ 2768 w 2918"/>
              <a:gd name="p0y1" fmla="*/ 0 h 2085"/>
              <a:gd name="p0x2" fmla="*/ 2851 w 2918"/>
              <a:gd name="p0y2" fmla="*/ 0 h 2085"/>
              <a:gd name="p0x3" fmla="*/ 2918 w 2918"/>
              <a:gd name="p0y3" fmla="*/ 67 h 2085"/>
              <a:gd name="p0x4" fmla="*/ 2918 w 2918"/>
              <a:gd name="p0y4" fmla="*/ 150 h 2085"/>
              <a:gd name="p0x5" fmla="*/ 2918 w 2918"/>
              <a:gd name="p0y5" fmla="*/ 1935 h 2085"/>
              <a:gd name="p0x6" fmla="*/ 2918 w 2918"/>
              <a:gd name="p0y6" fmla="*/ 2017 h 2085"/>
              <a:gd name="p0x7" fmla="*/ 2851 w 2918"/>
              <a:gd name="p0y7" fmla="*/ 2085 h 2085"/>
              <a:gd name="p0x8" fmla="*/ 2768 w 2918"/>
              <a:gd name="p0y8" fmla="*/ 2085 h 2085"/>
              <a:gd name="p0x9" fmla="*/ 150 w 2918"/>
              <a:gd name="p0y9" fmla="*/ 2085 h 2085"/>
              <a:gd name="p0x10" fmla="*/ 67 w 2918"/>
              <a:gd name="p0y10" fmla="*/ 2085 h 2085"/>
              <a:gd name="p0x11" fmla="*/ 0 w 2918"/>
              <a:gd name="p0y11" fmla="*/ 2017 h 2085"/>
              <a:gd name="p0x12" fmla="*/ 0 w 2918"/>
              <a:gd name="p0y12" fmla="*/ 1935 h 2085"/>
              <a:gd name="p0x13" fmla="*/ 0 w 2918"/>
              <a:gd name="p0y13" fmla="*/ 150 h 2085"/>
              <a:gd name="p0x14" fmla="*/ 0 w 2918"/>
              <a:gd name="p0y14" fmla="*/ 67 h 2085"/>
              <a:gd name="p0x15" fmla="*/ 67 w 2918"/>
              <a:gd name="p0y15" fmla="*/ 0 h 2085"/>
              <a:gd name="p0x16" fmla="*/ 150 w 2918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11"/>
            </p:custDataLst>
          </p:nvPr>
        </p:nvSpPr>
        <p:spPr>
          <a:xfrm>
            <a:off x="4326890" y="5139690"/>
            <a:ext cx="1326515" cy="46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1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5,621</a:t>
            </a:r>
            <a:endParaRPr sz="31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2"/>
            </p:custDataLst>
          </p:nvPr>
        </p:nvSpPr>
        <p:spPr>
          <a:xfrm>
            <a:off x="4662170" y="5580380"/>
            <a:ext cx="454025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少吃</a:t>
            </a:r>
            <a:endParaRPr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13"/>
            </p:custDataLst>
          </p:nvPr>
        </p:nvSpPr>
        <p:spPr>
          <a:xfrm>
            <a:off x="4540885" y="5812790"/>
            <a:ext cx="545465" cy="244475"/>
          </a:xfrm>
          <a:custGeom>
            <a:avLst/>
            <a:gdLst>
              <a:gd name="sw" fmla="*/ 1 w 973"/>
              <a:gd name="sh" fmla="*/ 1 h 403"/>
              <a:gd name="mins" fmla="min sw sh"/>
              <a:gd name="dsw" fmla="+- 0 sw mins"/>
              <a:gd name="dsh" fmla="+- 0 sh mins"/>
              <a:gd name="p0x0" fmla="*/ 201 w 973"/>
              <a:gd name="p0y0" fmla="*/ 0 h 403"/>
              <a:gd name="p0x1" fmla="*/ 771 w 973"/>
              <a:gd name="p0y1" fmla="*/ 0 h 403"/>
              <a:gd name="p0x2" fmla="*/ 882 w 973"/>
              <a:gd name="p0y2" fmla="*/ 0 h 403"/>
              <a:gd name="p0x3" fmla="*/ 973 w 973"/>
              <a:gd name="p0y3" fmla="*/ 90 h 403"/>
              <a:gd name="p0x4" fmla="*/ 973 w 973"/>
              <a:gd name="p0y4" fmla="*/ 201 h 403"/>
              <a:gd name="p0x5" fmla="*/ 973 w 973"/>
              <a:gd name="p0y5" fmla="*/ 312 h 403"/>
              <a:gd name="p0x6" fmla="*/ 882 w 973"/>
              <a:gd name="p0y6" fmla="*/ 403 h 403"/>
              <a:gd name="p0x7" fmla="*/ 771 w 973"/>
              <a:gd name="p0y7" fmla="*/ 403 h 403"/>
              <a:gd name="p0x8" fmla="*/ 201 w 973"/>
              <a:gd name="p0y8" fmla="*/ 403 h 403"/>
              <a:gd name="p0x9" fmla="*/ 90 w 973"/>
              <a:gd name="p0y9" fmla="*/ 403 h 403"/>
              <a:gd name="p0x10" fmla="*/ 0 w 973"/>
              <a:gd name="p0y10" fmla="*/ 312 h 403"/>
              <a:gd name="p0x11" fmla="*/ 0 w 973"/>
              <a:gd name="p0y11" fmla="*/ 201 h 403"/>
              <a:gd name="p0x12" fmla="*/ 0 w 973"/>
              <a:gd name="p0y12" fmla="*/ 90 h 403"/>
              <a:gd name="p0x13" fmla="*/ 90 w 973"/>
              <a:gd name="p0y13" fmla="*/ 0 h 403"/>
              <a:gd name="p0x14" fmla="*/ 201 w 973"/>
              <a:gd name="p0y14" fmla="*/ 0 h 4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4608195" y="5849620"/>
            <a:ext cx="54546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42.4%</a:t>
            </a:r>
            <a:endParaRPr sz="120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15"/>
            </p:custDataLst>
          </p:nvPr>
        </p:nvSpPr>
        <p:spPr>
          <a:xfrm>
            <a:off x="5807710" y="4979670"/>
            <a:ext cx="1635125" cy="1264285"/>
          </a:xfrm>
          <a:custGeom>
            <a:avLst/>
            <a:gdLst>
              <a:gd name="sw" fmla="*/ 1 w 2918"/>
              <a:gd name="sh" fmla="*/ 1 h 2085"/>
              <a:gd name="mins" fmla="min sw sh"/>
              <a:gd name="dsw" fmla="+- 0 sw mins"/>
              <a:gd name="dsh" fmla="+- 0 sh mins"/>
              <a:gd name="p0x0" fmla="*/ 150 w 2918"/>
              <a:gd name="p0y0" fmla="*/ 0 h 2085"/>
              <a:gd name="p0x1" fmla="*/ 2768 w 2918"/>
              <a:gd name="p0y1" fmla="*/ 0 h 2085"/>
              <a:gd name="p0x2" fmla="*/ 2851 w 2918"/>
              <a:gd name="p0y2" fmla="*/ 0 h 2085"/>
              <a:gd name="p0x3" fmla="*/ 2918 w 2918"/>
              <a:gd name="p0y3" fmla="*/ 67 h 2085"/>
              <a:gd name="p0x4" fmla="*/ 2918 w 2918"/>
              <a:gd name="p0y4" fmla="*/ 150 h 2085"/>
              <a:gd name="p0x5" fmla="*/ 2918 w 2918"/>
              <a:gd name="p0y5" fmla="*/ 1935 h 2085"/>
              <a:gd name="p0x6" fmla="*/ 2918 w 2918"/>
              <a:gd name="p0y6" fmla="*/ 2017 h 2085"/>
              <a:gd name="p0x7" fmla="*/ 2851 w 2918"/>
              <a:gd name="p0y7" fmla="*/ 2085 h 2085"/>
              <a:gd name="p0x8" fmla="*/ 2768 w 2918"/>
              <a:gd name="p0y8" fmla="*/ 2085 h 2085"/>
              <a:gd name="p0x9" fmla="*/ 150 w 2918"/>
              <a:gd name="p0y9" fmla="*/ 2085 h 2085"/>
              <a:gd name="p0x10" fmla="*/ 67 w 2918"/>
              <a:gd name="p0y10" fmla="*/ 2085 h 2085"/>
              <a:gd name="p0x11" fmla="*/ 0 w 2918"/>
              <a:gd name="p0y11" fmla="*/ 2017 h 2085"/>
              <a:gd name="p0x12" fmla="*/ 0 w 2918"/>
              <a:gd name="p0y12" fmla="*/ 1935 h 2085"/>
              <a:gd name="p0x13" fmla="*/ 0 w 2918"/>
              <a:gd name="p0y13" fmla="*/ 150 h 2085"/>
              <a:gd name="p0x14" fmla="*/ 0 w 2918"/>
              <a:gd name="p0y14" fmla="*/ 67 h 2085"/>
              <a:gd name="p0x15" fmla="*/ 67 w 2918"/>
              <a:gd name="p0y15" fmla="*/ 0 h 2085"/>
              <a:gd name="p0x16" fmla="*/ 150 w 2918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16"/>
            </p:custDataLst>
          </p:nvPr>
        </p:nvSpPr>
        <p:spPr>
          <a:xfrm>
            <a:off x="6295390" y="5139690"/>
            <a:ext cx="1014095" cy="46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1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990</a:t>
            </a:r>
            <a:endParaRPr sz="31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7"/>
            </p:custDataLst>
          </p:nvPr>
        </p:nvSpPr>
        <p:spPr>
          <a:xfrm>
            <a:off x="6474460" y="5580380"/>
            <a:ext cx="454025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多吃</a:t>
            </a:r>
            <a:endParaRPr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18"/>
            </p:custDataLst>
          </p:nvPr>
        </p:nvSpPr>
        <p:spPr>
          <a:xfrm>
            <a:off x="6394450" y="5812790"/>
            <a:ext cx="461645" cy="244475"/>
          </a:xfrm>
          <a:custGeom>
            <a:avLst/>
            <a:gdLst>
              <a:gd name="sw" fmla="*/ 1 w 823"/>
              <a:gd name="sh" fmla="*/ 1 h 403"/>
              <a:gd name="mins" fmla="min sw sh"/>
              <a:gd name="dsw" fmla="+- 0 sw mins"/>
              <a:gd name="dsh" fmla="+- 0 sh mins"/>
              <a:gd name="p0x0" fmla="*/ 201 w 823"/>
              <a:gd name="p0y0" fmla="*/ 0 h 403"/>
              <a:gd name="p0x1" fmla="*/ 621 w 823"/>
              <a:gd name="p0y1" fmla="*/ 0 h 403"/>
              <a:gd name="p0x2" fmla="*/ 732 w 823"/>
              <a:gd name="p0y2" fmla="*/ 0 h 403"/>
              <a:gd name="p0x3" fmla="*/ 823 w 823"/>
              <a:gd name="p0y3" fmla="*/ 90 h 403"/>
              <a:gd name="p0x4" fmla="*/ 823 w 823"/>
              <a:gd name="p0y4" fmla="*/ 201 h 403"/>
              <a:gd name="p0x5" fmla="*/ 823 w 823"/>
              <a:gd name="p0y5" fmla="*/ 312 h 403"/>
              <a:gd name="p0x6" fmla="*/ 732 w 823"/>
              <a:gd name="p0y6" fmla="*/ 403 h 403"/>
              <a:gd name="p0x7" fmla="*/ 621 w 823"/>
              <a:gd name="p0y7" fmla="*/ 403 h 403"/>
              <a:gd name="p0x8" fmla="*/ 201 w 823"/>
              <a:gd name="p0y8" fmla="*/ 403 h 403"/>
              <a:gd name="p0x9" fmla="*/ 90 w 823"/>
              <a:gd name="p0y9" fmla="*/ 403 h 403"/>
              <a:gd name="p0x10" fmla="*/ 0 w 823"/>
              <a:gd name="p0y10" fmla="*/ 312 h 403"/>
              <a:gd name="p0x11" fmla="*/ 0 w 823"/>
              <a:gd name="p0y11" fmla="*/ 201 h 403"/>
              <a:gd name="p0x12" fmla="*/ 0 w 823"/>
              <a:gd name="p0y12" fmla="*/ 90 h 403"/>
              <a:gd name="p0x13" fmla="*/ 90 w 823"/>
              <a:gd name="p0y13" fmla="*/ 0 h 403"/>
              <a:gd name="p0x14" fmla="*/ 201 w 823"/>
              <a:gd name="p0y14" fmla="*/ 0 h 4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19"/>
            </p:custDataLst>
          </p:nvPr>
        </p:nvSpPr>
        <p:spPr>
          <a:xfrm>
            <a:off x="6462395" y="5849620"/>
            <a:ext cx="46164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7.5%</a:t>
            </a:r>
            <a:endParaRPr sz="120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20"/>
            </p:custDataLst>
          </p:nvPr>
        </p:nvSpPr>
        <p:spPr>
          <a:xfrm>
            <a:off x="7636510" y="1122045"/>
            <a:ext cx="4289425" cy="1241425"/>
          </a:xfrm>
          <a:custGeom>
            <a:avLst/>
            <a:gdLst>
              <a:gd name="sw" fmla="*/ 1 w 7739"/>
              <a:gd name="sh" fmla="*/ 1 h 1890"/>
              <a:gd name="mins" fmla="min sw sh"/>
              <a:gd name="dsw" fmla="+- 0 sw mins"/>
              <a:gd name="dsh" fmla="+- 0 sh mins"/>
              <a:gd name="p0x0" fmla="*/ 150 w 7739"/>
              <a:gd name="p0y0" fmla="*/ 0 h 1890"/>
              <a:gd name="p0x1" fmla="*/ 7589 w 7739"/>
              <a:gd name="p0y1" fmla="*/ 0 h 1890"/>
              <a:gd name="p0x2" fmla="*/ 7672 w 7739"/>
              <a:gd name="p0y2" fmla="*/ 0 h 1890"/>
              <a:gd name="p0x3" fmla="*/ 7739 w 7739"/>
              <a:gd name="p0y3" fmla="*/ 67 h 1890"/>
              <a:gd name="p0x4" fmla="*/ 7739 w 7739"/>
              <a:gd name="p0y4" fmla="*/ 150 h 1890"/>
              <a:gd name="p0x5" fmla="*/ 7739 w 7739"/>
              <a:gd name="p0y5" fmla="*/ 1740 h 1890"/>
              <a:gd name="p0x6" fmla="*/ 7739 w 7739"/>
              <a:gd name="p0y6" fmla="*/ 1822 h 1890"/>
              <a:gd name="p0x7" fmla="*/ 7672 w 7739"/>
              <a:gd name="p0y7" fmla="*/ 1890 h 1890"/>
              <a:gd name="p0x8" fmla="*/ 7589 w 7739"/>
              <a:gd name="p0y8" fmla="*/ 1890 h 1890"/>
              <a:gd name="p0x9" fmla="*/ 150 w 7739"/>
              <a:gd name="p0y9" fmla="*/ 1890 h 1890"/>
              <a:gd name="p0x10" fmla="*/ 67 w 7739"/>
              <a:gd name="p0y10" fmla="*/ 1890 h 1890"/>
              <a:gd name="p0x11" fmla="*/ 0 w 7739"/>
              <a:gd name="p0y11" fmla="*/ 1822 h 1890"/>
              <a:gd name="p0x12" fmla="*/ 0 w 7739"/>
              <a:gd name="p0y12" fmla="*/ 1740 h 1890"/>
              <a:gd name="p0x13" fmla="*/ 0 w 7739"/>
              <a:gd name="p0y13" fmla="*/ 150 h 1890"/>
              <a:gd name="p0x14" fmla="*/ 0 w 7739"/>
              <a:gd name="p0y14" fmla="*/ 67 h 1890"/>
              <a:gd name="p0x15" fmla="*/ 67 w 7739"/>
              <a:gd name="p0y15" fmla="*/ 0 h 1890"/>
              <a:gd name="p0x16" fmla="*/ 150 w 7739"/>
              <a:gd name="p0y16" fmla="*/ 0 h 18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421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>
            <p:custDataLst>
              <p:tags r:id="rId21"/>
            </p:custDataLst>
          </p:nvPr>
        </p:nvSpPr>
        <p:spPr>
          <a:xfrm>
            <a:off x="7807325" y="1307465"/>
            <a:ext cx="365125" cy="39560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7894320" y="1384300"/>
            <a:ext cx="191135" cy="23812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25"/>
            </p:custDataLst>
          </p:nvPr>
        </p:nvSpPr>
        <p:spPr>
          <a:xfrm>
            <a:off x="8272780" y="1332865"/>
            <a:ext cx="1163955" cy="344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0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数据来源</a:t>
            </a:r>
            <a:endParaRPr sz="20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6"/>
            </p:custDataLst>
          </p:nvPr>
        </p:nvSpPr>
        <p:spPr>
          <a:xfrm>
            <a:off x="7807325" y="1797050"/>
            <a:ext cx="4035425" cy="280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IBM Skills Network 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CSV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，后端在线加载</a:t>
            </a:r>
            <a:endParaRPr lang="zh-CN" altLang="en-US" sz="133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27"/>
            </p:custDataLst>
          </p:nvPr>
        </p:nvSpPr>
        <p:spPr>
          <a:xfrm>
            <a:off x="7636510" y="2444750"/>
            <a:ext cx="4289425" cy="1133475"/>
          </a:xfrm>
          <a:custGeom>
            <a:avLst/>
            <a:gdLst>
              <a:gd name="sw" fmla="*/ 1 w 7739"/>
              <a:gd name="sh" fmla="*/ 1 h 1890"/>
              <a:gd name="mins" fmla="min sw sh"/>
              <a:gd name="dsw" fmla="+- 0 sw mins"/>
              <a:gd name="dsh" fmla="+- 0 sh mins"/>
              <a:gd name="p0x0" fmla="*/ 150 w 7739"/>
              <a:gd name="p0y0" fmla="*/ 0 h 1890"/>
              <a:gd name="p0x1" fmla="*/ 7589 w 7739"/>
              <a:gd name="p0y1" fmla="*/ 0 h 1890"/>
              <a:gd name="p0x2" fmla="*/ 7672 w 7739"/>
              <a:gd name="p0y2" fmla="*/ 0 h 1890"/>
              <a:gd name="p0x3" fmla="*/ 7739 w 7739"/>
              <a:gd name="p0y3" fmla="*/ 67 h 1890"/>
              <a:gd name="p0x4" fmla="*/ 7739 w 7739"/>
              <a:gd name="p0y4" fmla="*/ 150 h 1890"/>
              <a:gd name="p0x5" fmla="*/ 7739 w 7739"/>
              <a:gd name="p0y5" fmla="*/ 1740 h 1890"/>
              <a:gd name="p0x6" fmla="*/ 7739 w 7739"/>
              <a:gd name="p0y6" fmla="*/ 1822 h 1890"/>
              <a:gd name="p0x7" fmla="*/ 7672 w 7739"/>
              <a:gd name="p0y7" fmla="*/ 1890 h 1890"/>
              <a:gd name="p0x8" fmla="*/ 7589 w 7739"/>
              <a:gd name="p0y8" fmla="*/ 1890 h 1890"/>
              <a:gd name="p0x9" fmla="*/ 150 w 7739"/>
              <a:gd name="p0y9" fmla="*/ 1890 h 1890"/>
              <a:gd name="p0x10" fmla="*/ 67 w 7739"/>
              <a:gd name="p0y10" fmla="*/ 1890 h 1890"/>
              <a:gd name="p0x11" fmla="*/ 0 w 7739"/>
              <a:gd name="p0y11" fmla="*/ 1822 h 1890"/>
              <a:gd name="p0x12" fmla="*/ 0 w 7739"/>
              <a:gd name="p0y12" fmla="*/ 1740 h 1890"/>
              <a:gd name="p0x13" fmla="*/ 0 w 7739"/>
              <a:gd name="p0y13" fmla="*/ 150 h 1890"/>
              <a:gd name="p0x14" fmla="*/ 0 w 7739"/>
              <a:gd name="p0y14" fmla="*/ 67 h 1890"/>
              <a:gd name="p0x15" fmla="*/ 67 w 7739"/>
              <a:gd name="p0y15" fmla="*/ 0 h 1890"/>
              <a:gd name="p0x16" fmla="*/ 150 w 7739"/>
              <a:gd name="p0y16" fmla="*/ 0 h 18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421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>
            <p:custDataLst>
              <p:tags r:id="rId28"/>
            </p:custDataLst>
          </p:nvPr>
        </p:nvSpPr>
        <p:spPr>
          <a:xfrm>
            <a:off x="7807325" y="2628900"/>
            <a:ext cx="365125" cy="39624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9" name="图片 78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000" t="-1026" r="-2000" b="-1026"/>
          <a:stretch>
            <a:fillRect/>
          </a:stretch>
        </p:blipFill>
        <p:spPr>
          <a:xfrm>
            <a:off x="7881620" y="2705735"/>
            <a:ext cx="216535" cy="238760"/>
          </a:xfrm>
          <a:prstGeom prst="rect">
            <a:avLst/>
          </a:prstGeom>
        </p:spPr>
      </p:pic>
      <p:sp>
        <p:nvSpPr>
          <p:cNvPr id="89" name="任意多边形 88"/>
          <p:cNvSpPr/>
          <p:nvPr>
            <p:custDataLst>
              <p:tags r:id="rId32"/>
            </p:custDataLst>
          </p:nvPr>
        </p:nvSpPr>
        <p:spPr>
          <a:xfrm>
            <a:off x="7636510" y="3787775"/>
            <a:ext cx="4289425" cy="1205865"/>
          </a:xfrm>
          <a:custGeom>
            <a:avLst/>
            <a:gdLst>
              <a:gd name="sw" fmla="*/ 1 w 7654"/>
              <a:gd name="sh" fmla="*/ 1 h 1987"/>
              <a:gd name="mins" fmla="min sw sh"/>
              <a:gd name="dsw" fmla="+- 0 sw mins"/>
              <a:gd name="dsh" fmla="+- 0 sh mins"/>
              <a:gd name="p0x0" fmla="*/ 150 w 7654"/>
              <a:gd name="p0y0" fmla="*/ 0 h 1987"/>
              <a:gd name="p0x1" fmla="*/ 7504 w 7654"/>
              <a:gd name="p0y1" fmla="*/ 0 h 1987"/>
              <a:gd name="p0x2" fmla="*/ 7587 w 7654"/>
              <a:gd name="p0y2" fmla="*/ 0 h 1987"/>
              <a:gd name="p0x3" fmla="*/ 7654 w 7654"/>
              <a:gd name="p0y3" fmla="*/ 67 h 1987"/>
              <a:gd name="p0x4" fmla="*/ 7654 w 7654"/>
              <a:gd name="p0y4" fmla="*/ 150 h 1987"/>
              <a:gd name="p0x5" fmla="*/ 7654 w 7654"/>
              <a:gd name="p0y5" fmla="*/ 1837 h 1987"/>
              <a:gd name="p0x6" fmla="*/ 7654 w 7654"/>
              <a:gd name="p0y6" fmla="*/ 1920 h 1987"/>
              <a:gd name="p0x7" fmla="*/ 7587 w 7654"/>
              <a:gd name="p0y7" fmla="*/ 1987 h 1987"/>
              <a:gd name="p0x8" fmla="*/ 7504 w 7654"/>
              <a:gd name="p0y8" fmla="*/ 1987 h 1987"/>
              <a:gd name="p0x9" fmla="*/ 150 w 7654"/>
              <a:gd name="p0y9" fmla="*/ 1987 h 1987"/>
              <a:gd name="p0x10" fmla="*/ 67 w 7654"/>
              <a:gd name="p0y10" fmla="*/ 1987 h 1987"/>
              <a:gd name="p0x11" fmla="*/ 0 w 7654"/>
              <a:gd name="p0y11" fmla="*/ 1920 h 1987"/>
              <a:gd name="p0x12" fmla="*/ 0 w 7654"/>
              <a:gd name="p0y12" fmla="*/ 1837 h 1987"/>
              <a:gd name="p0x13" fmla="*/ 0 w 7654"/>
              <a:gd name="p0y13" fmla="*/ 150 h 1987"/>
              <a:gd name="p0x14" fmla="*/ 0 w 7654"/>
              <a:gd name="p0y14" fmla="*/ 67 h 1987"/>
              <a:gd name="p0x15" fmla="*/ 67 w 7654"/>
              <a:gd name="p0y15" fmla="*/ 0 h 1987"/>
              <a:gd name="p0x16" fmla="*/ 150 w 7654"/>
              <a:gd name="p0y16" fmla="*/ 0 h 19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任意多边形 89"/>
          <p:cNvSpPr/>
          <p:nvPr>
            <p:custDataLst>
              <p:tags r:id="rId33"/>
            </p:custDataLst>
          </p:nvPr>
        </p:nvSpPr>
        <p:spPr>
          <a:xfrm>
            <a:off x="7808595" y="3924300"/>
            <a:ext cx="369570" cy="40005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1" name="图片 90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000" t="-16167" r="-2000" b="-16167"/>
          <a:stretch>
            <a:fillRect/>
          </a:stretch>
        </p:blipFill>
        <p:spPr>
          <a:xfrm>
            <a:off x="7884795" y="4001770"/>
            <a:ext cx="218440" cy="240665"/>
          </a:xfrm>
          <a:prstGeom prst="rect">
            <a:avLst/>
          </a:prstGeom>
        </p:spPr>
      </p:pic>
      <p:sp>
        <p:nvSpPr>
          <p:cNvPr id="92" name="文本框 91"/>
          <p:cNvSpPr txBox="1"/>
          <p:nvPr>
            <p:custDataLst>
              <p:tags r:id="rId37"/>
            </p:custDataLst>
          </p:nvPr>
        </p:nvSpPr>
        <p:spPr>
          <a:xfrm>
            <a:off x="8279765" y="3949700"/>
            <a:ext cx="117665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特征示例</a:t>
            </a:r>
            <a:endParaRPr sz="2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任意多边形 92"/>
          <p:cNvSpPr/>
          <p:nvPr>
            <p:custDataLst>
              <p:tags r:id="rId38"/>
            </p:custDataLst>
          </p:nvPr>
        </p:nvSpPr>
        <p:spPr>
          <a:xfrm>
            <a:off x="7808595" y="4384040"/>
            <a:ext cx="537845" cy="2635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>
            <p:custDataLst>
              <p:tags r:id="rId39"/>
            </p:custDataLst>
          </p:nvPr>
        </p:nvSpPr>
        <p:spPr>
          <a:xfrm>
            <a:off x="7876540" y="4420235"/>
            <a:ext cx="53784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卡路里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任意多边形 94"/>
          <p:cNvSpPr/>
          <p:nvPr>
            <p:custDataLst>
              <p:tags r:id="rId40"/>
            </p:custDataLst>
          </p:nvPr>
        </p:nvSpPr>
        <p:spPr>
          <a:xfrm>
            <a:off x="8363585" y="4384040"/>
            <a:ext cx="537845" cy="2635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>
            <p:custDataLst>
              <p:tags r:id="rId41"/>
            </p:custDataLst>
          </p:nvPr>
        </p:nvSpPr>
        <p:spPr>
          <a:xfrm>
            <a:off x="8430895" y="4420235"/>
            <a:ext cx="53784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总脂肪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任意多边形 96"/>
          <p:cNvSpPr/>
          <p:nvPr>
            <p:custDataLst>
              <p:tags r:id="rId42"/>
            </p:custDataLst>
          </p:nvPr>
        </p:nvSpPr>
        <p:spPr>
          <a:xfrm>
            <a:off x="8918575" y="4384040"/>
            <a:ext cx="672465" cy="2635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>
            <p:custDataLst>
              <p:tags r:id="rId43"/>
            </p:custDataLst>
          </p:nvPr>
        </p:nvSpPr>
        <p:spPr>
          <a:xfrm>
            <a:off x="8985885" y="4420235"/>
            <a:ext cx="67246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饱和脂肪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44"/>
            </p:custDataLst>
          </p:nvPr>
        </p:nvSpPr>
        <p:spPr>
          <a:xfrm>
            <a:off x="9607550" y="4384040"/>
            <a:ext cx="269240" cy="263525"/>
          </a:xfrm>
          <a:custGeom>
            <a:avLst/>
            <a:gdLst>
              <a:gd name="sw" fmla="*/ 1 w 480"/>
              <a:gd name="sh" fmla="*/ 1 h 435"/>
              <a:gd name="mins" fmla="min sw sh"/>
              <a:gd name="dsw" fmla="+- 0 sw mins"/>
              <a:gd name="dsh" fmla="+- 0 sh mins"/>
              <a:gd name="p0x0" fmla="*/ 60 w 480"/>
              <a:gd name="p0y0" fmla="*/ 0 h 435"/>
              <a:gd name="p0x1" fmla="*/ 420 w 480"/>
              <a:gd name="p0y1" fmla="*/ 0 h 435"/>
              <a:gd name="p0x2" fmla="*/ 453 w 480"/>
              <a:gd name="p0y2" fmla="*/ 0 h 435"/>
              <a:gd name="p0x3" fmla="*/ 480 w 480"/>
              <a:gd name="p0y3" fmla="*/ 26 h 435"/>
              <a:gd name="p0x4" fmla="*/ 480 w 480"/>
              <a:gd name="p0y4" fmla="*/ 60 h 435"/>
              <a:gd name="p0x5" fmla="*/ 480 w 480"/>
              <a:gd name="p0y5" fmla="*/ 375 h 435"/>
              <a:gd name="p0x6" fmla="*/ 480 w 480"/>
              <a:gd name="p0y6" fmla="*/ 408 h 435"/>
              <a:gd name="p0x7" fmla="*/ 453 w 480"/>
              <a:gd name="p0y7" fmla="*/ 435 h 435"/>
              <a:gd name="p0x8" fmla="*/ 420 w 480"/>
              <a:gd name="p0y8" fmla="*/ 435 h 435"/>
              <a:gd name="p0x9" fmla="*/ 60 w 480"/>
              <a:gd name="p0y9" fmla="*/ 435 h 435"/>
              <a:gd name="p0x10" fmla="*/ 26 w 480"/>
              <a:gd name="p0y10" fmla="*/ 435 h 435"/>
              <a:gd name="p0x11" fmla="*/ 0 w 480"/>
              <a:gd name="p0y11" fmla="*/ 408 h 435"/>
              <a:gd name="p0x12" fmla="*/ 0 w 480"/>
              <a:gd name="p0y12" fmla="*/ 375 h 435"/>
              <a:gd name="p0x13" fmla="*/ 0 w 480"/>
              <a:gd name="p0y13" fmla="*/ 60 h 435"/>
              <a:gd name="p0x14" fmla="*/ 0 w 480"/>
              <a:gd name="p0y14" fmla="*/ 26 h 435"/>
              <a:gd name="p0x15" fmla="*/ 26 w 480"/>
              <a:gd name="p0y15" fmla="*/ 0 h 435"/>
              <a:gd name="p0x16" fmla="*/ 60 w 48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>
            <p:custDataLst>
              <p:tags r:id="rId45"/>
            </p:custDataLst>
          </p:nvPr>
        </p:nvSpPr>
        <p:spPr>
          <a:xfrm>
            <a:off x="9675495" y="4420235"/>
            <a:ext cx="269240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钠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任意多边形 100"/>
          <p:cNvSpPr/>
          <p:nvPr>
            <p:custDataLst>
              <p:tags r:id="rId46"/>
            </p:custDataLst>
          </p:nvPr>
        </p:nvSpPr>
        <p:spPr>
          <a:xfrm>
            <a:off x="9893300" y="4384040"/>
            <a:ext cx="538480" cy="2635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>
            <p:custDataLst>
              <p:tags r:id="rId47"/>
            </p:custDataLst>
          </p:nvPr>
        </p:nvSpPr>
        <p:spPr>
          <a:xfrm>
            <a:off x="9961245" y="4420235"/>
            <a:ext cx="53784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总碳水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任意多边形 102"/>
          <p:cNvSpPr/>
          <p:nvPr>
            <p:custDataLst>
              <p:tags r:id="rId48"/>
            </p:custDataLst>
          </p:nvPr>
        </p:nvSpPr>
        <p:spPr>
          <a:xfrm>
            <a:off x="10448925" y="4384040"/>
            <a:ext cx="672465" cy="2635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>
            <p:custDataLst>
              <p:tags r:id="rId49"/>
            </p:custDataLst>
          </p:nvPr>
        </p:nvSpPr>
        <p:spPr>
          <a:xfrm>
            <a:off x="10516235" y="4420235"/>
            <a:ext cx="67246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膳食纤维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50"/>
            </p:custDataLst>
          </p:nvPr>
        </p:nvSpPr>
        <p:spPr>
          <a:xfrm>
            <a:off x="11137900" y="4384040"/>
            <a:ext cx="403225" cy="2635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>
            <p:custDataLst>
              <p:tags r:id="rId51"/>
            </p:custDataLst>
          </p:nvPr>
        </p:nvSpPr>
        <p:spPr>
          <a:xfrm>
            <a:off x="11205210" y="4420235"/>
            <a:ext cx="40322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糖分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任意多边形 106"/>
          <p:cNvSpPr/>
          <p:nvPr>
            <p:custDataLst>
              <p:tags r:id="rId52"/>
            </p:custDataLst>
          </p:nvPr>
        </p:nvSpPr>
        <p:spPr>
          <a:xfrm>
            <a:off x="7808595" y="4683760"/>
            <a:ext cx="537845" cy="2635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文本框 107"/>
          <p:cNvSpPr txBox="1"/>
          <p:nvPr>
            <p:custDataLst>
              <p:tags r:id="rId53"/>
            </p:custDataLst>
          </p:nvPr>
        </p:nvSpPr>
        <p:spPr>
          <a:xfrm>
            <a:off x="7876540" y="4720590"/>
            <a:ext cx="537845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蛋白质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任意多边形 108"/>
          <p:cNvSpPr/>
          <p:nvPr>
            <p:custDataLst>
              <p:tags r:id="rId54"/>
            </p:custDataLst>
          </p:nvPr>
        </p:nvSpPr>
        <p:spPr>
          <a:xfrm>
            <a:off x="8363585" y="4683760"/>
            <a:ext cx="781050" cy="263525"/>
          </a:xfrm>
          <a:custGeom>
            <a:avLst/>
            <a:gdLst>
              <a:gd name="sw" fmla="*/ 1 w 1393"/>
              <a:gd name="sh" fmla="*/ 1 h 435"/>
              <a:gd name="mins" fmla="min sw sh"/>
              <a:gd name="dsw" fmla="+- 0 sw mins"/>
              <a:gd name="dsh" fmla="+- 0 sh mins"/>
              <a:gd name="p0x0" fmla="*/ 60 w 1393"/>
              <a:gd name="p0y0" fmla="*/ 0 h 435"/>
              <a:gd name="p0x1" fmla="*/ 1333 w 1393"/>
              <a:gd name="p0y1" fmla="*/ 0 h 435"/>
              <a:gd name="p0x2" fmla="*/ 1366 w 1393"/>
              <a:gd name="p0y2" fmla="*/ 0 h 435"/>
              <a:gd name="p0x3" fmla="*/ 1393 w 1393"/>
              <a:gd name="p0y3" fmla="*/ 26 h 435"/>
              <a:gd name="p0x4" fmla="*/ 1393 w 1393"/>
              <a:gd name="p0y4" fmla="*/ 60 h 435"/>
              <a:gd name="p0x5" fmla="*/ 1393 w 1393"/>
              <a:gd name="p0y5" fmla="*/ 375 h 435"/>
              <a:gd name="p0x6" fmla="*/ 1393 w 1393"/>
              <a:gd name="p0y6" fmla="*/ 408 h 435"/>
              <a:gd name="p0x7" fmla="*/ 1366 w 1393"/>
              <a:gd name="p0y7" fmla="*/ 435 h 435"/>
              <a:gd name="p0x8" fmla="*/ 1333 w 1393"/>
              <a:gd name="p0y8" fmla="*/ 435 h 435"/>
              <a:gd name="p0x9" fmla="*/ 60 w 1393"/>
              <a:gd name="p0y9" fmla="*/ 435 h 435"/>
              <a:gd name="p0x10" fmla="*/ 26 w 1393"/>
              <a:gd name="p0y10" fmla="*/ 435 h 435"/>
              <a:gd name="p0x11" fmla="*/ 0 w 1393"/>
              <a:gd name="p0y11" fmla="*/ 408 h 435"/>
              <a:gd name="p0x12" fmla="*/ 0 w 1393"/>
              <a:gd name="p0y12" fmla="*/ 375 h 435"/>
              <a:gd name="p0x13" fmla="*/ 0 w 1393"/>
              <a:gd name="p0y13" fmla="*/ 60 h 435"/>
              <a:gd name="p0x14" fmla="*/ 0 w 1393"/>
              <a:gd name="p0y14" fmla="*/ 26 h 435"/>
              <a:gd name="p0x15" fmla="*/ 26 w 1393"/>
              <a:gd name="p0y15" fmla="*/ 0 h 435"/>
              <a:gd name="p0x16" fmla="*/ 60 w 1393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文本框 109"/>
          <p:cNvSpPr txBox="1"/>
          <p:nvPr>
            <p:custDataLst>
              <p:tags r:id="rId55"/>
            </p:custDataLst>
          </p:nvPr>
        </p:nvSpPr>
        <p:spPr>
          <a:xfrm>
            <a:off x="8430895" y="4720590"/>
            <a:ext cx="781050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维生素</a:t>
            </a:r>
            <a:r>
              <a:rPr lang="en-US" alt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A/C</a:t>
            </a:r>
            <a:endParaRPr lang="en-US" alt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56"/>
            </p:custDataLst>
          </p:nvPr>
        </p:nvSpPr>
        <p:spPr>
          <a:xfrm>
            <a:off x="9161780" y="4683760"/>
            <a:ext cx="269240" cy="263525"/>
          </a:xfrm>
          <a:custGeom>
            <a:avLst/>
            <a:gdLst>
              <a:gd name="sw" fmla="*/ 1 w 480"/>
              <a:gd name="sh" fmla="*/ 1 h 435"/>
              <a:gd name="mins" fmla="min sw sh"/>
              <a:gd name="dsw" fmla="+- 0 sw mins"/>
              <a:gd name="dsh" fmla="+- 0 sh mins"/>
              <a:gd name="p0x0" fmla="*/ 60 w 480"/>
              <a:gd name="p0y0" fmla="*/ 0 h 435"/>
              <a:gd name="p0x1" fmla="*/ 420 w 480"/>
              <a:gd name="p0y1" fmla="*/ 0 h 435"/>
              <a:gd name="p0x2" fmla="*/ 453 w 480"/>
              <a:gd name="p0y2" fmla="*/ 0 h 435"/>
              <a:gd name="p0x3" fmla="*/ 480 w 480"/>
              <a:gd name="p0y3" fmla="*/ 26 h 435"/>
              <a:gd name="p0x4" fmla="*/ 480 w 480"/>
              <a:gd name="p0y4" fmla="*/ 60 h 435"/>
              <a:gd name="p0x5" fmla="*/ 480 w 480"/>
              <a:gd name="p0y5" fmla="*/ 375 h 435"/>
              <a:gd name="p0x6" fmla="*/ 480 w 480"/>
              <a:gd name="p0y6" fmla="*/ 408 h 435"/>
              <a:gd name="p0x7" fmla="*/ 453 w 480"/>
              <a:gd name="p0y7" fmla="*/ 435 h 435"/>
              <a:gd name="p0x8" fmla="*/ 420 w 480"/>
              <a:gd name="p0y8" fmla="*/ 435 h 435"/>
              <a:gd name="p0x9" fmla="*/ 60 w 480"/>
              <a:gd name="p0y9" fmla="*/ 435 h 435"/>
              <a:gd name="p0x10" fmla="*/ 26 w 480"/>
              <a:gd name="p0y10" fmla="*/ 435 h 435"/>
              <a:gd name="p0x11" fmla="*/ 0 w 480"/>
              <a:gd name="p0y11" fmla="*/ 408 h 435"/>
              <a:gd name="p0x12" fmla="*/ 0 w 480"/>
              <a:gd name="p0y12" fmla="*/ 375 h 435"/>
              <a:gd name="p0x13" fmla="*/ 0 w 480"/>
              <a:gd name="p0y13" fmla="*/ 60 h 435"/>
              <a:gd name="p0x14" fmla="*/ 0 w 480"/>
              <a:gd name="p0y14" fmla="*/ 26 h 435"/>
              <a:gd name="p0x15" fmla="*/ 26 w 480"/>
              <a:gd name="p0y15" fmla="*/ 0 h 435"/>
              <a:gd name="p0x16" fmla="*/ 60 w 48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>
            <p:custDataLst>
              <p:tags r:id="rId57"/>
            </p:custDataLst>
          </p:nvPr>
        </p:nvSpPr>
        <p:spPr>
          <a:xfrm>
            <a:off x="9229090" y="4720590"/>
            <a:ext cx="269240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钙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任意多边形 112"/>
          <p:cNvSpPr/>
          <p:nvPr>
            <p:custDataLst>
              <p:tags r:id="rId58"/>
            </p:custDataLst>
          </p:nvPr>
        </p:nvSpPr>
        <p:spPr>
          <a:xfrm>
            <a:off x="9447530" y="4683760"/>
            <a:ext cx="269240" cy="263525"/>
          </a:xfrm>
          <a:custGeom>
            <a:avLst/>
            <a:gdLst>
              <a:gd name="sw" fmla="*/ 1 w 480"/>
              <a:gd name="sh" fmla="*/ 1 h 435"/>
              <a:gd name="mins" fmla="min sw sh"/>
              <a:gd name="dsw" fmla="+- 0 sw mins"/>
              <a:gd name="dsh" fmla="+- 0 sh mins"/>
              <a:gd name="p0x0" fmla="*/ 60 w 480"/>
              <a:gd name="p0y0" fmla="*/ 0 h 435"/>
              <a:gd name="p0x1" fmla="*/ 420 w 480"/>
              <a:gd name="p0y1" fmla="*/ 0 h 435"/>
              <a:gd name="p0x2" fmla="*/ 453 w 480"/>
              <a:gd name="p0y2" fmla="*/ 0 h 435"/>
              <a:gd name="p0x3" fmla="*/ 480 w 480"/>
              <a:gd name="p0y3" fmla="*/ 26 h 435"/>
              <a:gd name="p0x4" fmla="*/ 480 w 480"/>
              <a:gd name="p0y4" fmla="*/ 60 h 435"/>
              <a:gd name="p0x5" fmla="*/ 480 w 480"/>
              <a:gd name="p0y5" fmla="*/ 375 h 435"/>
              <a:gd name="p0x6" fmla="*/ 480 w 480"/>
              <a:gd name="p0y6" fmla="*/ 408 h 435"/>
              <a:gd name="p0x7" fmla="*/ 453 w 480"/>
              <a:gd name="p0y7" fmla="*/ 435 h 435"/>
              <a:gd name="p0x8" fmla="*/ 420 w 480"/>
              <a:gd name="p0y8" fmla="*/ 435 h 435"/>
              <a:gd name="p0x9" fmla="*/ 60 w 480"/>
              <a:gd name="p0y9" fmla="*/ 435 h 435"/>
              <a:gd name="p0x10" fmla="*/ 26 w 480"/>
              <a:gd name="p0y10" fmla="*/ 435 h 435"/>
              <a:gd name="p0x11" fmla="*/ 0 w 480"/>
              <a:gd name="p0y11" fmla="*/ 408 h 435"/>
              <a:gd name="p0x12" fmla="*/ 0 w 480"/>
              <a:gd name="p0y12" fmla="*/ 375 h 435"/>
              <a:gd name="p0x13" fmla="*/ 0 w 480"/>
              <a:gd name="p0y13" fmla="*/ 60 h 435"/>
              <a:gd name="p0x14" fmla="*/ 0 w 480"/>
              <a:gd name="p0y14" fmla="*/ 26 h 435"/>
              <a:gd name="p0x15" fmla="*/ 26 w 480"/>
              <a:gd name="p0y15" fmla="*/ 0 h 435"/>
              <a:gd name="p0x16" fmla="*/ 60 w 48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文本框 114"/>
          <p:cNvSpPr txBox="1"/>
          <p:nvPr>
            <p:custDataLst>
              <p:tags r:id="rId59"/>
            </p:custDataLst>
          </p:nvPr>
        </p:nvSpPr>
        <p:spPr>
          <a:xfrm>
            <a:off x="9514840" y="4720590"/>
            <a:ext cx="269240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铁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60"/>
            </p:custDataLst>
          </p:nvPr>
        </p:nvSpPr>
        <p:spPr>
          <a:xfrm>
            <a:off x="8266481" y="2629143"/>
            <a:ext cx="1163905" cy="34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0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zh-CN" sz="20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规模</a:t>
            </a:r>
            <a:endParaRPr lang="zh-CN" sz="20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>
            <p:custDataLst>
              <p:tags r:id="rId61"/>
            </p:custDataLst>
          </p:nvPr>
        </p:nvSpPr>
        <p:spPr>
          <a:xfrm>
            <a:off x="7876372" y="3041047"/>
            <a:ext cx="4035281" cy="2808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13,260 条 · 17 个数值特征 </a:t>
            </a:r>
            <a:endParaRPr lang="zh-CN" altLang="en-US" sz="133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2302510" y="795020"/>
            <a:ext cx="50069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2.2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数据处理</a:t>
            </a:r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 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6" name="Text 11"/>
          <p:cNvSpPr/>
          <p:nvPr>
            <p:custDataLst>
              <p:tags r:id="rId3"/>
            </p:custDataLst>
          </p:nvPr>
        </p:nvSpPr>
        <p:spPr>
          <a:xfrm>
            <a:off x="7263130" y="1464945"/>
            <a:ext cx="2194560" cy="123634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38" name="任意多边形 137"/>
          <p:cNvSpPr/>
          <p:nvPr>
            <p:custDataLst>
              <p:tags r:id="rId4"/>
            </p:custDataLst>
          </p:nvPr>
        </p:nvSpPr>
        <p:spPr>
          <a:xfrm>
            <a:off x="1967865" y="941070"/>
            <a:ext cx="9864090" cy="699135"/>
          </a:xfrm>
          <a:custGeom>
            <a:avLst/>
            <a:gdLst>
              <a:gd name="sw" fmla="*/ 1 w 17385"/>
              <a:gd name="sh" fmla="*/ 1 h 825"/>
              <a:gd name="mins" fmla="min sw sh"/>
              <a:gd name="dsw" fmla="+- 0 sw mins"/>
              <a:gd name="dsh" fmla="+- 0 sh mins"/>
              <a:gd name="p0x0" fmla="*/ 150 w 17385"/>
              <a:gd name="p0y0" fmla="*/ 0 h 825"/>
              <a:gd name="p0x1" fmla="*/ 17235 w 17385"/>
              <a:gd name="p0y1" fmla="*/ 0 h 825"/>
              <a:gd name="p0x2" fmla="*/ 17317 w 17385"/>
              <a:gd name="p0y2" fmla="*/ 0 h 825"/>
              <a:gd name="p0x3" fmla="*/ 17385 w 17385"/>
              <a:gd name="p0y3" fmla="*/ 67 h 825"/>
              <a:gd name="p0x4" fmla="*/ 17385 w 17385"/>
              <a:gd name="p0y4" fmla="*/ 150 h 825"/>
              <a:gd name="p0x5" fmla="*/ 17385 w 17385"/>
              <a:gd name="p0y5" fmla="*/ 675 h 825"/>
              <a:gd name="p0x6" fmla="*/ 17385 w 17385"/>
              <a:gd name="p0y6" fmla="*/ 757 h 825"/>
              <a:gd name="p0x7" fmla="*/ 17317 w 17385"/>
              <a:gd name="p0y7" fmla="*/ 825 h 825"/>
              <a:gd name="p0x8" fmla="*/ 17235 w 17385"/>
              <a:gd name="p0y8" fmla="*/ 825 h 825"/>
              <a:gd name="p0x9" fmla="*/ 150 w 17385"/>
              <a:gd name="p0y9" fmla="*/ 825 h 825"/>
              <a:gd name="p0x10" fmla="*/ 67 w 17385"/>
              <a:gd name="p0y10" fmla="*/ 825 h 825"/>
              <a:gd name="p0x11" fmla="*/ 0 w 17385"/>
              <a:gd name="p0y11" fmla="*/ 757 h 825"/>
              <a:gd name="p0x12" fmla="*/ 0 w 17385"/>
              <a:gd name="p0y12" fmla="*/ 675 h 825"/>
              <a:gd name="p0x13" fmla="*/ 0 w 17385"/>
              <a:gd name="p0y13" fmla="*/ 150 h 825"/>
              <a:gd name="p0x14" fmla="*/ 0 w 17385"/>
              <a:gd name="p0y14" fmla="*/ 67 h 825"/>
              <a:gd name="p0x15" fmla="*/ 67 w 17385"/>
              <a:gd name="p0y15" fmla="*/ 0 h 825"/>
              <a:gd name="p0x16" fmla="*/ 150 w 17385"/>
              <a:gd name="p0y16" fmla="*/ 0 h 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9" name="组合 188"/>
          <p:cNvGrpSpPr/>
          <p:nvPr/>
        </p:nvGrpSpPr>
        <p:grpSpPr>
          <a:xfrm>
            <a:off x="2378710" y="1069975"/>
            <a:ext cx="9280777" cy="394335"/>
            <a:chOff x="6111" y="1685"/>
            <a:chExt cx="10459" cy="378"/>
          </a:xfrm>
        </p:grpSpPr>
        <p:sp>
          <p:nvSpPr>
            <p:cNvPr id="139" name="文本框 138"/>
            <p:cNvSpPr txBox="1"/>
            <p:nvPr>
              <p:custDataLst>
                <p:tags r:id="rId5"/>
              </p:custDataLst>
            </p:nvPr>
          </p:nvSpPr>
          <p:spPr>
            <a:xfrm>
              <a:off x="6111" y="1685"/>
              <a:ext cx="1404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2000" b="1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</a:rPr>
                <a:t>IBM CSV</a:t>
              </a:r>
              <a:endParaRPr sz="2000" b="1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40" name="图片 13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-16667" b="-16667"/>
            <a:stretch>
              <a:fillRect/>
            </a:stretch>
          </p:blipFill>
          <p:spPr>
            <a:xfrm>
              <a:off x="7388" y="1732"/>
              <a:ext cx="268" cy="285"/>
            </a:xfrm>
            <a:prstGeom prst="rect">
              <a:avLst/>
            </a:prstGeom>
          </p:spPr>
        </p:pic>
        <p:sp>
          <p:nvSpPr>
            <p:cNvPr id="141" name="文本框 140"/>
            <p:cNvSpPr txBox="1"/>
            <p:nvPr>
              <p:custDataLst>
                <p:tags r:id="rId9"/>
              </p:custDataLst>
            </p:nvPr>
          </p:nvSpPr>
          <p:spPr>
            <a:xfrm>
              <a:off x="7796" y="1685"/>
              <a:ext cx="1407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lang="en-US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17</a:t>
              </a:r>
              <a:r>
                <a:rPr lang="zh-CN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维特征</a:t>
              </a:r>
              <a:endParaRPr lang="zh-CN" sz="20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42" name="图片 14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-16667" b="-16667"/>
            <a:stretch>
              <a:fillRect/>
            </a:stretch>
          </p:blipFill>
          <p:spPr>
            <a:xfrm>
              <a:off x="9075" y="1732"/>
              <a:ext cx="268" cy="285"/>
            </a:xfrm>
            <a:prstGeom prst="rect">
              <a:avLst/>
            </a:prstGeom>
          </p:spPr>
        </p:pic>
        <p:sp>
          <p:nvSpPr>
            <p:cNvPr id="143" name="文本框 142"/>
            <p:cNvSpPr txBox="1"/>
            <p:nvPr>
              <p:custDataLst>
                <p:tags r:id="rId11"/>
              </p:custDataLst>
            </p:nvPr>
          </p:nvSpPr>
          <p:spPr>
            <a:xfrm>
              <a:off x="9343" y="1685"/>
              <a:ext cx="2088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2000" b="1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</a:rPr>
                <a:t>MinMaxScaler</a:t>
              </a:r>
              <a:endParaRPr sz="2000" b="1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44" name="图片 143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-16667" b="-16667"/>
            <a:stretch>
              <a:fillRect/>
            </a:stretch>
          </p:blipFill>
          <p:spPr>
            <a:xfrm>
              <a:off x="11537" y="1685"/>
              <a:ext cx="268" cy="285"/>
            </a:xfrm>
            <a:prstGeom prst="rect">
              <a:avLst/>
            </a:prstGeom>
          </p:spPr>
        </p:pic>
        <p:sp>
          <p:nvSpPr>
            <p:cNvPr id="145" name="文本框 144"/>
            <p:cNvSpPr txBox="1"/>
            <p:nvPr>
              <p:custDataLst>
                <p:tags r:id="rId13"/>
              </p:custDataLst>
            </p:nvPr>
          </p:nvSpPr>
          <p:spPr>
            <a:xfrm>
              <a:off x="11855" y="1685"/>
              <a:ext cx="2781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lang="en-US" altLang="en-US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80%</a:t>
              </a:r>
              <a:r>
                <a:rPr lang="zh-CN" altLang="en-US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</a:t>
              </a:r>
              <a:r>
                <a:rPr lang="en-US" altLang="zh-CN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/ 20%</a:t>
              </a:r>
              <a:r>
                <a:rPr lang="zh-CN" altLang="en-US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测试</a:t>
              </a:r>
              <a:endParaRPr lang="zh-CN" altLang="en-US" sz="20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46" name="图片 14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-16667" b="-16667"/>
            <a:stretch>
              <a:fillRect/>
            </a:stretch>
          </p:blipFill>
          <p:spPr>
            <a:xfrm>
              <a:off x="14507" y="1732"/>
              <a:ext cx="268" cy="285"/>
            </a:xfrm>
            <a:prstGeom prst="rect">
              <a:avLst/>
            </a:prstGeom>
          </p:spPr>
        </p:pic>
        <p:sp>
          <p:nvSpPr>
            <p:cNvPr id="147" name="文本框 146"/>
            <p:cNvSpPr txBox="1"/>
            <p:nvPr>
              <p:custDataLst>
                <p:tags r:id="rId15"/>
              </p:custDataLst>
            </p:nvPr>
          </p:nvSpPr>
          <p:spPr>
            <a:xfrm>
              <a:off x="14917" y="1685"/>
              <a:ext cx="1653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lang="en-US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15%</a:t>
              </a:r>
              <a:r>
                <a:rPr lang="zh-CN" sz="2000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校准集</a:t>
              </a:r>
              <a:endParaRPr lang="zh-CN" sz="20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2562860" y="1849755"/>
            <a:ext cx="5464175" cy="3179445"/>
            <a:chOff x="4036" y="2891"/>
            <a:chExt cx="6984" cy="6880"/>
          </a:xfrm>
        </p:grpSpPr>
        <p:sp>
          <p:nvSpPr>
            <p:cNvPr id="12" name="Text 6"/>
            <p:cNvSpPr/>
            <p:nvPr>
              <p:custDataLst>
                <p:tags r:id="rId16"/>
              </p:custDataLst>
            </p:nvPr>
          </p:nvSpPr>
          <p:spPr>
            <a:xfrm>
              <a:off x="4214" y="8253"/>
              <a:ext cx="3553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endParaRPr lang="zh-CN" altLang="en-US" sz="1600" dirty="0"/>
            </a:p>
          </p:txBody>
        </p:sp>
        <p:sp>
          <p:nvSpPr>
            <p:cNvPr id="148" name="任意多边形 147"/>
            <p:cNvSpPr/>
            <p:nvPr>
              <p:custDataLst>
                <p:tags r:id="rId17"/>
              </p:custDataLst>
            </p:nvPr>
          </p:nvSpPr>
          <p:spPr>
            <a:xfrm>
              <a:off x="4036" y="2891"/>
              <a:ext cx="3351" cy="3291"/>
            </a:xfrm>
            <a:custGeom>
              <a:avLst/>
              <a:gdLst>
                <a:gd name="sw" fmla="*/ 1 w 3750"/>
                <a:gd name="sh" fmla="*/ 1 h 3465"/>
                <a:gd name="mins" fmla="min sw sh"/>
                <a:gd name="dsw" fmla="+- 0 sw mins"/>
                <a:gd name="dsh" fmla="+- 0 sh mins"/>
                <a:gd name="p0x0" fmla="*/ 150 w 3750"/>
                <a:gd name="p0y0" fmla="*/ 0 h 3465"/>
                <a:gd name="p0x1" fmla="*/ 3600 w 3750"/>
                <a:gd name="p0y1" fmla="*/ 0 h 3465"/>
                <a:gd name="p0x2" fmla="*/ 3683 w 3750"/>
                <a:gd name="p0y2" fmla="*/ 0 h 3465"/>
                <a:gd name="p0x3" fmla="*/ 3750 w 3750"/>
                <a:gd name="p0y3" fmla="*/ 67 h 3465"/>
                <a:gd name="p0x4" fmla="*/ 3750 w 3750"/>
                <a:gd name="p0y4" fmla="*/ 150 h 3465"/>
                <a:gd name="p0x5" fmla="*/ 3750 w 3750"/>
                <a:gd name="p0y5" fmla="*/ 3315 h 3465"/>
                <a:gd name="p0x6" fmla="*/ 3750 w 3750"/>
                <a:gd name="p0y6" fmla="*/ 3397 h 3465"/>
                <a:gd name="p0x7" fmla="*/ 3683 w 3750"/>
                <a:gd name="p0y7" fmla="*/ 3465 h 3465"/>
                <a:gd name="p0x8" fmla="*/ 3600 w 3750"/>
                <a:gd name="p0y8" fmla="*/ 3465 h 3465"/>
                <a:gd name="p0x9" fmla="*/ 150 w 3750"/>
                <a:gd name="p0y9" fmla="*/ 3465 h 3465"/>
                <a:gd name="p0x10" fmla="*/ 67 w 3750"/>
                <a:gd name="p0y10" fmla="*/ 3465 h 3465"/>
                <a:gd name="p0x11" fmla="*/ 0 w 3750"/>
                <a:gd name="p0y11" fmla="*/ 3397 h 3465"/>
                <a:gd name="p0x12" fmla="*/ 0 w 3750"/>
                <a:gd name="p0y12" fmla="*/ 3315 h 3465"/>
                <a:gd name="p0x13" fmla="*/ 0 w 3750"/>
                <a:gd name="p0y13" fmla="*/ 150 h 3465"/>
                <a:gd name="p0x14" fmla="*/ 0 w 3750"/>
                <a:gd name="p0y14" fmla="*/ 67 h 3465"/>
                <a:gd name="p0x15" fmla="*/ 67 w 3750"/>
                <a:gd name="p0y15" fmla="*/ 0 h 3465"/>
                <a:gd name="p0x16" fmla="*/ 150 w 3750"/>
                <a:gd name="p0y16" fmla="*/ 0 h 34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9" name="任意多边形 148"/>
            <p:cNvSpPr/>
            <p:nvPr>
              <p:custDataLst>
                <p:tags r:id="rId18"/>
              </p:custDataLst>
            </p:nvPr>
          </p:nvSpPr>
          <p:spPr>
            <a:xfrm>
              <a:off x="4311" y="3579"/>
              <a:ext cx="483" cy="513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50 w 540"/>
                <a:gd name="p0y0" fmla="*/ 0 h 540"/>
                <a:gd name="p0x1" fmla="*/ 390 w 540"/>
                <a:gd name="p0y1" fmla="*/ 0 h 540"/>
                <a:gd name="p0x2" fmla="*/ 472 w 540"/>
                <a:gd name="p0y2" fmla="*/ 0 h 540"/>
                <a:gd name="p0x3" fmla="*/ 540 w 540"/>
                <a:gd name="p0y3" fmla="*/ 67 h 540"/>
                <a:gd name="p0x4" fmla="*/ 540 w 540"/>
                <a:gd name="p0y4" fmla="*/ 150 h 540"/>
                <a:gd name="p0x5" fmla="*/ 540 w 540"/>
                <a:gd name="p0y5" fmla="*/ 390 h 540"/>
                <a:gd name="p0x6" fmla="*/ 540 w 540"/>
                <a:gd name="p0y6" fmla="*/ 472 h 540"/>
                <a:gd name="p0x7" fmla="*/ 472 w 540"/>
                <a:gd name="p0y7" fmla="*/ 540 h 540"/>
                <a:gd name="p0x8" fmla="*/ 390 w 540"/>
                <a:gd name="p0y8" fmla="*/ 540 h 540"/>
                <a:gd name="p0x9" fmla="*/ 150 w 540"/>
                <a:gd name="p0y9" fmla="*/ 540 h 540"/>
                <a:gd name="p0x10" fmla="*/ 67 w 540"/>
                <a:gd name="p0y10" fmla="*/ 540 h 540"/>
                <a:gd name="p0x11" fmla="*/ 0 w 540"/>
                <a:gd name="p0y11" fmla="*/ 472 h 540"/>
                <a:gd name="p0x12" fmla="*/ 0 w 540"/>
                <a:gd name="p0y12" fmla="*/ 390 h 540"/>
                <a:gd name="p0x13" fmla="*/ 0 w 540"/>
                <a:gd name="p0y13" fmla="*/ 150 h 540"/>
                <a:gd name="p0x14" fmla="*/ 0 w 540"/>
                <a:gd name="p0y14" fmla="*/ 67 h 540"/>
                <a:gd name="p0x15" fmla="*/ 67 w 540"/>
                <a:gd name="p0y15" fmla="*/ 0 h 540"/>
                <a:gd name="p0x16" fmla="*/ 15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0" name="图片 14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l="-6818" t="-1212" r="-6818" b="-1212"/>
            <a:stretch>
              <a:fillRect/>
            </a:stretch>
          </p:blipFill>
          <p:spPr>
            <a:xfrm>
              <a:off x="4384" y="3671"/>
              <a:ext cx="335" cy="321"/>
            </a:xfrm>
            <a:prstGeom prst="rect">
              <a:avLst/>
            </a:prstGeom>
          </p:spPr>
        </p:pic>
        <p:sp>
          <p:nvSpPr>
            <p:cNvPr id="151" name="文本框 150"/>
            <p:cNvSpPr txBox="1"/>
            <p:nvPr>
              <p:custDataLst>
                <p:tags r:id="rId22"/>
              </p:custDataLst>
            </p:nvPr>
          </p:nvSpPr>
          <p:spPr>
            <a:xfrm>
              <a:off x="4955" y="3647"/>
              <a:ext cx="1608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归一化</a:t>
              </a:r>
              <a:endPara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23"/>
              </p:custDataLst>
            </p:nvPr>
          </p:nvSpPr>
          <p:spPr>
            <a:xfrm>
              <a:off x="4311" y="4240"/>
              <a:ext cx="2802" cy="12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特征量纲差异大（如钠</a:t>
              </a:r>
              <a:r>
                <a:rPr lang="en-US" alt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vs </a:t>
              </a: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维生素），</a:t>
              </a:r>
              <a:r>
                <a:rPr lang="en-US" alt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Min-Max </a:t>
              </a: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缩至</a:t>
              </a:r>
              <a:r>
                <a:rPr lang="en-US" alt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[0,1]</a:t>
              </a:r>
              <a:endParaRPr lang="en-US" alt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3" name="任意多边形 152"/>
            <p:cNvSpPr/>
            <p:nvPr>
              <p:custDataLst>
                <p:tags r:id="rId24"/>
              </p:custDataLst>
            </p:nvPr>
          </p:nvSpPr>
          <p:spPr>
            <a:xfrm>
              <a:off x="7668" y="2891"/>
              <a:ext cx="3352" cy="3291"/>
            </a:xfrm>
            <a:custGeom>
              <a:avLst/>
              <a:gdLst>
                <a:gd name="sw" fmla="*/ 1 w 3750"/>
                <a:gd name="sh" fmla="*/ 1 h 3465"/>
                <a:gd name="mins" fmla="min sw sh"/>
                <a:gd name="dsw" fmla="+- 0 sw mins"/>
                <a:gd name="dsh" fmla="+- 0 sh mins"/>
                <a:gd name="p0x0" fmla="*/ 150 w 3750"/>
                <a:gd name="p0y0" fmla="*/ 0 h 3465"/>
                <a:gd name="p0x1" fmla="*/ 3600 w 3750"/>
                <a:gd name="p0y1" fmla="*/ 0 h 3465"/>
                <a:gd name="p0x2" fmla="*/ 3683 w 3750"/>
                <a:gd name="p0y2" fmla="*/ 0 h 3465"/>
                <a:gd name="p0x3" fmla="*/ 3750 w 3750"/>
                <a:gd name="p0y3" fmla="*/ 67 h 3465"/>
                <a:gd name="p0x4" fmla="*/ 3750 w 3750"/>
                <a:gd name="p0y4" fmla="*/ 150 h 3465"/>
                <a:gd name="p0x5" fmla="*/ 3750 w 3750"/>
                <a:gd name="p0y5" fmla="*/ 3315 h 3465"/>
                <a:gd name="p0x6" fmla="*/ 3750 w 3750"/>
                <a:gd name="p0y6" fmla="*/ 3397 h 3465"/>
                <a:gd name="p0x7" fmla="*/ 3683 w 3750"/>
                <a:gd name="p0y7" fmla="*/ 3465 h 3465"/>
                <a:gd name="p0x8" fmla="*/ 3600 w 3750"/>
                <a:gd name="p0y8" fmla="*/ 3465 h 3465"/>
                <a:gd name="p0x9" fmla="*/ 150 w 3750"/>
                <a:gd name="p0y9" fmla="*/ 3465 h 3465"/>
                <a:gd name="p0x10" fmla="*/ 67 w 3750"/>
                <a:gd name="p0y10" fmla="*/ 3465 h 3465"/>
                <a:gd name="p0x11" fmla="*/ 0 w 3750"/>
                <a:gd name="p0y11" fmla="*/ 3397 h 3465"/>
                <a:gd name="p0x12" fmla="*/ 0 w 3750"/>
                <a:gd name="p0y12" fmla="*/ 3315 h 3465"/>
                <a:gd name="p0x13" fmla="*/ 0 w 3750"/>
                <a:gd name="p0y13" fmla="*/ 150 h 3465"/>
                <a:gd name="p0x14" fmla="*/ 0 w 3750"/>
                <a:gd name="p0y14" fmla="*/ 67 h 3465"/>
                <a:gd name="p0x15" fmla="*/ 67 w 3750"/>
                <a:gd name="p0y15" fmla="*/ 0 h 3465"/>
                <a:gd name="p0x16" fmla="*/ 150 w 3750"/>
                <a:gd name="p0y16" fmla="*/ 0 h 34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4" name="任意多边形 153"/>
            <p:cNvSpPr/>
            <p:nvPr>
              <p:custDataLst>
                <p:tags r:id="rId25"/>
              </p:custDataLst>
            </p:nvPr>
          </p:nvSpPr>
          <p:spPr>
            <a:xfrm>
              <a:off x="7943" y="3579"/>
              <a:ext cx="483" cy="513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50 w 540"/>
                <a:gd name="p0y0" fmla="*/ 0 h 540"/>
                <a:gd name="p0x1" fmla="*/ 390 w 540"/>
                <a:gd name="p0y1" fmla="*/ 0 h 540"/>
                <a:gd name="p0x2" fmla="*/ 472 w 540"/>
                <a:gd name="p0y2" fmla="*/ 0 h 540"/>
                <a:gd name="p0x3" fmla="*/ 540 w 540"/>
                <a:gd name="p0y3" fmla="*/ 67 h 540"/>
                <a:gd name="p0x4" fmla="*/ 540 w 540"/>
                <a:gd name="p0y4" fmla="*/ 150 h 540"/>
                <a:gd name="p0x5" fmla="*/ 540 w 540"/>
                <a:gd name="p0y5" fmla="*/ 390 h 540"/>
                <a:gd name="p0x6" fmla="*/ 540 w 540"/>
                <a:gd name="p0y6" fmla="*/ 472 h 540"/>
                <a:gd name="p0x7" fmla="*/ 472 w 540"/>
                <a:gd name="p0y7" fmla="*/ 540 h 540"/>
                <a:gd name="p0x8" fmla="*/ 390 w 540"/>
                <a:gd name="p0y8" fmla="*/ 540 h 540"/>
                <a:gd name="p0x9" fmla="*/ 150 w 540"/>
                <a:gd name="p0y9" fmla="*/ 540 h 540"/>
                <a:gd name="p0x10" fmla="*/ 67 w 540"/>
                <a:gd name="p0y10" fmla="*/ 540 h 540"/>
                <a:gd name="p0x11" fmla="*/ 0 w 540"/>
                <a:gd name="p0y11" fmla="*/ 472 h 540"/>
                <a:gd name="p0x12" fmla="*/ 0 w 540"/>
                <a:gd name="p0y12" fmla="*/ 390 h 540"/>
                <a:gd name="p0x13" fmla="*/ 0 w 540"/>
                <a:gd name="p0y13" fmla="*/ 150 h 540"/>
                <a:gd name="p0x14" fmla="*/ 0 w 540"/>
                <a:gd name="p0y14" fmla="*/ 67 h 540"/>
                <a:gd name="p0x15" fmla="*/ 67 w 540"/>
                <a:gd name="p0y15" fmla="*/ 0 h 540"/>
                <a:gd name="p0x16" fmla="*/ 15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5" name="图片 15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l="-2381" t="-3651" r="-2381" b="-3651"/>
            <a:stretch>
              <a:fillRect/>
            </a:stretch>
          </p:blipFill>
          <p:spPr>
            <a:xfrm>
              <a:off x="8037" y="3671"/>
              <a:ext cx="295" cy="321"/>
            </a:xfrm>
            <a:prstGeom prst="rect">
              <a:avLst/>
            </a:prstGeom>
          </p:spPr>
        </p:pic>
        <p:sp>
          <p:nvSpPr>
            <p:cNvPr id="156" name="文本框 155"/>
            <p:cNvSpPr txBox="1"/>
            <p:nvPr>
              <p:custDataLst>
                <p:tags r:id="rId29"/>
              </p:custDataLst>
            </p:nvPr>
          </p:nvSpPr>
          <p:spPr>
            <a:xfrm>
              <a:off x="8587" y="3647"/>
              <a:ext cx="1876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分层划分</a:t>
              </a:r>
              <a:endPara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7" name="文本框 156"/>
            <p:cNvSpPr txBox="1"/>
            <p:nvPr>
              <p:custDataLst>
                <p:tags r:id="rId30"/>
              </p:custDataLst>
            </p:nvPr>
          </p:nvSpPr>
          <p:spPr>
            <a:xfrm>
              <a:off x="7944" y="4240"/>
              <a:ext cx="2802" cy="12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80% </a:t>
              </a: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</a:t>
              </a:r>
              <a:r>
                <a:rPr lang="en-US" alt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/ 20% </a:t>
              </a: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测试，保持三类比例一致（</a:t>
              </a:r>
              <a:r>
                <a:rPr lang="en-US" alt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Stratify</a:t>
              </a: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8" name="任意多边形 157"/>
            <p:cNvSpPr/>
            <p:nvPr>
              <p:custDataLst>
                <p:tags r:id="rId31"/>
              </p:custDataLst>
            </p:nvPr>
          </p:nvSpPr>
          <p:spPr>
            <a:xfrm>
              <a:off x="4036" y="6481"/>
              <a:ext cx="3351" cy="3291"/>
            </a:xfrm>
            <a:custGeom>
              <a:avLst/>
              <a:gdLst>
                <a:gd name="sw" fmla="*/ 1 w 3750"/>
                <a:gd name="sh" fmla="*/ 1 h 3465"/>
                <a:gd name="mins" fmla="min sw sh"/>
                <a:gd name="dsw" fmla="+- 0 sw mins"/>
                <a:gd name="dsh" fmla="+- 0 sh mins"/>
                <a:gd name="p0x0" fmla="*/ 150 w 3750"/>
                <a:gd name="p0y0" fmla="*/ 0 h 3465"/>
                <a:gd name="p0x1" fmla="*/ 3600 w 3750"/>
                <a:gd name="p0y1" fmla="*/ 0 h 3465"/>
                <a:gd name="p0x2" fmla="*/ 3683 w 3750"/>
                <a:gd name="p0y2" fmla="*/ 0 h 3465"/>
                <a:gd name="p0x3" fmla="*/ 3750 w 3750"/>
                <a:gd name="p0y3" fmla="*/ 67 h 3465"/>
                <a:gd name="p0x4" fmla="*/ 3750 w 3750"/>
                <a:gd name="p0y4" fmla="*/ 150 h 3465"/>
                <a:gd name="p0x5" fmla="*/ 3750 w 3750"/>
                <a:gd name="p0y5" fmla="*/ 3315 h 3465"/>
                <a:gd name="p0x6" fmla="*/ 3750 w 3750"/>
                <a:gd name="p0y6" fmla="*/ 3397 h 3465"/>
                <a:gd name="p0x7" fmla="*/ 3683 w 3750"/>
                <a:gd name="p0y7" fmla="*/ 3465 h 3465"/>
                <a:gd name="p0x8" fmla="*/ 3600 w 3750"/>
                <a:gd name="p0y8" fmla="*/ 3465 h 3465"/>
                <a:gd name="p0x9" fmla="*/ 150 w 3750"/>
                <a:gd name="p0y9" fmla="*/ 3465 h 3465"/>
                <a:gd name="p0x10" fmla="*/ 67 w 3750"/>
                <a:gd name="p0y10" fmla="*/ 3465 h 3465"/>
                <a:gd name="p0x11" fmla="*/ 0 w 3750"/>
                <a:gd name="p0y11" fmla="*/ 3397 h 3465"/>
                <a:gd name="p0x12" fmla="*/ 0 w 3750"/>
                <a:gd name="p0y12" fmla="*/ 3315 h 3465"/>
                <a:gd name="p0x13" fmla="*/ 0 w 3750"/>
                <a:gd name="p0y13" fmla="*/ 150 h 3465"/>
                <a:gd name="p0x14" fmla="*/ 0 w 3750"/>
                <a:gd name="p0y14" fmla="*/ 67 h 3465"/>
                <a:gd name="p0x15" fmla="*/ 67 w 3750"/>
                <a:gd name="p0y15" fmla="*/ 0 h 3465"/>
                <a:gd name="p0x16" fmla="*/ 150 w 3750"/>
                <a:gd name="p0y16" fmla="*/ 0 h 34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9" name="任意多边形 158"/>
            <p:cNvSpPr/>
            <p:nvPr>
              <p:custDataLst>
                <p:tags r:id="rId32"/>
              </p:custDataLst>
            </p:nvPr>
          </p:nvSpPr>
          <p:spPr>
            <a:xfrm>
              <a:off x="4311" y="7374"/>
              <a:ext cx="483" cy="513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50 w 540"/>
                <a:gd name="p0y0" fmla="*/ 0 h 540"/>
                <a:gd name="p0x1" fmla="*/ 390 w 540"/>
                <a:gd name="p0y1" fmla="*/ 0 h 540"/>
                <a:gd name="p0x2" fmla="*/ 472 w 540"/>
                <a:gd name="p0y2" fmla="*/ 0 h 540"/>
                <a:gd name="p0x3" fmla="*/ 540 w 540"/>
                <a:gd name="p0y3" fmla="*/ 67 h 540"/>
                <a:gd name="p0x4" fmla="*/ 540 w 540"/>
                <a:gd name="p0y4" fmla="*/ 150 h 540"/>
                <a:gd name="p0x5" fmla="*/ 540 w 540"/>
                <a:gd name="p0y5" fmla="*/ 390 h 540"/>
                <a:gd name="p0x6" fmla="*/ 540 w 540"/>
                <a:gd name="p0y6" fmla="*/ 472 h 540"/>
                <a:gd name="p0x7" fmla="*/ 472 w 540"/>
                <a:gd name="p0y7" fmla="*/ 540 h 540"/>
                <a:gd name="p0x8" fmla="*/ 390 w 540"/>
                <a:gd name="p0y8" fmla="*/ 540 h 540"/>
                <a:gd name="p0x9" fmla="*/ 150 w 540"/>
                <a:gd name="p0y9" fmla="*/ 540 h 540"/>
                <a:gd name="p0x10" fmla="*/ 67 w 540"/>
                <a:gd name="p0y10" fmla="*/ 540 h 540"/>
                <a:gd name="p0x11" fmla="*/ 0 w 540"/>
                <a:gd name="p0y11" fmla="*/ 472 h 540"/>
                <a:gd name="p0x12" fmla="*/ 0 w 540"/>
                <a:gd name="p0y12" fmla="*/ 390 h 540"/>
                <a:gd name="p0x13" fmla="*/ 0 w 540"/>
                <a:gd name="p0y13" fmla="*/ 150 h 540"/>
                <a:gd name="p0x14" fmla="*/ 0 w 540"/>
                <a:gd name="p0y14" fmla="*/ 67 h 540"/>
                <a:gd name="p0x15" fmla="*/ 67 w 540"/>
                <a:gd name="p0y15" fmla="*/ 0 h 540"/>
                <a:gd name="p0x16" fmla="*/ 15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60" name="图片 159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 l="-2381" t="-3651" r="-2381" b="-3651"/>
            <a:stretch>
              <a:fillRect/>
            </a:stretch>
          </p:blipFill>
          <p:spPr>
            <a:xfrm>
              <a:off x="4405" y="7466"/>
              <a:ext cx="295" cy="321"/>
            </a:xfrm>
            <a:prstGeom prst="rect">
              <a:avLst/>
            </a:prstGeom>
          </p:spPr>
        </p:pic>
        <p:sp>
          <p:nvSpPr>
            <p:cNvPr id="161" name="文本框 160"/>
            <p:cNvSpPr txBox="1"/>
            <p:nvPr>
              <p:custDataLst>
                <p:tags r:id="rId36"/>
              </p:custDataLst>
            </p:nvPr>
          </p:nvSpPr>
          <p:spPr>
            <a:xfrm>
              <a:off x="4955" y="7442"/>
              <a:ext cx="1608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校准集</a:t>
              </a:r>
              <a:endPara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2" name="文本框 161"/>
            <p:cNvSpPr txBox="1"/>
            <p:nvPr>
              <p:custDataLst>
                <p:tags r:id="rId37"/>
              </p:custDataLst>
            </p:nvPr>
          </p:nvSpPr>
          <p:spPr>
            <a:xfrm>
              <a:off x="4311" y="8035"/>
              <a:ext cx="2802" cy="8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训练集内再取</a:t>
              </a:r>
              <a:r>
                <a:rPr lang="en-US" alt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15%</a:t>
              </a:r>
              <a:r>
                <a:rPr lang="zh-CN" alt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，专用于「多吃」概率阈值搜索</a:t>
              </a:r>
              <a:endPara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3" name="任意多边形 162"/>
            <p:cNvSpPr/>
            <p:nvPr>
              <p:custDataLst>
                <p:tags r:id="rId38"/>
              </p:custDataLst>
            </p:nvPr>
          </p:nvSpPr>
          <p:spPr>
            <a:xfrm>
              <a:off x="7668" y="6481"/>
              <a:ext cx="3352" cy="3291"/>
            </a:xfrm>
            <a:custGeom>
              <a:avLst/>
              <a:gdLst>
                <a:gd name="sw" fmla="*/ 1 w 3750"/>
                <a:gd name="sh" fmla="*/ 1 h 3465"/>
                <a:gd name="mins" fmla="min sw sh"/>
                <a:gd name="dsw" fmla="+- 0 sw mins"/>
                <a:gd name="dsh" fmla="+- 0 sh mins"/>
                <a:gd name="p0x0" fmla="*/ 150 w 3750"/>
                <a:gd name="p0y0" fmla="*/ 0 h 3465"/>
                <a:gd name="p0x1" fmla="*/ 3600 w 3750"/>
                <a:gd name="p0y1" fmla="*/ 0 h 3465"/>
                <a:gd name="p0x2" fmla="*/ 3683 w 3750"/>
                <a:gd name="p0y2" fmla="*/ 0 h 3465"/>
                <a:gd name="p0x3" fmla="*/ 3750 w 3750"/>
                <a:gd name="p0y3" fmla="*/ 67 h 3465"/>
                <a:gd name="p0x4" fmla="*/ 3750 w 3750"/>
                <a:gd name="p0y4" fmla="*/ 150 h 3465"/>
                <a:gd name="p0x5" fmla="*/ 3750 w 3750"/>
                <a:gd name="p0y5" fmla="*/ 3315 h 3465"/>
                <a:gd name="p0x6" fmla="*/ 3750 w 3750"/>
                <a:gd name="p0y6" fmla="*/ 3397 h 3465"/>
                <a:gd name="p0x7" fmla="*/ 3683 w 3750"/>
                <a:gd name="p0y7" fmla="*/ 3465 h 3465"/>
                <a:gd name="p0x8" fmla="*/ 3600 w 3750"/>
                <a:gd name="p0y8" fmla="*/ 3465 h 3465"/>
                <a:gd name="p0x9" fmla="*/ 150 w 3750"/>
                <a:gd name="p0y9" fmla="*/ 3465 h 3465"/>
                <a:gd name="p0x10" fmla="*/ 67 w 3750"/>
                <a:gd name="p0y10" fmla="*/ 3465 h 3465"/>
                <a:gd name="p0x11" fmla="*/ 0 w 3750"/>
                <a:gd name="p0y11" fmla="*/ 3397 h 3465"/>
                <a:gd name="p0x12" fmla="*/ 0 w 3750"/>
                <a:gd name="p0y12" fmla="*/ 3315 h 3465"/>
                <a:gd name="p0x13" fmla="*/ 0 w 3750"/>
                <a:gd name="p0y13" fmla="*/ 150 h 3465"/>
                <a:gd name="p0x14" fmla="*/ 0 w 3750"/>
                <a:gd name="p0y14" fmla="*/ 67 h 3465"/>
                <a:gd name="p0x15" fmla="*/ 67 w 3750"/>
                <a:gd name="p0y15" fmla="*/ 0 h 3465"/>
                <a:gd name="p0x16" fmla="*/ 150 w 3750"/>
                <a:gd name="p0y16" fmla="*/ 0 h 34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任意多边形 163"/>
            <p:cNvSpPr/>
            <p:nvPr>
              <p:custDataLst>
                <p:tags r:id="rId39"/>
              </p:custDataLst>
            </p:nvPr>
          </p:nvSpPr>
          <p:spPr>
            <a:xfrm>
              <a:off x="7943" y="7374"/>
              <a:ext cx="483" cy="513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50 w 540"/>
                <a:gd name="p0y0" fmla="*/ 0 h 540"/>
                <a:gd name="p0x1" fmla="*/ 390 w 540"/>
                <a:gd name="p0y1" fmla="*/ 0 h 540"/>
                <a:gd name="p0x2" fmla="*/ 472 w 540"/>
                <a:gd name="p0y2" fmla="*/ 0 h 540"/>
                <a:gd name="p0x3" fmla="*/ 540 w 540"/>
                <a:gd name="p0y3" fmla="*/ 67 h 540"/>
                <a:gd name="p0x4" fmla="*/ 540 w 540"/>
                <a:gd name="p0y4" fmla="*/ 150 h 540"/>
                <a:gd name="p0x5" fmla="*/ 540 w 540"/>
                <a:gd name="p0y5" fmla="*/ 390 h 540"/>
                <a:gd name="p0x6" fmla="*/ 540 w 540"/>
                <a:gd name="p0y6" fmla="*/ 472 h 540"/>
                <a:gd name="p0x7" fmla="*/ 472 w 540"/>
                <a:gd name="p0y7" fmla="*/ 540 h 540"/>
                <a:gd name="p0x8" fmla="*/ 390 w 540"/>
                <a:gd name="p0y8" fmla="*/ 540 h 540"/>
                <a:gd name="p0x9" fmla="*/ 150 w 540"/>
                <a:gd name="p0y9" fmla="*/ 540 h 540"/>
                <a:gd name="p0x10" fmla="*/ 67 w 540"/>
                <a:gd name="p0y10" fmla="*/ 540 h 540"/>
                <a:gd name="p0x11" fmla="*/ 0 w 540"/>
                <a:gd name="p0y11" fmla="*/ 472 h 540"/>
                <a:gd name="p0x12" fmla="*/ 0 w 540"/>
                <a:gd name="p0y12" fmla="*/ 390 h 540"/>
                <a:gd name="p0x13" fmla="*/ 0 w 540"/>
                <a:gd name="p0y13" fmla="*/ 150 h 540"/>
                <a:gd name="p0x14" fmla="*/ 0 w 540"/>
                <a:gd name="p0y14" fmla="*/ 67 h 540"/>
                <a:gd name="p0x15" fmla="*/ 67 w 540"/>
                <a:gd name="p0y15" fmla="*/ 0 h 540"/>
                <a:gd name="p0x16" fmla="*/ 15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65" name="图片 164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 l="-1667" t="-1212" r="-1667" b="-1212"/>
            <a:stretch>
              <a:fillRect/>
            </a:stretch>
          </p:blipFill>
          <p:spPr>
            <a:xfrm>
              <a:off x="8074" y="7466"/>
              <a:ext cx="222" cy="321"/>
            </a:xfrm>
            <a:prstGeom prst="rect">
              <a:avLst/>
            </a:prstGeom>
          </p:spPr>
        </p:pic>
        <p:sp>
          <p:nvSpPr>
            <p:cNvPr id="166" name="文本框 165"/>
            <p:cNvSpPr txBox="1"/>
            <p:nvPr>
              <p:custDataLst>
                <p:tags r:id="rId43"/>
              </p:custDataLst>
            </p:nvPr>
          </p:nvSpPr>
          <p:spPr>
            <a:xfrm>
              <a:off x="8587" y="7442"/>
              <a:ext cx="1876" cy="3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固定种子</a:t>
              </a:r>
              <a:endPara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7" name="文本框 166"/>
            <p:cNvSpPr txBox="1"/>
            <p:nvPr>
              <p:custDataLst>
                <p:tags r:id="rId44"/>
              </p:custDataLst>
            </p:nvPr>
          </p:nvSpPr>
          <p:spPr>
            <a:xfrm>
              <a:off x="7944" y="8035"/>
              <a:ext cx="2802" cy="8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randomSeed=42</a:t>
              </a:r>
              <a:r>
                <a:rPr lang="zh-CN"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，保证实验可复现</a:t>
              </a:r>
              <a:endPara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95" name="图片 19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292465" y="1779905"/>
            <a:ext cx="3582035" cy="4349115"/>
          </a:xfrm>
          <a:prstGeom prst="rect">
            <a:avLst/>
          </a:prstGeom>
        </p:spPr>
      </p:pic>
      <p:sp>
        <p:nvSpPr>
          <p:cNvPr id="72" name="文本框 71"/>
          <p:cNvSpPr txBox="1"/>
          <p:nvPr>
            <p:custDataLst>
              <p:tags r:id="rId46"/>
            </p:custDataLst>
          </p:nvPr>
        </p:nvSpPr>
        <p:spPr>
          <a:xfrm>
            <a:off x="2378710" y="5341620"/>
            <a:ext cx="5097145" cy="787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</a:t>
            </a:r>
            <a:r>
              <a:rPr lang="en-US" alt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IBM </a:t>
            </a:r>
            <a:r>
              <a:rPr lang="zh-CN" alt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 13,260 条做 </a:t>
            </a:r>
            <a:r>
              <a:rPr lang="en-US" alt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Min-Max </a:t>
            </a:r>
            <a:r>
              <a:rPr lang="zh-CN" alt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归一化、80/20 分层划分 与训练集内 15% 校准集（</a:t>
            </a:r>
            <a:r>
              <a:rPr lang="en-US" altLang="zh-CN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seed=42），</a:t>
            </a:r>
            <a:r>
              <a:rPr lang="zh-CN" altLang="en-US" sz="16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得到适量 50.1%、少吃 42.4%、多吃 7.5% 的三类不平衡数据集</a:t>
            </a:r>
            <a:endParaRPr lang="zh-CN" altLang="en-US" sz="16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圆角矩形 112"/>
          <p:cNvSpPr/>
          <p:nvPr/>
        </p:nvSpPr>
        <p:spPr>
          <a:xfrm>
            <a:off x="7350125" y="2647950"/>
            <a:ext cx="3145790" cy="702310"/>
          </a:xfrm>
          <a:prstGeom prst="roundRect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grpSp>
        <p:nvGrpSpPr>
          <p:cNvPr id="102" name="组合 101"/>
          <p:cNvGrpSpPr/>
          <p:nvPr>
            <p:custDataLst>
              <p:tags r:id="rId1"/>
            </p:custDataLst>
          </p:nvPr>
        </p:nvGrpSpPr>
        <p:grpSpPr>
          <a:xfrm rot="0">
            <a:off x="2310130" y="1511935"/>
            <a:ext cx="4457997" cy="3781731"/>
            <a:chOff x="2102" y="3422"/>
            <a:chExt cx="14997" cy="12359"/>
          </a:xfrm>
        </p:grpSpPr>
        <p:sp>
          <p:nvSpPr>
            <p:cNvPr id="103" name="任意多边形: 形状 2678"/>
            <p:cNvSpPr/>
            <p:nvPr>
              <p:custDataLst>
                <p:tags r:id="rId2"/>
              </p:custDataLst>
            </p:nvPr>
          </p:nvSpPr>
          <p:spPr>
            <a:xfrm>
              <a:off x="2102" y="3422"/>
              <a:ext cx="14997" cy="12359"/>
            </a:xfrm>
            <a:custGeom>
              <a:avLst/>
              <a:gdLst>
                <a:gd name="connsiteX0" fmla="*/ 1242647 w 3819074"/>
                <a:gd name="connsiteY0" fmla="*/ 3146242 h 3146477"/>
                <a:gd name="connsiteX1" fmla="*/ 920417 w 3819074"/>
                <a:gd name="connsiteY1" fmla="*/ 3039753 h 3146477"/>
                <a:gd name="connsiteX2" fmla="*/ 789924 w 3819074"/>
                <a:gd name="connsiteY2" fmla="*/ 2482445 h 3146477"/>
                <a:gd name="connsiteX3" fmla="*/ 746204 w 3819074"/>
                <a:gd name="connsiteY3" fmla="*/ 1937806 h 3146477"/>
                <a:gd name="connsiteX4" fmla="*/ 392065 w 3819074"/>
                <a:gd name="connsiteY4" fmla="*/ 1430885 h 3146477"/>
                <a:gd name="connsiteX5" fmla="*/ 82788 w 3819074"/>
                <a:gd name="connsiteY5" fmla="*/ 430760 h 3146477"/>
                <a:gd name="connsiteX6" fmla="*/ 884602 w 3819074"/>
                <a:gd name="connsiteY6" fmla="*/ 272550 h 3146477"/>
                <a:gd name="connsiteX7" fmla="*/ 1425051 w 3819074"/>
                <a:gd name="connsiteY7" fmla="*/ 288933 h 3146477"/>
                <a:gd name="connsiteX8" fmla="*/ 1948926 w 3819074"/>
                <a:gd name="connsiteY8" fmla="*/ 134438 h 3146477"/>
                <a:gd name="connsiteX9" fmla="*/ 2838942 w 3819074"/>
                <a:gd name="connsiteY9" fmla="*/ 109292 h 3146477"/>
                <a:gd name="connsiteX10" fmla="*/ 2859802 w 3819074"/>
                <a:gd name="connsiteY10" fmla="*/ 123008 h 3146477"/>
                <a:gd name="connsiteX11" fmla="*/ 3817445 w 3819074"/>
                <a:gd name="connsiteY11" fmla="*/ 1236575 h 3146477"/>
                <a:gd name="connsiteX12" fmla="*/ 3633803 w 3819074"/>
                <a:gd name="connsiteY12" fmla="*/ 1774262 h 3146477"/>
                <a:gd name="connsiteX13" fmla="*/ 3345672 w 3819074"/>
                <a:gd name="connsiteY13" fmla="*/ 2532071 h 3146477"/>
                <a:gd name="connsiteX14" fmla="*/ 3285760 w 3819074"/>
                <a:gd name="connsiteY14" fmla="*/ 2638655 h 3146477"/>
                <a:gd name="connsiteX15" fmla="*/ 2827893 w 3819074"/>
                <a:gd name="connsiteY15" fmla="*/ 2609318 h 3146477"/>
                <a:gd name="connsiteX16" fmla="*/ 2312686 w 3819074"/>
                <a:gd name="connsiteY16" fmla="*/ 2568647 h 3146477"/>
                <a:gd name="connsiteX17" fmla="*/ 1865011 w 3819074"/>
                <a:gd name="connsiteY17" fmla="*/ 2849444 h 3146477"/>
                <a:gd name="connsiteX18" fmla="*/ 1242647 w 3819074"/>
                <a:gd name="connsiteY18" fmla="*/ 3146242 h 3146477"/>
                <a:gd name="connsiteX19" fmla="*/ 529034 w 3819074"/>
                <a:gd name="connsiteY19" fmla="*/ 254548 h 3146477"/>
                <a:gd name="connsiteX20" fmla="*/ 90884 w 3819074"/>
                <a:gd name="connsiteY20" fmla="*/ 436189 h 3146477"/>
                <a:gd name="connsiteX21" fmla="*/ 399685 w 3819074"/>
                <a:gd name="connsiteY21" fmla="*/ 1424885 h 3146477"/>
                <a:gd name="connsiteX22" fmla="*/ 754872 w 3819074"/>
                <a:gd name="connsiteY22" fmla="*/ 1933424 h 3146477"/>
                <a:gd name="connsiteX23" fmla="*/ 799639 w 3819074"/>
                <a:gd name="connsiteY23" fmla="*/ 2483493 h 3146477"/>
                <a:gd name="connsiteX24" fmla="*/ 925846 w 3819074"/>
                <a:gd name="connsiteY24" fmla="*/ 3031752 h 3146477"/>
                <a:gd name="connsiteX25" fmla="*/ 1859867 w 3819074"/>
                <a:gd name="connsiteY25" fmla="*/ 2841728 h 3146477"/>
                <a:gd name="connsiteX26" fmla="*/ 2308876 w 3819074"/>
                <a:gd name="connsiteY26" fmla="*/ 2559979 h 3146477"/>
                <a:gd name="connsiteX27" fmla="*/ 2830370 w 3819074"/>
                <a:gd name="connsiteY27" fmla="*/ 2600079 h 3146477"/>
                <a:gd name="connsiteX28" fmla="*/ 3280616 w 3819074"/>
                <a:gd name="connsiteY28" fmla="*/ 2630845 h 3146477"/>
                <a:gd name="connsiteX29" fmla="*/ 3336433 w 3819074"/>
                <a:gd name="connsiteY29" fmla="*/ 2530832 h 3146477"/>
                <a:gd name="connsiteX30" fmla="*/ 3625707 w 3819074"/>
                <a:gd name="connsiteY30" fmla="*/ 1769594 h 3146477"/>
                <a:gd name="connsiteX31" fmla="*/ 3808206 w 3819074"/>
                <a:gd name="connsiteY31" fmla="*/ 1237337 h 3146477"/>
                <a:gd name="connsiteX32" fmla="*/ 2855706 w 3819074"/>
                <a:gd name="connsiteY32" fmla="*/ 131199 h 3146477"/>
                <a:gd name="connsiteX33" fmla="*/ 2834751 w 3819074"/>
                <a:gd name="connsiteY33" fmla="*/ 117483 h 3146477"/>
                <a:gd name="connsiteX34" fmla="*/ 1953212 w 3819074"/>
                <a:gd name="connsiteY34" fmla="*/ 143486 h 3146477"/>
                <a:gd name="connsiteX35" fmla="*/ 1427147 w 3819074"/>
                <a:gd name="connsiteY35" fmla="*/ 298553 h 3146477"/>
                <a:gd name="connsiteX36" fmla="*/ 884221 w 3819074"/>
                <a:gd name="connsiteY36" fmla="*/ 282170 h 3146477"/>
                <a:gd name="connsiteX37" fmla="*/ 529034 w 3819074"/>
                <a:gd name="connsiteY37" fmla="*/ 254548 h 3146477"/>
                <a:gd name="connsiteX38" fmla="*/ 1241981 w 3819074"/>
                <a:gd name="connsiteY38" fmla="*/ 2764386 h 3146477"/>
                <a:gd name="connsiteX39" fmla="*/ 1241981 w 3819074"/>
                <a:gd name="connsiteY39" fmla="*/ 2764386 h 3146477"/>
                <a:gd name="connsiteX40" fmla="*/ 1157589 w 3819074"/>
                <a:gd name="connsiteY40" fmla="*/ 2737906 h 3146477"/>
                <a:gd name="connsiteX41" fmla="*/ 1155303 w 3819074"/>
                <a:gd name="connsiteY41" fmla="*/ 2736667 h 3146477"/>
                <a:gd name="connsiteX42" fmla="*/ 1155303 w 3819074"/>
                <a:gd name="connsiteY42" fmla="*/ 2734096 h 3146477"/>
                <a:gd name="connsiteX43" fmla="*/ 1169305 w 3819074"/>
                <a:gd name="connsiteY43" fmla="*/ 2523117 h 3146477"/>
                <a:gd name="connsiteX44" fmla="*/ 1085009 w 3819074"/>
                <a:gd name="connsiteY44" fmla="*/ 1762355 h 3146477"/>
                <a:gd name="connsiteX45" fmla="*/ 690197 w 3819074"/>
                <a:gd name="connsiteY45" fmla="*/ 1193618 h 3146477"/>
                <a:gd name="connsiteX46" fmla="*/ 402447 w 3819074"/>
                <a:gd name="connsiteY46" fmla="*/ 777947 h 3146477"/>
                <a:gd name="connsiteX47" fmla="*/ 399113 w 3819074"/>
                <a:gd name="connsiteY47" fmla="*/ 643263 h 3146477"/>
                <a:gd name="connsiteX48" fmla="*/ 399970 w 3819074"/>
                <a:gd name="connsiteY48" fmla="*/ 642025 h 3146477"/>
                <a:gd name="connsiteX49" fmla="*/ 401304 w 3819074"/>
                <a:gd name="connsiteY49" fmla="*/ 641453 h 3146477"/>
                <a:gd name="connsiteX50" fmla="*/ 530368 w 3819074"/>
                <a:gd name="connsiteY50" fmla="*/ 626213 h 3146477"/>
                <a:gd name="connsiteX51" fmla="*/ 841645 w 3819074"/>
                <a:gd name="connsiteY51" fmla="*/ 651264 h 3146477"/>
                <a:gd name="connsiteX52" fmla="*/ 1255315 w 3819074"/>
                <a:gd name="connsiteY52" fmla="*/ 682220 h 3146477"/>
                <a:gd name="connsiteX53" fmla="*/ 1485249 w 3819074"/>
                <a:gd name="connsiteY53" fmla="*/ 665742 h 3146477"/>
                <a:gd name="connsiteX54" fmla="*/ 2082086 w 3819074"/>
                <a:gd name="connsiteY54" fmla="*/ 492101 h 3146477"/>
                <a:gd name="connsiteX55" fmla="*/ 2483183 w 3819074"/>
                <a:gd name="connsiteY55" fmla="*/ 381516 h 3146477"/>
                <a:gd name="connsiteX56" fmla="*/ 2630630 w 3819074"/>
                <a:gd name="connsiteY56" fmla="*/ 428665 h 3146477"/>
                <a:gd name="connsiteX57" fmla="*/ 2651681 w 3819074"/>
                <a:gd name="connsiteY57" fmla="*/ 441905 h 3146477"/>
                <a:gd name="connsiteX58" fmla="*/ 3437683 w 3819074"/>
                <a:gd name="connsiteY58" fmla="*/ 1267246 h 3146477"/>
                <a:gd name="connsiteX59" fmla="*/ 3301381 w 3819074"/>
                <a:gd name="connsiteY59" fmla="*/ 1588238 h 3146477"/>
                <a:gd name="connsiteX60" fmla="*/ 3010202 w 3819074"/>
                <a:gd name="connsiteY60" fmla="*/ 2256798 h 3146477"/>
                <a:gd name="connsiteX61" fmla="*/ 3008963 w 3819074"/>
                <a:gd name="connsiteY61" fmla="*/ 2261275 h 3146477"/>
                <a:gd name="connsiteX62" fmla="*/ 3004487 w 3819074"/>
                <a:gd name="connsiteY62" fmla="*/ 2260227 h 3146477"/>
                <a:gd name="connsiteX63" fmla="*/ 2920762 w 3819074"/>
                <a:gd name="connsiteY63" fmla="*/ 2239844 h 3146477"/>
                <a:gd name="connsiteX64" fmla="*/ 2919809 w 3819074"/>
                <a:gd name="connsiteY64" fmla="*/ 2239844 h 3146477"/>
                <a:gd name="connsiteX65" fmla="*/ 2451465 w 3819074"/>
                <a:gd name="connsiteY65" fmla="*/ 2162882 h 3146477"/>
                <a:gd name="connsiteX66" fmla="*/ 2156190 w 3819074"/>
                <a:gd name="connsiteY66" fmla="*/ 2221746 h 3146477"/>
                <a:gd name="connsiteX67" fmla="*/ 1641173 w 3819074"/>
                <a:gd name="connsiteY67" fmla="*/ 2541786 h 3146477"/>
                <a:gd name="connsiteX68" fmla="*/ 1241981 w 3819074"/>
                <a:gd name="connsiteY68" fmla="*/ 2764386 h 3146477"/>
                <a:gd name="connsiteX69" fmla="*/ 1164447 w 3819074"/>
                <a:gd name="connsiteY69" fmla="*/ 2730857 h 3146477"/>
                <a:gd name="connsiteX70" fmla="*/ 1241885 w 3819074"/>
                <a:gd name="connsiteY70" fmla="*/ 2754861 h 3146477"/>
                <a:gd name="connsiteX71" fmla="*/ 1241885 w 3819074"/>
                <a:gd name="connsiteY71" fmla="*/ 2754861 h 3146477"/>
                <a:gd name="connsiteX72" fmla="*/ 1635458 w 3819074"/>
                <a:gd name="connsiteY72" fmla="*/ 2533880 h 3146477"/>
                <a:gd name="connsiteX73" fmla="*/ 2152190 w 3819074"/>
                <a:gd name="connsiteY73" fmla="*/ 2212697 h 3146477"/>
                <a:gd name="connsiteX74" fmla="*/ 2451656 w 3819074"/>
                <a:gd name="connsiteY74" fmla="*/ 2153071 h 3146477"/>
                <a:gd name="connsiteX75" fmla="*/ 2922191 w 3819074"/>
                <a:gd name="connsiteY75" fmla="*/ 2230319 h 3146477"/>
                <a:gd name="connsiteX76" fmla="*/ 2923238 w 3819074"/>
                <a:gd name="connsiteY76" fmla="*/ 2230319 h 3146477"/>
                <a:gd name="connsiteX77" fmla="*/ 3002296 w 3819074"/>
                <a:gd name="connsiteY77" fmla="*/ 2249369 h 3146477"/>
                <a:gd name="connsiteX78" fmla="*/ 3293189 w 3819074"/>
                <a:gd name="connsiteY78" fmla="*/ 1582619 h 3146477"/>
                <a:gd name="connsiteX79" fmla="*/ 3428444 w 3819074"/>
                <a:gd name="connsiteY79" fmla="*/ 1267055 h 3146477"/>
                <a:gd name="connsiteX80" fmla="*/ 2646537 w 3819074"/>
                <a:gd name="connsiteY80" fmla="*/ 448953 h 3146477"/>
                <a:gd name="connsiteX81" fmla="*/ 2625582 w 3819074"/>
                <a:gd name="connsiteY81" fmla="*/ 435237 h 3146477"/>
                <a:gd name="connsiteX82" fmla="*/ 2483374 w 3819074"/>
                <a:gd name="connsiteY82" fmla="*/ 389707 h 3146477"/>
                <a:gd name="connsiteX83" fmla="*/ 2085705 w 3819074"/>
                <a:gd name="connsiteY83" fmla="*/ 499626 h 3146477"/>
                <a:gd name="connsiteX84" fmla="*/ 1486868 w 3819074"/>
                <a:gd name="connsiteY84" fmla="*/ 673743 h 3146477"/>
                <a:gd name="connsiteX85" fmla="*/ 1255506 w 3819074"/>
                <a:gd name="connsiteY85" fmla="*/ 690793 h 3146477"/>
                <a:gd name="connsiteX86" fmla="*/ 840788 w 3819074"/>
                <a:gd name="connsiteY86" fmla="*/ 659837 h 3146477"/>
                <a:gd name="connsiteX87" fmla="*/ 530558 w 3819074"/>
                <a:gd name="connsiteY87" fmla="*/ 634786 h 3146477"/>
                <a:gd name="connsiteX88" fmla="*/ 406733 w 3819074"/>
                <a:gd name="connsiteY88" fmla="*/ 648788 h 3146477"/>
                <a:gd name="connsiteX89" fmla="*/ 411686 w 3819074"/>
                <a:gd name="connsiteY89" fmla="*/ 773279 h 3146477"/>
                <a:gd name="connsiteX90" fmla="*/ 698103 w 3819074"/>
                <a:gd name="connsiteY90" fmla="*/ 1186664 h 3146477"/>
                <a:gd name="connsiteX91" fmla="*/ 1093390 w 3819074"/>
                <a:gd name="connsiteY91" fmla="*/ 1757021 h 3146477"/>
                <a:gd name="connsiteX92" fmla="*/ 1179115 w 3819074"/>
                <a:gd name="connsiteY92" fmla="*/ 2523117 h 3146477"/>
                <a:gd name="connsiteX93" fmla="*/ 1164161 w 3819074"/>
                <a:gd name="connsiteY93" fmla="*/ 2730857 h 3146477"/>
                <a:gd name="connsiteX94" fmla="*/ 1566783 w 3819074"/>
                <a:gd name="connsiteY94" fmla="*/ 2126115 h 3146477"/>
                <a:gd name="connsiteX95" fmla="*/ 1566211 w 3819074"/>
                <a:gd name="connsiteY95" fmla="*/ 2117638 h 3146477"/>
                <a:gd name="connsiteX96" fmla="*/ 1423336 w 3819074"/>
                <a:gd name="connsiteY96" fmla="*/ 1587000 h 3146477"/>
                <a:gd name="connsiteX97" fmla="*/ 1074626 w 3819074"/>
                <a:gd name="connsiteY97" fmla="*/ 1064649 h 3146477"/>
                <a:gd name="connsiteX98" fmla="*/ 1068054 w 3819074"/>
                <a:gd name="connsiteY98" fmla="*/ 1056267 h 3146477"/>
                <a:gd name="connsiteX99" fmla="*/ 1078722 w 3819074"/>
                <a:gd name="connsiteY99" fmla="*/ 1056934 h 3146477"/>
                <a:gd name="connsiteX100" fmla="*/ 1255982 w 3819074"/>
                <a:gd name="connsiteY100" fmla="*/ 1063220 h 3146477"/>
                <a:gd name="connsiteX101" fmla="*/ 1546018 w 3819074"/>
                <a:gd name="connsiteY101" fmla="*/ 1041503 h 3146477"/>
                <a:gd name="connsiteX102" fmla="*/ 2215531 w 3819074"/>
                <a:gd name="connsiteY102" fmla="*/ 848813 h 3146477"/>
                <a:gd name="connsiteX103" fmla="*/ 2452132 w 3819074"/>
                <a:gd name="connsiteY103" fmla="*/ 768136 h 3146477"/>
                <a:gd name="connsiteX104" fmla="*/ 2454132 w 3819074"/>
                <a:gd name="connsiteY104" fmla="*/ 767660 h 3146477"/>
                <a:gd name="connsiteX105" fmla="*/ 2455942 w 3819074"/>
                <a:gd name="connsiteY105" fmla="*/ 768803 h 3146477"/>
                <a:gd name="connsiteX106" fmla="*/ 3046492 w 3819074"/>
                <a:gd name="connsiteY106" fmla="*/ 1255149 h 3146477"/>
                <a:gd name="connsiteX107" fmla="*/ 3047444 w 3819074"/>
                <a:gd name="connsiteY107" fmla="*/ 1257245 h 3146477"/>
                <a:gd name="connsiteX108" fmla="*/ 3046397 w 3819074"/>
                <a:gd name="connsiteY108" fmla="*/ 1259245 h 3146477"/>
                <a:gd name="connsiteX109" fmla="*/ 2969149 w 3819074"/>
                <a:gd name="connsiteY109" fmla="*/ 1402120 h 3146477"/>
                <a:gd name="connsiteX110" fmla="*/ 2764742 w 3819074"/>
                <a:gd name="connsiteY110" fmla="*/ 1809980 h 3146477"/>
                <a:gd name="connsiteX111" fmla="*/ 2763218 w 3819074"/>
                <a:gd name="connsiteY111" fmla="*/ 1813505 h 3146477"/>
                <a:gd name="connsiteX112" fmla="*/ 2759504 w 3819074"/>
                <a:gd name="connsiteY112" fmla="*/ 1812743 h 3146477"/>
                <a:gd name="connsiteX113" fmla="*/ 2451656 w 3819074"/>
                <a:gd name="connsiteY113" fmla="*/ 1781596 h 3146477"/>
                <a:gd name="connsiteX114" fmla="*/ 1999313 w 3819074"/>
                <a:gd name="connsiteY114" fmla="*/ 1874179 h 3146477"/>
                <a:gd name="connsiteX115" fmla="*/ 1573641 w 3819074"/>
                <a:gd name="connsiteY115" fmla="*/ 2121257 h 3146477"/>
                <a:gd name="connsiteX116" fmla="*/ 1087961 w 3819074"/>
                <a:gd name="connsiteY116" fmla="*/ 1067126 h 3146477"/>
                <a:gd name="connsiteX117" fmla="*/ 1430861 w 3819074"/>
                <a:gd name="connsiteY117" fmla="*/ 1582619 h 3146477"/>
                <a:gd name="connsiteX118" fmla="*/ 1574593 w 3819074"/>
                <a:gd name="connsiteY118" fmla="*/ 2108684 h 3146477"/>
                <a:gd name="connsiteX119" fmla="*/ 1994932 w 3819074"/>
                <a:gd name="connsiteY119" fmla="*/ 1865416 h 3146477"/>
                <a:gd name="connsiteX120" fmla="*/ 2451179 w 3819074"/>
                <a:gd name="connsiteY120" fmla="*/ 1772071 h 3146477"/>
                <a:gd name="connsiteX121" fmla="*/ 2756932 w 3819074"/>
                <a:gd name="connsiteY121" fmla="*/ 1802741 h 3146477"/>
                <a:gd name="connsiteX122" fmla="*/ 2960195 w 3819074"/>
                <a:gd name="connsiteY122" fmla="*/ 1397643 h 3146477"/>
                <a:gd name="connsiteX123" fmla="*/ 3036395 w 3819074"/>
                <a:gd name="connsiteY123" fmla="*/ 1257054 h 3146477"/>
                <a:gd name="connsiteX124" fmla="*/ 2451560 w 3819074"/>
                <a:gd name="connsiteY124" fmla="*/ 777947 h 3146477"/>
                <a:gd name="connsiteX125" fmla="*/ 2218388 w 3819074"/>
                <a:gd name="connsiteY125" fmla="*/ 857576 h 3146477"/>
                <a:gd name="connsiteX126" fmla="*/ 1546781 w 3819074"/>
                <a:gd name="connsiteY126" fmla="*/ 1050933 h 3146477"/>
                <a:gd name="connsiteX127" fmla="*/ 1255220 w 3819074"/>
                <a:gd name="connsiteY127" fmla="*/ 1072745 h 3146477"/>
                <a:gd name="connsiteX128" fmla="*/ 1087961 w 3819074"/>
                <a:gd name="connsiteY128" fmla="*/ 1067126 h 3146477"/>
                <a:gd name="connsiteX129" fmla="*/ 1241981 w 3819074"/>
                <a:gd name="connsiteY129" fmla="*/ 2954886 h 3146477"/>
                <a:gd name="connsiteX130" fmla="*/ 1025096 w 3819074"/>
                <a:gd name="connsiteY130" fmla="*/ 2880400 h 3146477"/>
                <a:gd name="connsiteX131" fmla="*/ 979662 w 3819074"/>
                <a:gd name="connsiteY131" fmla="*/ 2502733 h 3146477"/>
                <a:gd name="connsiteX132" fmla="*/ 915559 w 3819074"/>
                <a:gd name="connsiteY132" fmla="*/ 1850081 h 3146477"/>
                <a:gd name="connsiteX133" fmla="*/ 541417 w 3819074"/>
                <a:gd name="connsiteY133" fmla="*/ 1312204 h 3146477"/>
                <a:gd name="connsiteX134" fmla="*/ 241855 w 3819074"/>
                <a:gd name="connsiteY134" fmla="*/ 535249 h 3146477"/>
                <a:gd name="connsiteX135" fmla="*/ 530082 w 3819074"/>
                <a:gd name="connsiteY135" fmla="*/ 435713 h 3146477"/>
                <a:gd name="connsiteX136" fmla="*/ 862790 w 3819074"/>
                <a:gd name="connsiteY136" fmla="*/ 462002 h 3146477"/>
                <a:gd name="connsiteX137" fmla="*/ 1255030 w 3819074"/>
                <a:gd name="connsiteY137" fmla="*/ 491720 h 3146477"/>
                <a:gd name="connsiteX138" fmla="*/ 1455055 w 3819074"/>
                <a:gd name="connsiteY138" fmla="*/ 477242 h 3146477"/>
                <a:gd name="connsiteX139" fmla="*/ 2015601 w 3819074"/>
                <a:gd name="connsiteY139" fmla="*/ 313127 h 3146477"/>
                <a:gd name="connsiteX140" fmla="*/ 2483088 w 3819074"/>
                <a:gd name="connsiteY140" fmla="*/ 190635 h 3146477"/>
                <a:gd name="connsiteX141" fmla="*/ 2734834 w 3819074"/>
                <a:gd name="connsiteY141" fmla="*/ 268835 h 3146477"/>
                <a:gd name="connsiteX142" fmla="*/ 2755789 w 3819074"/>
                <a:gd name="connsiteY142" fmla="*/ 282551 h 3146477"/>
                <a:gd name="connsiteX143" fmla="*/ 3361674 w 3819074"/>
                <a:gd name="connsiteY143" fmla="*/ 735084 h 3146477"/>
                <a:gd name="connsiteX144" fmla="*/ 3627612 w 3819074"/>
                <a:gd name="connsiteY144" fmla="*/ 1251911 h 3146477"/>
                <a:gd name="connsiteX145" fmla="*/ 3467592 w 3819074"/>
                <a:gd name="connsiteY145" fmla="*/ 1681202 h 3146477"/>
                <a:gd name="connsiteX146" fmla="*/ 3161649 w 3819074"/>
                <a:gd name="connsiteY146" fmla="*/ 2474445 h 3146477"/>
                <a:gd name="connsiteX147" fmla="*/ 3160982 w 3819074"/>
                <a:gd name="connsiteY147" fmla="*/ 2478540 h 3146477"/>
                <a:gd name="connsiteX148" fmla="*/ 3156506 w 3819074"/>
                <a:gd name="connsiteY148" fmla="*/ 2478540 h 3146477"/>
                <a:gd name="connsiteX149" fmla="*/ 2873518 w 3819074"/>
                <a:gd name="connsiteY149" fmla="*/ 2424533 h 3146477"/>
                <a:gd name="connsiteX150" fmla="*/ 2451084 w 3819074"/>
                <a:gd name="connsiteY150" fmla="*/ 2353191 h 3146477"/>
                <a:gd name="connsiteX151" fmla="*/ 2233914 w 3819074"/>
                <a:gd name="connsiteY151" fmla="*/ 2395196 h 3146477"/>
                <a:gd name="connsiteX152" fmla="*/ 1752711 w 3819074"/>
                <a:gd name="connsiteY152" fmla="*/ 2695615 h 3146477"/>
                <a:gd name="connsiteX153" fmla="*/ 1241314 w 3819074"/>
                <a:gd name="connsiteY153" fmla="*/ 2954981 h 3146477"/>
                <a:gd name="connsiteX154" fmla="*/ 1241314 w 3819074"/>
                <a:gd name="connsiteY154" fmla="*/ 2954981 h 3146477"/>
                <a:gd name="connsiteX155" fmla="*/ 530368 w 3819074"/>
                <a:gd name="connsiteY155" fmla="*/ 445238 h 3146477"/>
                <a:gd name="connsiteX156" fmla="*/ 250047 w 3819074"/>
                <a:gd name="connsiteY156" fmla="*/ 540488 h 3146477"/>
                <a:gd name="connsiteX157" fmla="*/ 548560 w 3819074"/>
                <a:gd name="connsiteY157" fmla="*/ 1306298 h 3146477"/>
                <a:gd name="connsiteX158" fmla="*/ 923750 w 3819074"/>
                <a:gd name="connsiteY158" fmla="*/ 1845699 h 3146477"/>
                <a:gd name="connsiteX159" fmla="*/ 988806 w 3819074"/>
                <a:gd name="connsiteY159" fmla="*/ 2503781 h 3146477"/>
                <a:gd name="connsiteX160" fmla="*/ 1029954 w 3819074"/>
                <a:gd name="connsiteY160" fmla="*/ 2872399 h 3146477"/>
                <a:gd name="connsiteX161" fmla="*/ 1241695 w 3819074"/>
                <a:gd name="connsiteY161" fmla="*/ 2945361 h 3146477"/>
                <a:gd name="connsiteX162" fmla="*/ 1241695 w 3819074"/>
                <a:gd name="connsiteY162" fmla="*/ 2945361 h 3146477"/>
                <a:gd name="connsiteX163" fmla="*/ 1747472 w 3819074"/>
                <a:gd name="connsiteY163" fmla="*/ 2688186 h 3146477"/>
                <a:gd name="connsiteX164" fmla="*/ 2230295 w 3819074"/>
                <a:gd name="connsiteY164" fmla="*/ 2386719 h 3146477"/>
                <a:gd name="connsiteX165" fmla="*/ 2451465 w 3819074"/>
                <a:gd name="connsiteY165" fmla="*/ 2343952 h 3146477"/>
                <a:gd name="connsiteX166" fmla="*/ 2876090 w 3819074"/>
                <a:gd name="connsiteY166" fmla="*/ 2415580 h 3146477"/>
                <a:gd name="connsiteX167" fmla="*/ 3152886 w 3819074"/>
                <a:gd name="connsiteY167" fmla="*/ 2469301 h 3146477"/>
                <a:gd name="connsiteX168" fmla="*/ 3459305 w 3819074"/>
                <a:gd name="connsiteY168" fmla="*/ 1677011 h 3146477"/>
                <a:gd name="connsiteX169" fmla="*/ 3618087 w 3819074"/>
                <a:gd name="connsiteY169" fmla="*/ 1253054 h 3146477"/>
                <a:gd name="connsiteX170" fmla="*/ 3355102 w 3819074"/>
                <a:gd name="connsiteY170" fmla="*/ 742228 h 3146477"/>
                <a:gd name="connsiteX171" fmla="*/ 2750741 w 3819074"/>
                <a:gd name="connsiteY171" fmla="*/ 291029 h 3146477"/>
                <a:gd name="connsiteX172" fmla="*/ 2729786 w 3819074"/>
                <a:gd name="connsiteY172" fmla="*/ 277217 h 3146477"/>
                <a:gd name="connsiteX173" fmla="*/ 2483183 w 3819074"/>
                <a:gd name="connsiteY173" fmla="*/ 200541 h 3146477"/>
                <a:gd name="connsiteX174" fmla="*/ 2019030 w 3819074"/>
                <a:gd name="connsiteY174" fmla="*/ 322461 h 3146477"/>
                <a:gd name="connsiteX175" fmla="*/ 1457055 w 3819074"/>
                <a:gd name="connsiteY175" fmla="*/ 486958 h 3146477"/>
                <a:gd name="connsiteX176" fmla="*/ 1255792 w 3819074"/>
                <a:gd name="connsiteY176" fmla="*/ 501626 h 3146477"/>
                <a:gd name="connsiteX177" fmla="*/ 862600 w 3819074"/>
                <a:gd name="connsiteY177" fmla="*/ 471908 h 3146477"/>
                <a:gd name="connsiteX178" fmla="*/ 530368 w 3819074"/>
                <a:gd name="connsiteY178" fmla="*/ 445238 h 3146477"/>
                <a:gd name="connsiteX179" fmla="*/ 1362281 w 3819074"/>
                <a:gd name="connsiteY179" fmla="*/ 2505210 h 3146477"/>
                <a:gd name="connsiteX180" fmla="*/ 1363329 w 3819074"/>
                <a:gd name="connsiteY180" fmla="*/ 2495114 h 3146477"/>
                <a:gd name="connsiteX181" fmla="*/ 1253506 w 3819074"/>
                <a:gd name="connsiteY181" fmla="*/ 1674725 h 3146477"/>
                <a:gd name="connsiteX182" fmla="*/ 839168 w 3819074"/>
                <a:gd name="connsiteY182" fmla="*/ 1074650 h 3146477"/>
                <a:gd name="connsiteX183" fmla="*/ 654097 w 3819074"/>
                <a:gd name="connsiteY183" fmla="*/ 830715 h 3146477"/>
                <a:gd name="connsiteX184" fmla="*/ 648287 w 3819074"/>
                <a:gd name="connsiteY184" fmla="*/ 822333 h 3146477"/>
                <a:gd name="connsiteX185" fmla="*/ 658479 w 3819074"/>
                <a:gd name="connsiteY185" fmla="*/ 823190 h 3146477"/>
                <a:gd name="connsiteX186" fmla="*/ 819832 w 3819074"/>
                <a:gd name="connsiteY186" fmla="*/ 840240 h 3146477"/>
                <a:gd name="connsiteX187" fmla="*/ 1255315 w 3819074"/>
                <a:gd name="connsiteY187" fmla="*/ 872435 h 3146477"/>
                <a:gd name="connsiteX188" fmla="*/ 1515348 w 3819074"/>
                <a:gd name="connsiteY188" fmla="*/ 853385 h 3146477"/>
                <a:gd name="connsiteX189" fmla="*/ 2148475 w 3819074"/>
                <a:gd name="connsiteY189" fmla="*/ 670219 h 3146477"/>
                <a:gd name="connsiteX190" fmla="*/ 2483183 w 3819074"/>
                <a:gd name="connsiteY190" fmla="*/ 571635 h 3146477"/>
                <a:gd name="connsiteX191" fmla="*/ 2526236 w 3819074"/>
                <a:gd name="connsiteY191" fmla="*/ 587637 h 3146477"/>
                <a:gd name="connsiteX192" fmla="*/ 2547191 w 3819074"/>
                <a:gd name="connsiteY192" fmla="*/ 601353 h 3146477"/>
                <a:gd name="connsiteX193" fmla="*/ 3092498 w 3819074"/>
                <a:gd name="connsiteY193" fmla="*/ 1004641 h 3146477"/>
                <a:gd name="connsiteX194" fmla="*/ 3246707 w 3819074"/>
                <a:gd name="connsiteY194" fmla="*/ 1271341 h 3146477"/>
                <a:gd name="connsiteX195" fmla="*/ 3246707 w 3819074"/>
                <a:gd name="connsiteY195" fmla="*/ 1272199 h 3146477"/>
                <a:gd name="connsiteX196" fmla="*/ 3246707 w 3819074"/>
                <a:gd name="connsiteY196" fmla="*/ 1273056 h 3146477"/>
                <a:gd name="connsiteX197" fmla="*/ 3135265 w 3819074"/>
                <a:gd name="connsiteY197" fmla="*/ 1495370 h 3146477"/>
                <a:gd name="connsiteX198" fmla="*/ 2882281 w 3819074"/>
                <a:gd name="connsiteY198" fmla="*/ 2029913 h 3146477"/>
                <a:gd name="connsiteX199" fmla="*/ 2880852 w 3819074"/>
                <a:gd name="connsiteY199" fmla="*/ 2034008 h 3146477"/>
                <a:gd name="connsiteX200" fmla="*/ 2876661 w 3819074"/>
                <a:gd name="connsiteY200" fmla="*/ 2032961 h 3146477"/>
                <a:gd name="connsiteX201" fmla="*/ 2451560 w 3819074"/>
                <a:gd name="connsiteY201" fmla="*/ 1972286 h 3146477"/>
                <a:gd name="connsiteX202" fmla="*/ 2077609 w 3819074"/>
                <a:gd name="connsiteY202" fmla="*/ 2048486 h 3146477"/>
                <a:gd name="connsiteX203" fmla="*/ 1528778 w 3819074"/>
                <a:gd name="connsiteY203" fmla="*/ 2388243 h 3146477"/>
                <a:gd name="connsiteX204" fmla="*/ 1370759 w 3819074"/>
                <a:gd name="connsiteY204" fmla="*/ 2500257 h 3146477"/>
                <a:gd name="connsiteX205" fmla="*/ 667813 w 3819074"/>
                <a:gd name="connsiteY205" fmla="*/ 833954 h 3146477"/>
                <a:gd name="connsiteX206" fmla="*/ 846598 w 3819074"/>
                <a:gd name="connsiteY206" fmla="*/ 1068935 h 3146477"/>
                <a:gd name="connsiteX207" fmla="*/ 1261983 w 3819074"/>
                <a:gd name="connsiteY207" fmla="*/ 1670344 h 3146477"/>
                <a:gd name="connsiteX208" fmla="*/ 1373806 w 3819074"/>
                <a:gd name="connsiteY208" fmla="*/ 2485970 h 3146477"/>
                <a:gd name="connsiteX209" fmla="*/ 1523063 w 3819074"/>
                <a:gd name="connsiteY209" fmla="*/ 2379861 h 3146477"/>
                <a:gd name="connsiteX210" fmla="*/ 2073608 w 3819074"/>
                <a:gd name="connsiteY210" fmla="*/ 2039057 h 3146477"/>
                <a:gd name="connsiteX211" fmla="*/ 2451465 w 3819074"/>
                <a:gd name="connsiteY211" fmla="*/ 1962857 h 3146477"/>
                <a:gd name="connsiteX212" fmla="*/ 2874566 w 3819074"/>
                <a:gd name="connsiteY212" fmla="*/ 2022864 h 3146477"/>
                <a:gd name="connsiteX213" fmla="*/ 3126788 w 3819074"/>
                <a:gd name="connsiteY213" fmla="*/ 1490798 h 3146477"/>
                <a:gd name="connsiteX214" fmla="*/ 3237182 w 3819074"/>
                <a:gd name="connsiteY214" fmla="*/ 1271723 h 3146477"/>
                <a:gd name="connsiteX215" fmla="*/ 3085735 w 3819074"/>
                <a:gd name="connsiteY215" fmla="*/ 1011881 h 3146477"/>
                <a:gd name="connsiteX216" fmla="*/ 2541953 w 3819074"/>
                <a:gd name="connsiteY216" fmla="*/ 609830 h 3146477"/>
                <a:gd name="connsiteX217" fmla="*/ 2520998 w 3819074"/>
                <a:gd name="connsiteY217" fmla="*/ 596019 h 3146477"/>
                <a:gd name="connsiteX218" fmla="*/ 2482898 w 3819074"/>
                <a:gd name="connsiteY218" fmla="*/ 581636 h 3146477"/>
                <a:gd name="connsiteX219" fmla="*/ 2151523 w 3819074"/>
                <a:gd name="connsiteY219" fmla="*/ 679648 h 3146477"/>
                <a:gd name="connsiteX220" fmla="*/ 1516491 w 3819074"/>
                <a:gd name="connsiteY220" fmla="*/ 863290 h 3146477"/>
                <a:gd name="connsiteX221" fmla="*/ 1255030 w 3819074"/>
                <a:gd name="connsiteY221" fmla="*/ 882340 h 3146477"/>
                <a:gd name="connsiteX222" fmla="*/ 818785 w 3819074"/>
                <a:gd name="connsiteY222" fmla="*/ 850146 h 3146477"/>
                <a:gd name="connsiteX223" fmla="*/ 667813 w 3819074"/>
                <a:gd name="connsiteY223" fmla="*/ 833954 h 3146477"/>
                <a:gd name="connsiteX224" fmla="*/ 1709277 w 3819074"/>
                <a:gd name="connsiteY224" fmla="*/ 1809218 h 3146477"/>
                <a:gd name="connsiteX225" fmla="*/ 1707753 w 3819074"/>
                <a:gd name="connsiteY225" fmla="*/ 1803218 h 3146477"/>
                <a:gd name="connsiteX226" fmla="*/ 1591739 w 3819074"/>
                <a:gd name="connsiteY226" fmla="*/ 1499275 h 3146477"/>
                <a:gd name="connsiteX227" fmla="*/ 1446197 w 3819074"/>
                <a:gd name="connsiteY227" fmla="*/ 1252673 h 3146477"/>
                <a:gd name="connsiteX228" fmla="*/ 1441815 w 3819074"/>
                <a:gd name="connsiteY228" fmla="*/ 1246005 h 3146477"/>
                <a:gd name="connsiteX229" fmla="*/ 1449721 w 3819074"/>
                <a:gd name="connsiteY229" fmla="*/ 1245338 h 3146477"/>
                <a:gd name="connsiteX230" fmla="*/ 1575546 w 3819074"/>
                <a:gd name="connsiteY230" fmla="*/ 1229622 h 3146477"/>
                <a:gd name="connsiteX231" fmla="*/ 2281253 w 3819074"/>
                <a:gd name="connsiteY231" fmla="*/ 1027406 h 3146477"/>
                <a:gd name="connsiteX232" fmla="*/ 2421366 w 3819074"/>
                <a:gd name="connsiteY232" fmla="*/ 976638 h 3146477"/>
                <a:gd name="connsiteX233" fmla="*/ 2423557 w 3819074"/>
                <a:gd name="connsiteY233" fmla="*/ 975876 h 3146477"/>
                <a:gd name="connsiteX234" fmla="*/ 2425462 w 3819074"/>
                <a:gd name="connsiteY234" fmla="*/ 977210 h 3146477"/>
                <a:gd name="connsiteX235" fmla="*/ 2819987 w 3819074"/>
                <a:gd name="connsiteY235" fmla="*/ 1270961 h 3146477"/>
                <a:gd name="connsiteX236" fmla="*/ 2822559 w 3819074"/>
                <a:gd name="connsiteY236" fmla="*/ 1273532 h 3146477"/>
                <a:gd name="connsiteX237" fmla="*/ 2820749 w 3819074"/>
                <a:gd name="connsiteY237" fmla="*/ 1276676 h 3146477"/>
                <a:gd name="connsiteX238" fmla="*/ 2802652 w 3819074"/>
                <a:gd name="connsiteY238" fmla="*/ 1309156 h 3146477"/>
                <a:gd name="connsiteX239" fmla="*/ 2648918 w 3819074"/>
                <a:gd name="connsiteY239" fmla="*/ 1599954 h 3146477"/>
                <a:gd name="connsiteX240" fmla="*/ 2647490 w 3819074"/>
                <a:gd name="connsiteY240" fmla="*/ 1603002 h 3146477"/>
                <a:gd name="connsiteX241" fmla="*/ 2644061 w 3819074"/>
                <a:gd name="connsiteY241" fmla="*/ 1603002 h 3146477"/>
                <a:gd name="connsiteX242" fmla="*/ 2451656 w 3819074"/>
                <a:gd name="connsiteY242" fmla="*/ 1591096 h 3146477"/>
                <a:gd name="connsiteX243" fmla="*/ 1920922 w 3819074"/>
                <a:gd name="connsiteY243" fmla="*/ 1700538 h 3146477"/>
                <a:gd name="connsiteX244" fmla="*/ 1714897 w 3819074"/>
                <a:gd name="connsiteY244" fmla="*/ 1806075 h 3146477"/>
                <a:gd name="connsiteX245" fmla="*/ 1458484 w 3819074"/>
                <a:gd name="connsiteY245" fmla="*/ 1254101 h 3146477"/>
                <a:gd name="connsiteX246" fmla="*/ 1600216 w 3819074"/>
                <a:gd name="connsiteY246" fmla="*/ 1494893 h 3146477"/>
                <a:gd name="connsiteX247" fmla="*/ 1715373 w 3819074"/>
                <a:gd name="connsiteY247" fmla="*/ 1794740 h 3146477"/>
                <a:gd name="connsiteX248" fmla="*/ 1916827 w 3819074"/>
                <a:gd name="connsiteY248" fmla="*/ 1691870 h 3146477"/>
                <a:gd name="connsiteX249" fmla="*/ 2451465 w 3819074"/>
                <a:gd name="connsiteY249" fmla="*/ 1581571 h 3146477"/>
                <a:gd name="connsiteX250" fmla="*/ 2641965 w 3819074"/>
                <a:gd name="connsiteY250" fmla="*/ 1592715 h 3146477"/>
                <a:gd name="connsiteX251" fmla="*/ 2794365 w 3819074"/>
                <a:gd name="connsiteY251" fmla="*/ 1304489 h 3146477"/>
                <a:gd name="connsiteX252" fmla="*/ 2810653 w 3819074"/>
                <a:gd name="connsiteY252" fmla="*/ 1275152 h 3146477"/>
                <a:gd name="connsiteX253" fmla="*/ 2422223 w 3819074"/>
                <a:gd name="connsiteY253" fmla="*/ 986449 h 3146477"/>
                <a:gd name="connsiteX254" fmla="*/ 2284682 w 3819074"/>
                <a:gd name="connsiteY254" fmla="*/ 1036264 h 3146477"/>
                <a:gd name="connsiteX255" fmla="*/ 1576975 w 3819074"/>
                <a:gd name="connsiteY255" fmla="*/ 1239052 h 3146477"/>
                <a:gd name="connsiteX256" fmla="*/ 1458484 w 3819074"/>
                <a:gd name="connsiteY256" fmla="*/ 1254101 h 3146477"/>
                <a:gd name="connsiteX257" fmla="*/ 1241981 w 3819074"/>
                <a:gd name="connsiteY257" fmla="*/ 3050136 h 3146477"/>
                <a:gd name="connsiteX258" fmla="*/ 1241981 w 3819074"/>
                <a:gd name="connsiteY258" fmla="*/ 3050136 h 3146477"/>
                <a:gd name="connsiteX259" fmla="*/ 972899 w 3819074"/>
                <a:gd name="connsiteY259" fmla="*/ 2960029 h 3146477"/>
                <a:gd name="connsiteX260" fmla="*/ 884888 w 3819074"/>
                <a:gd name="connsiteY260" fmla="*/ 2492637 h 3146477"/>
                <a:gd name="connsiteX261" fmla="*/ 831072 w 3819074"/>
                <a:gd name="connsiteY261" fmla="*/ 1893896 h 3146477"/>
                <a:gd name="connsiteX262" fmla="*/ 466836 w 3819074"/>
                <a:gd name="connsiteY262" fmla="*/ 1371545 h 3146477"/>
                <a:gd name="connsiteX263" fmla="*/ 162417 w 3819074"/>
                <a:gd name="connsiteY263" fmla="*/ 483148 h 3146477"/>
                <a:gd name="connsiteX264" fmla="*/ 530368 w 3819074"/>
                <a:gd name="connsiteY264" fmla="*/ 340273 h 3146477"/>
                <a:gd name="connsiteX265" fmla="*/ 873839 w 3819074"/>
                <a:gd name="connsiteY265" fmla="*/ 367229 h 3146477"/>
                <a:gd name="connsiteX266" fmla="*/ 1255315 w 3819074"/>
                <a:gd name="connsiteY266" fmla="*/ 396280 h 3146477"/>
                <a:gd name="connsiteX267" fmla="*/ 1440100 w 3819074"/>
                <a:gd name="connsiteY267" fmla="*/ 382945 h 3146477"/>
                <a:gd name="connsiteX268" fmla="*/ 1982454 w 3819074"/>
                <a:gd name="connsiteY268" fmla="*/ 223687 h 3146477"/>
                <a:gd name="connsiteX269" fmla="*/ 2483183 w 3819074"/>
                <a:gd name="connsiteY269" fmla="*/ 95195 h 3146477"/>
                <a:gd name="connsiteX270" fmla="*/ 2787126 w 3819074"/>
                <a:gd name="connsiteY270" fmla="*/ 189016 h 3146477"/>
                <a:gd name="connsiteX271" fmla="*/ 2808081 w 3819074"/>
                <a:gd name="connsiteY271" fmla="*/ 202732 h 3146477"/>
                <a:gd name="connsiteX272" fmla="*/ 3722481 w 3819074"/>
                <a:gd name="connsiteY272" fmla="*/ 1244005 h 3146477"/>
                <a:gd name="connsiteX273" fmla="*/ 3551031 w 3819074"/>
                <a:gd name="connsiteY273" fmla="*/ 1727589 h 3146477"/>
                <a:gd name="connsiteX274" fmla="*/ 3251660 w 3819074"/>
                <a:gd name="connsiteY274" fmla="*/ 2518831 h 3146477"/>
                <a:gd name="connsiteX275" fmla="*/ 3160887 w 3819074"/>
                <a:gd name="connsiteY275" fmla="*/ 2573600 h 3146477"/>
                <a:gd name="connsiteX276" fmla="*/ 2851324 w 3819074"/>
                <a:gd name="connsiteY276" fmla="*/ 2516450 h 3146477"/>
                <a:gd name="connsiteX277" fmla="*/ 2451751 w 3819074"/>
                <a:gd name="connsiteY277" fmla="*/ 2447870 h 3146477"/>
                <a:gd name="connsiteX278" fmla="*/ 2273729 w 3819074"/>
                <a:gd name="connsiteY278" fmla="*/ 2481398 h 3146477"/>
                <a:gd name="connsiteX279" fmla="*/ 1809480 w 3819074"/>
                <a:gd name="connsiteY279" fmla="*/ 2772005 h 3146477"/>
                <a:gd name="connsiteX280" fmla="*/ 1241981 w 3819074"/>
                <a:gd name="connsiteY280" fmla="*/ 3050136 h 3146477"/>
                <a:gd name="connsiteX281" fmla="*/ 530368 w 3819074"/>
                <a:gd name="connsiteY281" fmla="*/ 349988 h 3146477"/>
                <a:gd name="connsiteX282" fmla="*/ 170418 w 3819074"/>
                <a:gd name="connsiteY282" fmla="*/ 488291 h 3146477"/>
                <a:gd name="connsiteX283" fmla="*/ 474075 w 3819074"/>
                <a:gd name="connsiteY283" fmla="*/ 1365639 h 3146477"/>
                <a:gd name="connsiteX284" fmla="*/ 839168 w 3819074"/>
                <a:gd name="connsiteY284" fmla="*/ 1889514 h 3146477"/>
                <a:gd name="connsiteX285" fmla="*/ 894127 w 3819074"/>
                <a:gd name="connsiteY285" fmla="*/ 2493590 h 3146477"/>
                <a:gd name="connsiteX286" fmla="*/ 977852 w 3819074"/>
                <a:gd name="connsiteY286" fmla="*/ 2952123 h 3146477"/>
                <a:gd name="connsiteX287" fmla="*/ 1241695 w 3819074"/>
                <a:gd name="connsiteY287" fmla="*/ 3040611 h 3146477"/>
                <a:gd name="connsiteX288" fmla="*/ 1241695 w 3819074"/>
                <a:gd name="connsiteY288" fmla="*/ 3040611 h 3146477"/>
                <a:gd name="connsiteX289" fmla="*/ 1803670 w 3819074"/>
                <a:gd name="connsiteY289" fmla="*/ 2764386 h 3146477"/>
                <a:gd name="connsiteX290" fmla="*/ 2269633 w 3819074"/>
                <a:gd name="connsiteY290" fmla="*/ 2472825 h 3146477"/>
                <a:gd name="connsiteX291" fmla="*/ 2451560 w 3819074"/>
                <a:gd name="connsiteY291" fmla="*/ 2438440 h 3146477"/>
                <a:gd name="connsiteX292" fmla="*/ 2853230 w 3819074"/>
                <a:gd name="connsiteY292" fmla="*/ 2507210 h 3146477"/>
                <a:gd name="connsiteX293" fmla="*/ 3160697 w 3819074"/>
                <a:gd name="connsiteY293" fmla="*/ 2563884 h 3146477"/>
                <a:gd name="connsiteX294" fmla="*/ 3242040 w 3819074"/>
                <a:gd name="connsiteY294" fmla="*/ 2517307 h 3146477"/>
                <a:gd name="connsiteX295" fmla="*/ 3542458 w 3819074"/>
                <a:gd name="connsiteY295" fmla="*/ 1722731 h 3146477"/>
                <a:gd name="connsiteX296" fmla="*/ 3713147 w 3819074"/>
                <a:gd name="connsiteY296" fmla="*/ 1244576 h 3146477"/>
                <a:gd name="connsiteX297" fmla="*/ 2802938 w 3819074"/>
                <a:gd name="connsiteY297" fmla="*/ 210447 h 3146477"/>
                <a:gd name="connsiteX298" fmla="*/ 2781983 w 3819074"/>
                <a:gd name="connsiteY298" fmla="*/ 196731 h 3146477"/>
                <a:gd name="connsiteX299" fmla="*/ 2483279 w 3819074"/>
                <a:gd name="connsiteY299" fmla="*/ 104529 h 3146477"/>
                <a:gd name="connsiteX300" fmla="*/ 1985883 w 3819074"/>
                <a:gd name="connsiteY300" fmla="*/ 232450 h 3146477"/>
                <a:gd name="connsiteX301" fmla="*/ 1441625 w 3819074"/>
                <a:gd name="connsiteY301" fmla="*/ 392184 h 3146477"/>
                <a:gd name="connsiteX302" fmla="*/ 1255411 w 3819074"/>
                <a:gd name="connsiteY302" fmla="*/ 405614 h 3146477"/>
                <a:gd name="connsiteX303" fmla="*/ 872887 w 3819074"/>
                <a:gd name="connsiteY303" fmla="*/ 376468 h 3146477"/>
                <a:gd name="connsiteX304" fmla="*/ 530368 w 3819074"/>
                <a:gd name="connsiteY304" fmla="*/ 349988 h 3146477"/>
                <a:gd name="connsiteX305" fmla="*/ 1251506 w 3819074"/>
                <a:gd name="connsiteY305" fmla="*/ 2668564 h 3146477"/>
                <a:gd name="connsiteX306" fmla="*/ 1251506 w 3819074"/>
                <a:gd name="connsiteY306" fmla="*/ 2662182 h 3146477"/>
                <a:gd name="connsiteX307" fmla="*/ 1263317 w 3819074"/>
                <a:gd name="connsiteY307" fmla="*/ 2533595 h 3146477"/>
                <a:gd name="connsiteX308" fmla="*/ 1168924 w 3819074"/>
                <a:gd name="connsiteY308" fmla="*/ 1718540 h 3146477"/>
                <a:gd name="connsiteX309" fmla="*/ 764588 w 3819074"/>
                <a:gd name="connsiteY309" fmla="*/ 1134277 h 3146477"/>
                <a:gd name="connsiteX310" fmla="*/ 531606 w 3819074"/>
                <a:gd name="connsiteY310" fmla="*/ 818904 h 3146477"/>
                <a:gd name="connsiteX311" fmla="*/ 484552 w 3819074"/>
                <a:gd name="connsiteY311" fmla="*/ 729178 h 3146477"/>
                <a:gd name="connsiteX312" fmla="*/ 482171 w 3819074"/>
                <a:gd name="connsiteY312" fmla="*/ 723082 h 3146477"/>
                <a:gd name="connsiteX313" fmla="*/ 488743 w 3819074"/>
                <a:gd name="connsiteY313" fmla="*/ 723082 h 3146477"/>
                <a:gd name="connsiteX314" fmla="*/ 530272 w 3819074"/>
                <a:gd name="connsiteY314" fmla="*/ 721939 h 3146477"/>
                <a:gd name="connsiteX315" fmla="*/ 830786 w 3819074"/>
                <a:gd name="connsiteY315" fmla="*/ 746419 h 3146477"/>
                <a:gd name="connsiteX316" fmla="*/ 1255220 w 3819074"/>
                <a:gd name="connsiteY316" fmla="*/ 777947 h 3146477"/>
                <a:gd name="connsiteX317" fmla="*/ 1500203 w 3819074"/>
                <a:gd name="connsiteY317" fmla="*/ 759849 h 3146477"/>
                <a:gd name="connsiteX318" fmla="*/ 2115137 w 3819074"/>
                <a:gd name="connsiteY318" fmla="*/ 581446 h 3146477"/>
                <a:gd name="connsiteX319" fmla="*/ 2483088 w 3819074"/>
                <a:gd name="connsiteY319" fmla="*/ 476671 h 3146477"/>
                <a:gd name="connsiteX320" fmla="*/ 2578338 w 3819074"/>
                <a:gd name="connsiteY320" fmla="*/ 508198 h 3146477"/>
                <a:gd name="connsiteX321" fmla="*/ 2599198 w 3819074"/>
                <a:gd name="connsiteY321" fmla="*/ 521914 h 3146477"/>
                <a:gd name="connsiteX322" fmla="*/ 3342624 w 3819074"/>
                <a:gd name="connsiteY322" fmla="*/ 1275152 h 3146477"/>
                <a:gd name="connsiteX323" fmla="*/ 3218132 w 3819074"/>
                <a:gd name="connsiteY323" fmla="*/ 1541852 h 3146477"/>
                <a:gd name="connsiteX324" fmla="*/ 2945336 w 3819074"/>
                <a:gd name="connsiteY324" fmla="*/ 2143260 h 3146477"/>
                <a:gd name="connsiteX325" fmla="*/ 2944003 w 3819074"/>
                <a:gd name="connsiteY325" fmla="*/ 2147546 h 3146477"/>
                <a:gd name="connsiteX326" fmla="*/ 2939621 w 3819074"/>
                <a:gd name="connsiteY326" fmla="*/ 2146499 h 3146477"/>
                <a:gd name="connsiteX327" fmla="*/ 2451370 w 3819074"/>
                <a:gd name="connsiteY327" fmla="*/ 2067441 h 3146477"/>
                <a:gd name="connsiteX328" fmla="*/ 2116566 w 3819074"/>
                <a:gd name="connsiteY328" fmla="*/ 2134688 h 3146477"/>
                <a:gd name="connsiteX329" fmla="*/ 1584785 w 3819074"/>
                <a:gd name="connsiteY329" fmla="*/ 2464633 h 3146477"/>
                <a:gd name="connsiteX330" fmla="*/ 1257316 w 3819074"/>
                <a:gd name="connsiteY330" fmla="*/ 2667230 h 3146477"/>
                <a:gd name="connsiteX331" fmla="*/ 496078 w 3819074"/>
                <a:gd name="connsiteY331" fmla="*/ 731750 h 3146477"/>
                <a:gd name="connsiteX332" fmla="*/ 539797 w 3819074"/>
                <a:gd name="connsiteY332" fmla="*/ 813951 h 3146477"/>
                <a:gd name="connsiteX333" fmla="*/ 772112 w 3819074"/>
                <a:gd name="connsiteY333" fmla="*/ 1128276 h 3146477"/>
                <a:gd name="connsiteX334" fmla="*/ 1177401 w 3819074"/>
                <a:gd name="connsiteY334" fmla="*/ 1714159 h 3146477"/>
                <a:gd name="connsiteX335" fmla="*/ 1272651 w 3819074"/>
                <a:gd name="connsiteY335" fmla="*/ 2534166 h 3146477"/>
                <a:gd name="connsiteX336" fmla="*/ 1261221 w 3819074"/>
                <a:gd name="connsiteY336" fmla="*/ 2656276 h 3146477"/>
                <a:gd name="connsiteX337" fmla="*/ 1578975 w 3819074"/>
                <a:gd name="connsiteY337" fmla="*/ 2456823 h 3146477"/>
                <a:gd name="connsiteX338" fmla="*/ 2112375 w 3819074"/>
                <a:gd name="connsiteY338" fmla="*/ 2125925 h 3146477"/>
                <a:gd name="connsiteX339" fmla="*/ 2451084 w 3819074"/>
                <a:gd name="connsiteY339" fmla="*/ 2057821 h 3146477"/>
                <a:gd name="connsiteX340" fmla="*/ 2936859 w 3819074"/>
                <a:gd name="connsiteY340" fmla="*/ 2136021 h 3146477"/>
                <a:gd name="connsiteX341" fmla="*/ 3209083 w 3819074"/>
                <a:gd name="connsiteY341" fmla="*/ 1537089 h 3146477"/>
                <a:gd name="connsiteX342" fmla="*/ 3332908 w 3819074"/>
                <a:gd name="connsiteY342" fmla="*/ 1275628 h 3146477"/>
                <a:gd name="connsiteX343" fmla="*/ 2593769 w 3819074"/>
                <a:gd name="connsiteY343" fmla="*/ 529630 h 3146477"/>
                <a:gd name="connsiteX344" fmla="*/ 2572814 w 3819074"/>
                <a:gd name="connsiteY344" fmla="*/ 515914 h 3146477"/>
                <a:gd name="connsiteX345" fmla="*/ 2482802 w 3819074"/>
                <a:gd name="connsiteY345" fmla="*/ 485910 h 3146477"/>
                <a:gd name="connsiteX346" fmla="*/ 2118281 w 3819074"/>
                <a:gd name="connsiteY346" fmla="*/ 589923 h 3146477"/>
                <a:gd name="connsiteX347" fmla="*/ 1501346 w 3819074"/>
                <a:gd name="connsiteY347" fmla="*/ 768803 h 3146477"/>
                <a:gd name="connsiteX348" fmla="*/ 1254935 w 3819074"/>
                <a:gd name="connsiteY348" fmla="*/ 786995 h 3146477"/>
                <a:gd name="connsiteX349" fmla="*/ 829453 w 3819074"/>
                <a:gd name="connsiteY349" fmla="*/ 755372 h 3146477"/>
                <a:gd name="connsiteX350" fmla="*/ 529987 w 3819074"/>
                <a:gd name="connsiteY350" fmla="*/ 730988 h 3146477"/>
                <a:gd name="connsiteX351" fmla="*/ 496078 w 3819074"/>
                <a:gd name="connsiteY351" fmla="*/ 731750 h 3146477"/>
                <a:gd name="connsiteX352" fmla="*/ 1643269 w 3819074"/>
                <a:gd name="connsiteY352" fmla="*/ 1960475 h 3146477"/>
                <a:gd name="connsiteX353" fmla="*/ 1642126 w 3819074"/>
                <a:gd name="connsiteY353" fmla="*/ 1953427 h 3146477"/>
                <a:gd name="connsiteX354" fmla="*/ 1507252 w 3819074"/>
                <a:gd name="connsiteY354" fmla="*/ 1543376 h 3146477"/>
                <a:gd name="connsiteX355" fmla="*/ 1270079 w 3819074"/>
                <a:gd name="connsiteY355" fmla="*/ 1166186 h 3146477"/>
                <a:gd name="connsiteX356" fmla="*/ 1264650 w 3819074"/>
                <a:gd name="connsiteY356" fmla="*/ 1158661 h 3146477"/>
                <a:gd name="connsiteX357" fmla="*/ 1274175 w 3819074"/>
                <a:gd name="connsiteY357" fmla="*/ 1158661 h 3146477"/>
                <a:gd name="connsiteX358" fmla="*/ 1560782 w 3819074"/>
                <a:gd name="connsiteY358" fmla="*/ 1135896 h 3146477"/>
                <a:gd name="connsiteX359" fmla="*/ 2248392 w 3819074"/>
                <a:gd name="connsiteY359" fmla="*/ 938347 h 3146477"/>
                <a:gd name="connsiteX360" fmla="*/ 2435463 w 3819074"/>
                <a:gd name="connsiteY360" fmla="*/ 871672 h 3146477"/>
                <a:gd name="connsiteX361" fmla="*/ 2437654 w 3819074"/>
                <a:gd name="connsiteY361" fmla="*/ 871006 h 3146477"/>
                <a:gd name="connsiteX362" fmla="*/ 2439559 w 3819074"/>
                <a:gd name="connsiteY362" fmla="*/ 872244 h 3146477"/>
                <a:gd name="connsiteX363" fmla="*/ 2870851 w 3819074"/>
                <a:gd name="connsiteY363" fmla="*/ 1187712 h 3146477"/>
                <a:gd name="connsiteX364" fmla="*/ 2936573 w 3819074"/>
                <a:gd name="connsiteY364" fmla="*/ 1257911 h 3146477"/>
                <a:gd name="connsiteX365" fmla="*/ 2938383 w 3819074"/>
                <a:gd name="connsiteY365" fmla="*/ 1260388 h 3146477"/>
                <a:gd name="connsiteX366" fmla="*/ 2936954 w 3819074"/>
                <a:gd name="connsiteY366" fmla="*/ 1263055 h 3146477"/>
                <a:gd name="connsiteX367" fmla="*/ 2885996 w 3819074"/>
                <a:gd name="connsiteY367" fmla="*/ 1355733 h 3146477"/>
                <a:gd name="connsiteX368" fmla="*/ 2705973 w 3819074"/>
                <a:gd name="connsiteY368" fmla="*/ 1703491 h 3146477"/>
                <a:gd name="connsiteX369" fmla="*/ 2704449 w 3819074"/>
                <a:gd name="connsiteY369" fmla="*/ 1706729 h 3146477"/>
                <a:gd name="connsiteX370" fmla="*/ 2700925 w 3819074"/>
                <a:gd name="connsiteY370" fmla="*/ 1706158 h 3146477"/>
                <a:gd name="connsiteX371" fmla="*/ 2451656 w 3819074"/>
                <a:gd name="connsiteY371" fmla="*/ 1686346 h 3146477"/>
                <a:gd name="connsiteX372" fmla="*/ 1960070 w 3819074"/>
                <a:gd name="connsiteY372" fmla="*/ 1787406 h 3146477"/>
                <a:gd name="connsiteX373" fmla="*/ 1649555 w 3819074"/>
                <a:gd name="connsiteY373" fmla="*/ 1956475 h 3146477"/>
                <a:gd name="connsiteX374" fmla="*/ 1283224 w 3819074"/>
                <a:gd name="connsiteY374" fmla="*/ 1167995 h 3146477"/>
                <a:gd name="connsiteX375" fmla="*/ 1515634 w 3819074"/>
                <a:gd name="connsiteY375" fmla="*/ 1539470 h 3146477"/>
                <a:gd name="connsiteX376" fmla="*/ 1650317 w 3819074"/>
                <a:gd name="connsiteY376" fmla="*/ 1945235 h 3146477"/>
                <a:gd name="connsiteX377" fmla="*/ 1956356 w 3819074"/>
                <a:gd name="connsiteY377" fmla="*/ 1778643 h 3146477"/>
                <a:gd name="connsiteX378" fmla="*/ 2451656 w 3819074"/>
                <a:gd name="connsiteY378" fmla="*/ 1676821 h 3146477"/>
                <a:gd name="connsiteX379" fmla="*/ 2698734 w 3819074"/>
                <a:gd name="connsiteY379" fmla="*/ 1695871 h 3146477"/>
                <a:gd name="connsiteX380" fmla="*/ 2877614 w 3819074"/>
                <a:gd name="connsiteY380" fmla="*/ 1350685 h 3146477"/>
                <a:gd name="connsiteX381" fmla="*/ 2927048 w 3819074"/>
                <a:gd name="connsiteY381" fmla="*/ 1260959 h 3146477"/>
                <a:gd name="connsiteX382" fmla="*/ 2864279 w 3819074"/>
                <a:gd name="connsiteY382" fmla="*/ 1194284 h 3146477"/>
                <a:gd name="connsiteX383" fmla="*/ 2435654 w 3819074"/>
                <a:gd name="connsiteY383" fmla="*/ 881102 h 3146477"/>
                <a:gd name="connsiteX384" fmla="*/ 2251345 w 3819074"/>
                <a:gd name="connsiteY384" fmla="*/ 946539 h 3146477"/>
                <a:gd name="connsiteX385" fmla="*/ 1561735 w 3819074"/>
                <a:gd name="connsiteY385" fmla="*/ 1144659 h 3146477"/>
                <a:gd name="connsiteX386" fmla="*/ 1283224 w 3819074"/>
                <a:gd name="connsiteY386" fmla="*/ 1167805 h 3146477"/>
                <a:gd name="connsiteX387" fmla="*/ 1241981 w 3819074"/>
                <a:gd name="connsiteY387" fmla="*/ 2859636 h 3146477"/>
                <a:gd name="connsiteX388" fmla="*/ 1241981 w 3819074"/>
                <a:gd name="connsiteY388" fmla="*/ 2859636 h 3146477"/>
                <a:gd name="connsiteX389" fmla="*/ 1077293 w 3819074"/>
                <a:gd name="connsiteY389" fmla="*/ 2800676 h 3146477"/>
                <a:gd name="connsiteX390" fmla="*/ 1074340 w 3819074"/>
                <a:gd name="connsiteY390" fmla="*/ 2512925 h 3146477"/>
                <a:gd name="connsiteX391" fmla="*/ 1000141 w 3819074"/>
                <a:gd name="connsiteY391" fmla="*/ 1806265 h 3146477"/>
                <a:gd name="connsiteX392" fmla="*/ 615902 w 3819074"/>
                <a:gd name="connsiteY392" fmla="*/ 1252958 h 3146477"/>
                <a:gd name="connsiteX393" fmla="*/ 322056 w 3819074"/>
                <a:gd name="connsiteY393" fmla="*/ 587447 h 3146477"/>
                <a:gd name="connsiteX394" fmla="*/ 530653 w 3819074"/>
                <a:gd name="connsiteY394" fmla="*/ 530963 h 3146477"/>
                <a:gd name="connsiteX395" fmla="*/ 852598 w 3819074"/>
                <a:gd name="connsiteY395" fmla="*/ 556681 h 3146477"/>
                <a:gd name="connsiteX396" fmla="*/ 1255601 w 3819074"/>
                <a:gd name="connsiteY396" fmla="*/ 586970 h 3146477"/>
                <a:gd name="connsiteX397" fmla="*/ 1470581 w 3819074"/>
                <a:gd name="connsiteY397" fmla="*/ 571254 h 3146477"/>
                <a:gd name="connsiteX398" fmla="*/ 2049224 w 3819074"/>
                <a:gd name="connsiteY398" fmla="*/ 402376 h 3146477"/>
                <a:gd name="connsiteX399" fmla="*/ 2483564 w 3819074"/>
                <a:gd name="connsiteY399" fmla="*/ 285885 h 3146477"/>
                <a:gd name="connsiteX400" fmla="*/ 2683113 w 3819074"/>
                <a:gd name="connsiteY400" fmla="*/ 348560 h 3146477"/>
                <a:gd name="connsiteX401" fmla="*/ 2704068 w 3819074"/>
                <a:gd name="connsiteY401" fmla="*/ 362276 h 3146477"/>
                <a:gd name="connsiteX402" fmla="*/ 3532743 w 3819074"/>
                <a:gd name="connsiteY402" fmla="*/ 1259531 h 3146477"/>
                <a:gd name="connsiteX403" fmla="*/ 3384534 w 3819074"/>
                <a:gd name="connsiteY403" fmla="*/ 1634720 h 3146477"/>
                <a:gd name="connsiteX404" fmla="*/ 3084020 w 3819074"/>
                <a:gd name="connsiteY404" fmla="*/ 2369955 h 3146477"/>
                <a:gd name="connsiteX405" fmla="*/ 3083068 w 3819074"/>
                <a:gd name="connsiteY405" fmla="*/ 2374527 h 3146477"/>
                <a:gd name="connsiteX406" fmla="*/ 3078496 w 3819074"/>
                <a:gd name="connsiteY406" fmla="*/ 2373670 h 3146477"/>
                <a:gd name="connsiteX407" fmla="*/ 2897521 w 3819074"/>
                <a:gd name="connsiteY407" fmla="*/ 2332141 h 3146477"/>
                <a:gd name="connsiteX408" fmla="*/ 2451846 w 3819074"/>
                <a:gd name="connsiteY408" fmla="*/ 2257846 h 3146477"/>
                <a:gd name="connsiteX409" fmla="*/ 2195433 w 3819074"/>
                <a:gd name="connsiteY409" fmla="*/ 2308233 h 3146477"/>
                <a:gd name="connsiteX410" fmla="*/ 1697466 w 3819074"/>
                <a:gd name="connsiteY410" fmla="*/ 2618462 h 3146477"/>
                <a:gd name="connsiteX411" fmla="*/ 1241981 w 3819074"/>
                <a:gd name="connsiteY411" fmla="*/ 2859636 h 3146477"/>
                <a:gd name="connsiteX412" fmla="*/ 530368 w 3819074"/>
                <a:gd name="connsiteY412" fmla="*/ 540488 h 3146477"/>
                <a:gd name="connsiteX413" fmla="*/ 329771 w 3819074"/>
                <a:gd name="connsiteY413" fmla="*/ 592685 h 3146477"/>
                <a:gd name="connsiteX414" fmla="*/ 623046 w 3819074"/>
                <a:gd name="connsiteY414" fmla="*/ 1246957 h 3146477"/>
                <a:gd name="connsiteX415" fmla="*/ 1008332 w 3819074"/>
                <a:gd name="connsiteY415" fmla="*/ 1801789 h 3146477"/>
                <a:gd name="connsiteX416" fmla="*/ 1083485 w 3819074"/>
                <a:gd name="connsiteY416" fmla="*/ 2513878 h 3146477"/>
                <a:gd name="connsiteX417" fmla="*/ 1082151 w 3819074"/>
                <a:gd name="connsiteY417" fmla="*/ 2792675 h 3146477"/>
                <a:gd name="connsiteX418" fmla="*/ 1241695 w 3819074"/>
                <a:gd name="connsiteY418" fmla="*/ 2849825 h 3146477"/>
                <a:gd name="connsiteX419" fmla="*/ 1241695 w 3819074"/>
                <a:gd name="connsiteY419" fmla="*/ 2849825 h 3146477"/>
                <a:gd name="connsiteX420" fmla="*/ 1691465 w 3819074"/>
                <a:gd name="connsiteY420" fmla="*/ 2610557 h 3146477"/>
                <a:gd name="connsiteX421" fmla="*/ 2191147 w 3819074"/>
                <a:gd name="connsiteY421" fmla="*/ 2299280 h 3146477"/>
                <a:gd name="connsiteX422" fmla="*/ 2451465 w 3819074"/>
                <a:gd name="connsiteY422" fmla="*/ 2248035 h 3146477"/>
                <a:gd name="connsiteX423" fmla="*/ 2899140 w 3819074"/>
                <a:gd name="connsiteY423" fmla="*/ 2322521 h 3146477"/>
                <a:gd name="connsiteX424" fmla="*/ 3075448 w 3819074"/>
                <a:gd name="connsiteY424" fmla="*/ 2363192 h 3146477"/>
                <a:gd name="connsiteX425" fmla="*/ 3376057 w 3819074"/>
                <a:gd name="connsiteY425" fmla="*/ 1629767 h 3146477"/>
                <a:gd name="connsiteX426" fmla="*/ 3523028 w 3819074"/>
                <a:gd name="connsiteY426" fmla="*/ 1259912 h 3146477"/>
                <a:gd name="connsiteX427" fmla="*/ 2698448 w 3819074"/>
                <a:gd name="connsiteY427" fmla="*/ 369896 h 3146477"/>
                <a:gd name="connsiteX428" fmla="*/ 2677493 w 3819074"/>
                <a:gd name="connsiteY428" fmla="*/ 356180 h 3146477"/>
                <a:gd name="connsiteX429" fmla="*/ 2483088 w 3819074"/>
                <a:gd name="connsiteY429" fmla="*/ 295029 h 3146477"/>
                <a:gd name="connsiteX430" fmla="*/ 2052082 w 3819074"/>
                <a:gd name="connsiteY430" fmla="*/ 410948 h 3146477"/>
                <a:gd name="connsiteX431" fmla="*/ 1471533 w 3819074"/>
                <a:gd name="connsiteY431" fmla="*/ 580303 h 3146477"/>
                <a:gd name="connsiteX432" fmla="*/ 1255220 w 3819074"/>
                <a:gd name="connsiteY432" fmla="*/ 596114 h 3146477"/>
                <a:gd name="connsiteX433" fmla="*/ 851170 w 3819074"/>
                <a:gd name="connsiteY433" fmla="*/ 565730 h 3146477"/>
                <a:gd name="connsiteX434" fmla="*/ 530368 w 3819074"/>
                <a:gd name="connsiteY434" fmla="*/ 540488 h 3146477"/>
                <a:gd name="connsiteX435" fmla="*/ 1472771 w 3819074"/>
                <a:gd name="connsiteY435" fmla="*/ 2310519 h 3146477"/>
                <a:gd name="connsiteX436" fmla="*/ 1472771 w 3819074"/>
                <a:gd name="connsiteY436" fmla="*/ 2300994 h 3146477"/>
                <a:gd name="connsiteX437" fmla="*/ 1337802 w 3819074"/>
                <a:gd name="connsiteY437" fmla="*/ 1631101 h 3146477"/>
                <a:gd name="connsiteX438" fmla="*/ 913463 w 3819074"/>
                <a:gd name="connsiteY438" fmla="*/ 1015881 h 3146477"/>
                <a:gd name="connsiteX439" fmla="*/ 861076 w 3819074"/>
                <a:gd name="connsiteY439" fmla="*/ 949206 h 3146477"/>
                <a:gd name="connsiteX440" fmla="*/ 854122 w 3819074"/>
                <a:gd name="connsiteY440" fmla="*/ 940348 h 3146477"/>
                <a:gd name="connsiteX441" fmla="*/ 865362 w 3819074"/>
                <a:gd name="connsiteY441" fmla="*/ 941586 h 3146477"/>
                <a:gd name="connsiteX442" fmla="*/ 1255030 w 3819074"/>
                <a:gd name="connsiteY442" fmla="*/ 967970 h 3146477"/>
                <a:gd name="connsiteX443" fmla="*/ 1530112 w 3819074"/>
                <a:gd name="connsiteY443" fmla="*/ 947491 h 3146477"/>
                <a:gd name="connsiteX444" fmla="*/ 2181431 w 3819074"/>
                <a:gd name="connsiteY444" fmla="*/ 759563 h 3146477"/>
                <a:gd name="connsiteX445" fmla="*/ 2472134 w 3819074"/>
                <a:gd name="connsiteY445" fmla="*/ 667456 h 3146477"/>
                <a:gd name="connsiteX446" fmla="*/ 2473849 w 3819074"/>
                <a:gd name="connsiteY446" fmla="*/ 667456 h 3146477"/>
                <a:gd name="connsiteX447" fmla="*/ 2494708 w 3819074"/>
                <a:gd name="connsiteY447" fmla="*/ 681077 h 3146477"/>
                <a:gd name="connsiteX448" fmla="*/ 3148219 w 3819074"/>
                <a:gd name="connsiteY448" fmla="*/ 1262102 h 3146477"/>
                <a:gd name="connsiteX449" fmla="*/ 3148219 w 3819074"/>
                <a:gd name="connsiteY449" fmla="*/ 1263626 h 3146477"/>
                <a:gd name="connsiteX450" fmla="*/ 3147647 w 3819074"/>
                <a:gd name="connsiteY450" fmla="*/ 1265055 h 3146477"/>
                <a:gd name="connsiteX451" fmla="*/ 3051540 w 3819074"/>
                <a:gd name="connsiteY451" fmla="*/ 1448126 h 3146477"/>
                <a:gd name="connsiteX452" fmla="*/ 2821607 w 3819074"/>
                <a:gd name="connsiteY452" fmla="*/ 1918280 h 3146477"/>
                <a:gd name="connsiteX453" fmla="*/ 2820178 w 3819074"/>
                <a:gd name="connsiteY453" fmla="*/ 1922090 h 3146477"/>
                <a:gd name="connsiteX454" fmla="*/ 2816177 w 3819074"/>
                <a:gd name="connsiteY454" fmla="*/ 1921232 h 3146477"/>
                <a:gd name="connsiteX455" fmla="*/ 2450798 w 3819074"/>
                <a:gd name="connsiteY455" fmla="*/ 1876655 h 3146477"/>
                <a:gd name="connsiteX456" fmla="*/ 2037604 w 3819074"/>
                <a:gd name="connsiteY456" fmla="*/ 1960761 h 3146477"/>
                <a:gd name="connsiteX457" fmla="*/ 1480010 w 3819074"/>
                <a:gd name="connsiteY457" fmla="*/ 2304614 h 3146477"/>
                <a:gd name="connsiteX458" fmla="*/ 875839 w 3819074"/>
                <a:gd name="connsiteY458" fmla="*/ 952254 h 3146477"/>
                <a:gd name="connsiteX459" fmla="*/ 921179 w 3819074"/>
                <a:gd name="connsiteY459" fmla="*/ 1009404 h 3146477"/>
                <a:gd name="connsiteX460" fmla="*/ 1346565 w 3819074"/>
                <a:gd name="connsiteY460" fmla="*/ 1626148 h 3146477"/>
                <a:gd name="connsiteX461" fmla="*/ 1482868 w 3819074"/>
                <a:gd name="connsiteY461" fmla="*/ 2291088 h 3146477"/>
                <a:gd name="connsiteX462" fmla="*/ 2034365 w 3819074"/>
                <a:gd name="connsiteY462" fmla="*/ 1951998 h 3146477"/>
                <a:gd name="connsiteX463" fmla="*/ 2451465 w 3819074"/>
                <a:gd name="connsiteY463" fmla="*/ 1867035 h 3146477"/>
                <a:gd name="connsiteX464" fmla="*/ 2814939 w 3819074"/>
                <a:gd name="connsiteY464" fmla="*/ 1910945 h 3146477"/>
                <a:gd name="connsiteX465" fmla="*/ 3043539 w 3819074"/>
                <a:gd name="connsiteY465" fmla="*/ 1444220 h 3146477"/>
                <a:gd name="connsiteX466" fmla="*/ 3138789 w 3819074"/>
                <a:gd name="connsiteY466" fmla="*/ 1263245 h 3146477"/>
                <a:gd name="connsiteX467" fmla="*/ 2489660 w 3819074"/>
                <a:gd name="connsiteY467" fmla="*/ 689269 h 3146477"/>
                <a:gd name="connsiteX468" fmla="*/ 2471658 w 3819074"/>
                <a:gd name="connsiteY468" fmla="*/ 677458 h 3146477"/>
                <a:gd name="connsiteX469" fmla="*/ 2185051 w 3819074"/>
                <a:gd name="connsiteY469" fmla="*/ 768707 h 3146477"/>
                <a:gd name="connsiteX470" fmla="*/ 1531731 w 3819074"/>
                <a:gd name="connsiteY470" fmla="*/ 957207 h 3146477"/>
                <a:gd name="connsiteX471" fmla="*/ 1255506 w 3819074"/>
                <a:gd name="connsiteY471" fmla="*/ 977781 h 3146477"/>
                <a:gd name="connsiteX472" fmla="*/ 875839 w 3819074"/>
                <a:gd name="connsiteY472" fmla="*/ 952254 h 3146477"/>
                <a:gd name="connsiteX473" fmla="*/ 1767284 w 3819074"/>
                <a:gd name="connsiteY473" fmla="*/ 1668915 h 3146477"/>
                <a:gd name="connsiteX474" fmla="*/ 1765475 w 3819074"/>
                <a:gd name="connsiteY474" fmla="*/ 1663676 h 3146477"/>
                <a:gd name="connsiteX475" fmla="*/ 1676321 w 3819074"/>
                <a:gd name="connsiteY475" fmla="*/ 1455460 h 3146477"/>
                <a:gd name="connsiteX476" fmla="*/ 1605455 w 3819074"/>
                <a:gd name="connsiteY476" fmla="*/ 1327825 h 3146477"/>
                <a:gd name="connsiteX477" fmla="*/ 1601930 w 3819074"/>
                <a:gd name="connsiteY477" fmla="*/ 1321824 h 3146477"/>
                <a:gd name="connsiteX478" fmla="*/ 1608788 w 3819074"/>
                <a:gd name="connsiteY478" fmla="*/ 1320681 h 3146477"/>
                <a:gd name="connsiteX479" fmla="*/ 2314496 w 3819074"/>
                <a:gd name="connsiteY479" fmla="*/ 1116656 h 3146477"/>
                <a:gd name="connsiteX480" fmla="*/ 2408222 w 3819074"/>
                <a:gd name="connsiteY480" fmla="*/ 1082270 h 3146477"/>
                <a:gd name="connsiteX481" fmla="*/ 2410508 w 3819074"/>
                <a:gd name="connsiteY481" fmla="*/ 1081413 h 3146477"/>
                <a:gd name="connsiteX482" fmla="*/ 2412508 w 3819074"/>
                <a:gd name="connsiteY482" fmla="*/ 1082747 h 3146477"/>
                <a:gd name="connsiteX483" fmla="*/ 2637679 w 3819074"/>
                <a:gd name="connsiteY483" fmla="*/ 1240385 h 3146477"/>
                <a:gd name="connsiteX484" fmla="*/ 2699782 w 3819074"/>
                <a:gd name="connsiteY484" fmla="*/ 1290011 h 3146477"/>
                <a:gd name="connsiteX485" fmla="*/ 2702830 w 3819074"/>
                <a:gd name="connsiteY485" fmla="*/ 1292582 h 3146477"/>
                <a:gd name="connsiteX486" fmla="*/ 2700925 w 3819074"/>
                <a:gd name="connsiteY486" fmla="*/ 1296011 h 3146477"/>
                <a:gd name="connsiteX487" fmla="*/ 2592721 w 3819074"/>
                <a:gd name="connsiteY487" fmla="*/ 1498798 h 3146477"/>
                <a:gd name="connsiteX488" fmla="*/ 2591292 w 3819074"/>
                <a:gd name="connsiteY488" fmla="*/ 1501656 h 3146477"/>
                <a:gd name="connsiteX489" fmla="*/ 2588149 w 3819074"/>
                <a:gd name="connsiteY489" fmla="*/ 1501656 h 3146477"/>
                <a:gd name="connsiteX490" fmla="*/ 2451465 w 3819074"/>
                <a:gd name="connsiteY490" fmla="*/ 1496132 h 3146477"/>
                <a:gd name="connsiteX491" fmla="*/ 1881584 w 3819074"/>
                <a:gd name="connsiteY491" fmla="*/ 1614051 h 3146477"/>
                <a:gd name="connsiteX492" fmla="*/ 1772142 w 3819074"/>
                <a:gd name="connsiteY492" fmla="*/ 1666724 h 3146477"/>
                <a:gd name="connsiteX493" fmla="*/ 1617170 w 3819074"/>
                <a:gd name="connsiteY493" fmla="*/ 1328968 h 3146477"/>
                <a:gd name="connsiteX494" fmla="*/ 1684798 w 3819074"/>
                <a:gd name="connsiteY494" fmla="*/ 1451078 h 3146477"/>
                <a:gd name="connsiteX495" fmla="*/ 1772714 w 3819074"/>
                <a:gd name="connsiteY495" fmla="*/ 1655390 h 3146477"/>
                <a:gd name="connsiteX496" fmla="*/ 1877489 w 3819074"/>
                <a:gd name="connsiteY496" fmla="*/ 1605002 h 3146477"/>
                <a:gd name="connsiteX497" fmla="*/ 2451370 w 3819074"/>
                <a:gd name="connsiteY497" fmla="*/ 1486321 h 3146477"/>
                <a:gd name="connsiteX498" fmla="*/ 2585577 w 3819074"/>
                <a:gd name="connsiteY498" fmla="*/ 1491655 h 3146477"/>
                <a:gd name="connsiteX499" fmla="*/ 2690352 w 3819074"/>
                <a:gd name="connsiteY499" fmla="*/ 1294773 h 3146477"/>
                <a:gd name="connsiteX500" fmla="*/ 2631583 w 3819074"/>
                <a:gd name="connsiteY500" fmla="*/ 1248005 h 3146477"/>
                <a:gd name="connsiteX501" fmla="*/ 2408888 w 3819074"/>
                <a:gd name="connsiteY501" fmla="*/ 1091986 h 3146477"/>
                <a:gd name="connsiteX502" fmla="*/ 2317544 w 3819074"/>
                <a:gd name="connsiteY502" fmla="*/ 1125514 h 3146477"/>
                <a:gd name="connsiteX503" fmla="*/ 1617170 w 3819074"/>
                <a:gd name="connsiteY503" fmla="*/ 1328968 h 3146477"/>
                <a:gd name="connsiteX504" fmla="*/ 1241981 w 3819074"/>
                <a:gd name="connsiteY504" fmla="*/ 3097761 h 3146477"/>
                <a:gd name="connsiteX505" fmla="*/ 1241981 w 3819074"/>
                <a:gd name="connsiteY505" fmla="*/ 3097761 h 3146477"/>
                <a:gd name="connsiteX506" fmla="*/ 946705 w 3819074"/>
                <a:gd name="connsiteY506" fmla="*/ 2999939 h 3146477"/>
                <a:gd name="connsiteX507" fmla="*/ 837454 w 3819074"/>
                <a:gd name="connsiteY507" fmla="*/ 2487589 h 3146477"/>
                <a:gd name="connsiteX508" fmla="*/ 788686 w 3819074"/>
                <a:gd name="connsiteY508" fmla="*/ 1916089 h 3146477"/>
                <a:gd name="connsiteX509" fmla="*/ 429593 w 3819074"/>
                <a:gd name="connsiteY509" fmla="*/ 1401739 h 3146477"/>
                <a:gd name="connsiteX510" fmla="*/ 122793 w 3819074"/>
                <a:gd name="connsiteY510" fmla="*/ 457526 h 3146477"/>
                <a:gd name="connsiteX511" fmla="*/ 530558 w 3819074"/>
                <a:gd name="connsiteY511" fmla="*/ 293314 h 3146477"/>
                <a:gd name="connsiteX512" fmla="*/ 879364 w 3819074"/>
                <a:gd name="connsiteY512" fmla="*/ 320556 h 3146477"/>
                <a:gd name="connsiteX513" fmla="*/ 1255506 w 3819074"/>
                <a:gd name="connsiteY513" fmla="*/ 349131 h 3146477"/>
                <a:gd name="connsiteX514" fmla="*/ 1432481 w 3819074"/>
                <a:gd name="connsiteY514" fmla="*/ 336177 h 3146477"/>
                <a:gd name="connsiteX515" fmla="*/ 1965881 w 3819074"/>
                <a:gd name="connsiteY515" fmla="*/ 179205 h 3146477"/>
                <a:gd name="connsiteX516" fmla="*/ 2483183 w 3819074"/>
                <a:gd name="connsiteY516" fmla="*/ 47760 h 3146477"/>
                <a:gd name="connsiteX517" fmla="*/ 2813224 w 3819074"/>
                <a:gd name="connsiteY517" fmla="*/ 149297 h 3146477"/>
                <a:gd name="connsiteX518" fmla="*/ 2834084 w 3819074"/>
                <a:gd name="connsiteY518" fmla="*/ 163013 h 3146477"/>
                <a:gd name="connsiteX519" fmla="*/ 3770011 w 3819074"/>
                <a:gd name="connsiteY519" fmla="*/ 1240385 h 3146477"/>
                <a:gd name="connsiteX520" fmla="*/ 3592274 w 3819074"/>
                <a:gd name="connsiteY520" fmla="*/ 1751021 h 3146477"/>
                <a:gd name="connsiteX521" fmla="*/ 3298523 w 3819074"/>
                <a:gd name="connsiteY521" fmla="*/ 2525594 h 3146477"/>
                <a:gd name="connsiteX522" fmla="*/ 3160601 w 3819074"/>
                <a:gd name="connsiteY522" fmla="*/ 2621415 h 3146477"/>
                <a:gd name="connsiteX523" fmla="*/ 2839323 w 3819074"/>
                <a:gd name="connsiteY523" fmla="*/ 2563122 h 3146477"/>
                <a:gd name="connsiteX524" fmla="*/ 2451465 w 3819074"/>
                <a:gd name="connsiteY524" fmla="*/ 2495971 h 3146477"/>
                <a:gd name="connsiteX525" fmla="*/ 2293064 w 3819074"/>
                <a:gd name="connsiteY525" fmla="*/ 2525308 h 3146477"/>
                <a:gd name="connsiteX526" fmla="*/ 1837198 w 3819074"/>
                <a:gd name="connsiteY526" fmla="*/ 2811058 h 3146477"/>
                <a:gd name="connsiteX527" fmla="*/ 1241981 w 3819074"/>
                <a:gd name="connsiteY527" fmla="*/ 3097761 h 3146477"/>
                <a:gd name="connsiteX528" fmla="*/ 530368 w 3819074"/>
                <a:gd name="connsiteY528" fmla="*/ 302363 h 3146477"/>
                <a:gd name="connsiteX529" fmla="*/ 130318 w 3819074"/>
                <a:gd name="connsiteY529" fmla="*/ 462193 h 3146477"/>
                <a:gd name="connsiteX530" fmla="*/ 436546 w 3819074"/>
                <a:gd name="connsiteY530" fmla="*/ 1395643 h 3146477"/>
                <a:gd name="connsiteX531" fmla="*/ 796687 w 3819074"/>
                <a:gd name="connsiteY531" fmla="*/ 1911803 h 3146477"/>
                <a:gd name="connsiteX532" fmla="*/ 846502 w 3819074"/>
                <a:gd name="connsiteY532" fmla="*/ 2488922 h 3146477"/>
                <a:gd name="connsiteX533" fmla="*/ 951277 w 3819074"/>
                <a:gd name="connsiteY533" fmla="*/ 2992319 h 3146477"/>
                <a:gd name="connsiteX534" fmla="*/ 1241218 w 3819074"/>
                <a:gd name="connsiteY534" fmla="*/ 3088616 h 3146477"/>
                <a:gd name="connsiteX535" fmla="*/ 1241218 w 3819074"/>
                <a:gd name="connsiteY535" fmla="*/ 3088616 h 3146477"/>
                <a:gd name="connsiteX536" fmla="*/ 1831006 w 3819074"/>
                <a:gd name="connsiteY536" fmla="*/ 2803724 h 3146477"/>
                <a:gd name="connsiteX537" fmla="*/ 2288207 w 3819074"/>
                <a:gd name="connsiteY537" fmla="*/ 2516926 h 3146477"/>
                <a:gd name="connsiteX538" fmla="*/ 2450132 w 3819074"/>
                <a:gd name="connsiteY538" fmla="*/ 2486827 h 3146477"/>
                <a:gd name="connsiteX539" fmla="*/ 2840657 w 3819074"/>
                <a:gd name="connsiteY539" fmla="*/ 2554264 h 3146477"/>
                <a:gd name="connsiteX540" fmla="*/ 3159649 w 3819074"/>
                <a:gd name="connsiteY540" fmla="*/ 2612271 h 3146477"/>
                <a:gd name="connsiteX541" fmla="*/ 3288141 w 3819074"/>
                <a:gd name="connsiteY541" fmla="*/ 2524641 h 3146477"/>
                <a:gd name="connsiteX542" fmla="*/ 3583416 w 3819074"/>
                <a:gd name="connsiteY542" fmla="*/ 1746734 h 3146477"/>
                <a:gd name="connsiteX543" fmla="*/ 3759914 w 3819074"/>
                <a:gd name="connsiteY543" fmla="*/ 1241909 h 3146477"/>
                <a:gd name="connsiteX544" fmla="*/ 2828369 w 3819074"/>
                <a:gd name="connsiteY544" fmla="*/ 171776 h 3146477"/>
                <a:gd name="connsiteX545" fmla="*/ 2807414 w 3819074"/>
                <a:gd name="connsiteY545" fmla="*/ 158059 h 3146477"/>
                <a:gd name="connsiteX546" fmla="*/ 2482612 w 3819074"/>
                <a:gd name="connsiteY546" fmla="*/ 58047 h 3146477"/>
                <a:gd name="connsiteX547" fmla="*/ 1968262 w 3819074"/>
                <a:gd name="connsiteY547" fmla="*/ 188921 h 3146477"/>
                <a:gd name="connsiteX548" fmla="*/ 1433052 w 3819074"/>
                <a:gd name="connsiteY548" fmla="*/ 346273 h 3146477"/>
                <a:gd name="connsiteX549" fmla="*/ 1254363 w 3819074"/>
                <a:gd name="connsiteY549" fmla="*/ 359132 h 3146477"/>
                <a:gd name="connsiteX550" fmla="*/ 877173 w 3819074"/>
                <a:gd name="connsiteY550" fmla="*/ 330557 h 3146477"/>
                <a:gd name="connsiteX551" fmla="*/ 530368 w 3819074"/>
                <a:gd name="connsiteY551" fmla="*/ 302363 h 3146477"/>
                <a:gd name="connsiteX552" fmla="*/ 1241981 w 3819074"/>
                <a:gd name="connsiteY552" fmla="*/ 2716761 h 3146477"/>
                <a:gd name="connsiteX553" fmla="*/ 1241981 w 3819074"/>
                <a:gd name="connsiteY553" fmla="*/ 2716761 h 3146477"/>
                <a:gd name="connsiteX554" fmla="*/ 1205023 w 3819074"/>
                <a:gd name="connsiteY554" fmla="*/ 2708093 h 3146477"/>
                <a:gd name="connsiteX555" fmla="*/ 1202071 w 3819074"/>
                <a:gd name="connsiteY555" fmla="*/ 2706854 h 3146477"/>
                <a:gd name="connsiteX556" fmla="*/ 1202071 w 3819074"/>
                <a:gd name="connsiteY556" fmla="*/ 2703521 h 3146477"/>
                <a:gd name="connsiteX557" fmla="*/ 1216358 w 3819074"/>
                <a:gd name="connsiteY557" fmla="*/ 2528165 h 3146477"/>
                <a:gd name="connsiteX558" fmla="*/ 1127014 w 3819074"/>
                <a:gd name="connsiteY558" fmla="*/ 1740448 h 3146477"/>
                <a:gd name="connsiteX559" fmla="*/ 727726 w 3819074"/>
                <a:gd name="connsiteY559" fmla="*/ 1163995 h 3146477"/>
                <a:gd name="connsiteX560" fmla="*/ 448357 w 3819074"/>
                <a:gd name="connsiteY560" fmla="*/ 763945 h 3146477"/>
                <a:gd name="connsiteX561" fmla="*/ 431403 w 3819074"/>
                <a:gd name="connsiteY561" fmla="*/ 684602 h 3146477"/>
                <a:gd name="connsiteX562" fmla="*/ 432260 w 3819074"/>
                <a:gd name="connsiteY562" fmla="*/ 682030 h 3146477"/>
                <a:gd name="connsiteX563" fmla="*/ 434927 w 3819074"/>
                <a:gd name="connsiteY563" fmla="*/ 681458 h 3146477"/>
                <a:gd name="connsiteX564" fmla="*/ 530653 w 3819074"/>
                <a:gd name="connsiteY564" fmla="*/ 673838 h 3146477"/>
                <a:gd name="connsiteX565" fmla="*/ 836406 w 3819074"/>
                <a:gd name="connsiteY565" fmla="*/ 698603 h 3146477"/>
                <a:gd name="connsiteX566" fmla="*/ 1255506 w 3819074"/>
                <a:gd name="connsiteY566" fmla="*/ 729845 h 3146477"/>
                <a:gd name="connsiteX567" fmla="*/ 1492964 w 3819074"/>
                <a:gd name="connsiteY567" fmla="*/ 712319 h 3146477"/>
                <a:gd name="connsiteX568" fmla="*/ 2098849 w 3819074"/>
                <a:gd name="connsiteY568" fmla="*/ 536297 h 3146477"/>
                <a:gd name="connsiteX569" fmla="*/ 2483374 w 3819074"/>
                <a:gd name="connsiteY569" fmla="*/ 428760 h 3146477"/>
                <a:gd name="connsiteX570" fmla="*/ 2604722 w 3819074"/>
                <a:gd name="connsiteY570" fmla="*/ 468098 h 3146477"/>
                <a:gd name="connsiteX571" fmla="*/ 2625677 w 3819074"/>
                <a:gd name="connsiteY571" fmla="*/ 481814 h 3146477"/>
                <a:gd name="connsiteX572" fmla="*/ 3390440 w 3819074"/>
                <a:gd name="connsiteY572" fmla="*/ 1271056 h 3146477"/>
                <a:gd name="connsiteX573" fmla="*/ 3259947 w 3819074"/>
                <a:gd name="connsiteY573" fmla="*/ 1564997 h 3146477"/>
                <a:gd name="connsiteX574" fmla="*/ 2978102 w 3819074"/>
                <a:gd name="connsiteY574" fmla="*/ 2200124 h 3146477"/>
                <a:gd name="connsiteX575" fmla="*/ 2976864 w 3819074"/>
                <a:gd name="connsiteY575" fmla="*/ 2204601 h 3146477"/>
                <a:gd name="connsiteX576" fmla="*/ 2972387 w 3819074"/>
                <a:gd name="connsiteY576" fmla="*/ 2203458 h 3146477"/>
                <a:gd name="connsiteX577" fmla="*/ 2932573 w 3819074"/>
                <a:gd name="connsiteY577" fmla="*/ 2193933 h 3146477"/>
                <a:gd name="connsiteX578" fmla="*/ 2931525 w 3819074"/>
                <a:gd name="connsiteY578" fmla="*/ 2193933 h 3146477"/>
                <a:gd name="connsiteX579" fmla="*/ 2451656 w 3819074"/>
                <a:gd name="connsiteY579" fmla="*/ 2115542 h 3146477"/>
                <a:gd name="connsiteX580" fmla="*/ 2136473 w 3819074"/>
                <a:gd name="connsiteY580" fmla="*/ 2178598 h 3146477"/>
                <a:gd name="connsiteX581" fmla="*/ 1613075 w 3819074"/>
                <a:gd name="connsiteY581" fmla="*/ 2503591 h 3146477"/>
                <a:gd name="connsiteX582" fmla="*/ 1241981 w 3819074"/>
                <a:gd name="connsiteY582" fmla="*/ 2716761 h 3146477"/>
                <a:gd name="connsiteX583" fmla="*/ 1211691 w 3819074"/>
                <a:gd name="connsiteY583" fmla="*/ 2700473 h 3146477"/>
                <a:gd name="connsiteX584" fmla="*/ 1241981 w 3819074"/>
                <a:gd name="connsiteY584" fmla="*/ 2707236 h 3146477"/>
                <a:gd name="connsiteX585" fmla="*/ 1607455 w 3819074"/>
                <a:gd name="connsiteY585" fmla="*/ 2495399 h 3146477"/>
                <a:gd name="connsiteX586" fmla="*/ 2132663 w 3819074"/>
                <a:gd name="connsiteY586" fmla="*/ 2169358 h 3146477"/>
                <a:gd name="connsiteX587" fmla="*/ 2451751 w 3819074"/>
                <a:gd name="connsiteY587" fmla="*/ 2105446 h 3146477"/>
                <a:gd name="connsiteX588" fmla="*/ 2933906 w 3819074"/>
                <a:gd name="connsiteY588" fmla="*/ 2184122 h 3146477"/>
                <a:gd name="connsiteX589" fmla="*/ 2934954 w 3819074"/>
                <a:gd name="connsiteY589" fmla="*/ 2184122 h 3146477"/>
                <a:gd name="connsiteX590" fmla="*/ 2970292 w 3819074"/>
                <a:gd name="connsiteY590" fmla="*/ 2192885 h 3146477"/>
                <a:gd name="connsiteX591" fmla="*/ 3251756 w 3819074"/>
                <a:gd name="connsiteY591" fmla="*/ 1560044 h 3146477"/>
                <a:gd name="connsiteX592" fmla="*/ 3381010 w 3819074"/>
                <a:gd name="connsiteY592" fmla="*/ 1271532 h 3146477"/>
                <a:gd name="connsiteX593" fmla="*/ 2620534 w 3819074"/>
                <a:gd name="connsiteY593" fmla="*/ 489530 h 3146477"/>
                <a:gd name="connsiteX594" fmla="*/ 2599579 w 3819074"/>
                <a:gd name="connsiteY594" fmla="*/ 475718 h 3146477"/>
                <a:gd name="connsiteX595" fmla="*/ 2483469 w 3819074"/>
                <a:gd name="connsiteY595" fmla="*/ 437618 h 3146477"/>
                <a:gd name="connsiteX596" fmla="*/ 2102469 w 3819074"/>
                <a:gd name="connsiteY596" fmla="*/ 544584 h 3146477"/>
                <a:gd name="connsiteX597" fmla="*/ 1494679 w 3819074"/>
                <a:gd name="connsiteY597" fmla="*/ 721082 h 3146477"/>
                <a:gd name="connsiteX598" fmla="*/ 1255697 w 3819074"/>
                <a:gd name="connsiteY598" fmla="*/ 738704 h 3146477"/>
                <a:gd name="connsiteX599" fmla="*/ 835549 w 3819074"/>
                <a:gd name="connsiteY599" fmla="*/ 707462 h 3146477"/>
                <a:gd name="connsiteX600" fmla="*/ 530749 w 3819074"/>
                <a:gd name="connsiteY600" fmla="*/ 682697 h 3146477"/>
                <a:gd name="connsiteX601" fmla="*/ 439690 w 3819074"/>
                <a:gd name="connsiteY601" fmla="*/ 689555 h 3146477"/>
                <a:gd name="connsiteX602" fmla="*/ 457216 w 3819074"/>
                <a:gd name="connsiteY602" fmla="*/ 759468 h 3146477"/>
                <a:gd name="connsiteX603" fmla="*/ 735251 w 3819074"/>
                <a:gd name="connsiteY603" fmla="*/ 1157327 h 3146477"/>
                <a:gd name="connsiteX604" fmla="*/ 1135301 w 3819074"/>
                <a:gd name="connsiteY604" fmla="*/ 1735399 h 3146477"/>
                <a:gd name="connsiteX605" fmla="*/ 1225693 w 3819074"/>
                <a:gd name="connsiteY605" fmla="*/ 2528451 h 3146477"/>
                <a:gd name="connsiteX606" fmla="*/ 1211405 w 3819074"/>
                <a:gd name="connsiteY606" fmla="*/ 2700473 h 3146477"/>
                <a:gd name="connsiteX607" fmla="*/ 1606407 w 3819074"/>
                <a:gd name="connsiteY607" fmla="*/ 2041343 h 3146477"/>
                <a:gd name="connsiteX608" fmla="*/ 1605550 w 3819074"/>
                <a:gd name="connsiteY608" fmla="*/ 2033627 h 3146477"/>
                <a:gd name="connsiteX609" fmla="*/ 1465247 w 3819074"/>
                <a:gd name="connsiteY609" fmla="*/ 1565092 h 3146477"/>
                <a:gd name="connsiteX610" fmla="*/ 1174925 w 3819074"/>
                <a:gd name="connsiteY610" fmla="*/ 1117418 h 3146477"/>
                <a:gd name="connsiteX611" fmla="*/ 1168924 w 3819074"/>
                <a:gd name="connsiteY611" fmla="*/ 1109512 h 3146477"/>
                <a:gd name="connsiteX612" fmla="*/ 1178449 w 3819074"/>
                <a:gd name="connsiteY612" fmla="*/ 1109512 h 3146477"/>
                <a:gd name="connsiteX613" fmla="*/ 1552877 w 3819074"/>
                <a:gd name="connsiteY613" fmla="*/ 1088462 h 3146477"/>
                <a:gd name="connsiteX614" fmla="*/ 2231533 w 3819074"/>
                <a:gd name="connsiteY614" fmla="*/ 893389 h 3146477"/>
                <a:gd name="connsiteX615" fmla="*/ 2443178 w 3819074"/>
                <a:gd name="connsiteY615" fmla="*/ 819856 h 3146477"/>
                <a:gd name="connsiteX616" fmla="*/ 2445274 w 3819074"/>
                <a:gd name="connsiteY616" fmla="*/ 819285 h 3146477"/>
                <a:gd name="connsiteX617" fmla="*/ 2447083 w 3819074"/>
                <a:gd name="connsiteY617" fmla="*/ 820428 h 3146477"/>
                <a:gd name="connsiteX618" fmla="*/ 2992771 w 3819074"/>
                <a:gd name="connsiteY618" fmla="*/ 1254197 h 3146477"/>
                <a:gd name="connsiteX619" fmla="*/ 2994199 w 3819074"/>
                <a:gd name="connsiteY619" fmla="*/ 1256482 h 3146477"/>
                <a:gd name="connsiteX620" fmla="*/ 2992961 w 3819074"/>
                <a:gd name="connsiteY620" fmla="*/ 1258864 h 3146477"/>
                <a:gd name="connsiteX621" fmla="*/ 2927620 w 3819074"/>
                <a:gd name="connsiteY621" fmla="*/ 1378403 h 3146477"/>
                <a:gd name="connsiteX622" fmla="*/ 2733691 w 3819074"/>
                <a:gd name="connsiteY622" fmla="*/ 1756164 h 3146477"/>
                <a:gd name="connsiteX623" fmla="*/ 2732167 w 3819074"/>
                <a:gd name="connsiteY623" fmla="*/ 1759593 h 3146477"/>
                <a:gd name="connsiteX624" fmla="*/ 2728547 w 3819074"/>
                <a:gd name="connsiteY624" fmla="*/ 1758926 h 3146477"/>
                <a:gd name="connsiteX625" fmla="*/ 2451656 w 3819074"/>
                <a:gd name="connsiteY625" fmla="*/ 1733971 h 3146477"/>
                <a:gd name="connsiteX626" fmla="*/ 1979787 w 3819074"/>
                <a:gd name="connsiteY626" fmla="*/ 1830745 h 3146477"/>
                <a:gd name="connsiteX627" fmla="*/ 1612598 w 3819074"/>
                <a:gd name="connsiteY627" fmla="*/ 2037342 h 3146477"/>
                <a:gd name="connsiteX628" fmla="*/ 1188450 w 3819074"/>
                <a:gd name="connsiteY628" fmla="*/ 1119418 h 3146477"/>
                <a:gd name="connsiteX629" fmla="*/ 1474200 w 3819074"/>
                <a:gd name="connsiteY629" fmla="*/ 1560711 h 3146477"/>
                <a:gd name="connsiteX630" fmla="*/ 1613456 w 3819074"/>
                <a:gd name="connsiteY630" fmla="*/ 2024864 h 3146477"/>
                <a:gd name="connsiteX631" fmla="*/ 1975406 w 3819074"/>
                <a:gd name="connsiteY631" fmla="*/ 1822077 h 3146477"/>
                <a:gd name="connsiteX632" fmla="*/ 2451656 w 3819074"/>
                <a:gd name="connsiteY632" fmla="*/ 1724446 h 3146477"/>
                <a:gd name="connsiteX633" fmla="*/ 2726642 w 3819074"/>
                <a:gd name="connsiteY633" fmla="*/ 1748925 h 3146477"/>
                <a:gd name="connsiteX634" fmla="*/ 2919142 w 3819074"/>
                <a:gd name="connsiteY634" fmla="*/ 1374497 h 3146477"/>
                <a:gd name="connsiteX635" fmla="*/ 2983436 w 3819074"/>
                <a:gd name="connsiteY635" fmla="*/ 1256864 h 3146477"/>
                <a:gd name="connsiteX636" fmla="*/ 2443940 w 3819074"/>
                <a:gd name="connsiteY636" fmla="*/ 829572 h 3146477"/>
                <a:gd name="connsiteX637" fmla="*/ 2235057 w 3819074"/>
                <a:gd name="connsiteY637" fmla="*/ 902343 h 3146477"/>
                <a:gd name="connsiteX638" fmla="*/ 1554686 w 3819074"/>
                <a:gd name="connsiteY638" fmla="*/ 1097987 h 3146477"/>
                <a:gd name="connsiteX639" fmla="*/ 1255506 w 3819074"/>
                <a:gd name="connsiteY639" fmla="*/ 1120370 h 3146477"/>
                <a:gd name="connsiteX640" fmla="*/ 1188164 w 3819074"/>
                <a:gd name="connsiteY640" fmla="*/ 1119418 h 3146477"/>
                <a:gd name="connsiteX641" fmla="*/ 1241981 w 3819074"/>
                <a:gd name="connsiteY641" fmla="*/ 2907261 h 3146477"/>
                <a:gd name="connsiteX642" fmla="*/ 1241981 w 3819074"/>
                <a:gd name="connsiteY642" fmla="*/ 2907261 h 3146477"/>
                <a:gd name="connsiteX643" fmla="*/ 1051481 w 3819074"/>
                <a:gd name="connsiteY643" fmla="*/ 2840586 h 3146477"/>
                <a:gd name="connsiteX644" fmla="*/ 1027287 w 3819074"/>
                <a:gd name="connsiteY644" fmla="*/ 2507972 h 3146477"/>
                <a:gd name="connsiteX645" fmla="*/ 958135 w 3819074"/>
                <a:gd name="connsiteY645" fmla="*/ 1828268 h 3146477"/>
                <a:gd name="connsiteX646" fmla="*/ 579040 w 3819074"/>
                <a:gd name="connsiteY646" fmla="*/ 1282772 h 3146477"/>
                <a:gd name="connsiteX647" fmla="*/ 273669 w 3819074"/>
                <a:gd name="connsiteY647" fmla="*/ 840526 h 3146477"/>
                <a:gd name="connsiteX648" fmla="*/ 281956 w 3819074"/>
                <a:gd name="connsiteY648" fmla="*/ 561348 h 3146477"/>
                <a:gd name="connsiteX649" fmla="*/ 530368 w 3819074"/>
                <a:gd name="connsiteY649" fmla="*/ 483338 h 3146477"/>
                <a:gd name="connsiteX650" fmla="*/ 857551 w 3819074"/>
                <a:gd name="connsiteY650" fmla="*/ 509341 h 3146477"/>
                <a:gd name="connsiteX651" fmla="*/ 1255315 w 3819074"/>
                <a:gd name="connsiteY651" fmla="*/ 539345 h 3146477"/>
                <a:gd name="connsiteX652" fmla="*/ 1462675 w 3819074"/>
                <a:gd name="connsiteY652" fmla="*/ 524201 h 3146477"/>
                <a:gd name="connsiteX653" fmla="*/ 2032270 w 3819074"/>
                <a:gd name="connsiteY653" fmla="*/ 357799 h 3146477"/>
                <a:gd name="connsiteX654" fmla="*/ 2483183 w 3819074"/>
                <a:gd name="connsiteY654" fmla="*/ 238260 h 3146477"/>
                <a:gd name="connsiteX655" fmla="*/ 2708831 w 3819074"/>
                <a:gd name="connsiteY655" fmla="*/ 308745 h 3146477"/>
                <a:gd name="connsiteX656" fmla="*/ 2729786 w 3819074"/>
                <a:gd name="connsiteY656" fmla="*/ 322366 h 3146477"/>
                <a:gd name="connsiteX657" fmla="*/ 3580082 w 3819074"/>
                <a:gd name="connsiteY657" fmla="*/ 1255816 h 3146477"/>
                <a:gd name="connsiteX658" fmla="*/ 3426063 w 3819074"/>
                <a:gd name="connsiteY658" fmla="*/ 1658152 h 3146477"/>
                <a:gd name="connsiteX659" fmla="*/ 3121930 w 3819074"/>
                <a:gd name="connsiteY659" fmla="*/ 2423962 h 3146477"/>
                <a:gd name="connsiteX660" fmla="*/ 3121073 w 3819074"/>
                <a:gd name="connsiteY660" fmla="*/ 2428439 h 3146477"/>
                <a:gd name="connsiteX661" fmla="*/ 3116596 w 3819074"/>
                <a:gd name="connsiteY661" fmla="*/ 2427867 h 3146477"/>
                <a:gd name="connsiteX662" fmla="*/ 2885329 w 3819074"/>
                <a:gd name="connsiteY662" fmla="*/ 2378337 h 3146477"/>
                <a:gd name="connsiteX663" fmla="*/ 2451465 w 3819074"/>
                <a:gd name="connsiteY663" fmla="*/ 2305566 h 3146477"/>
                <a:gd name="connsiteX664" fmla="*/ 2214674 w 3819074"/>
                <a:gd name="connsiteY664" fmla="*/ 2351762 h 3146477"/>
                <a:gd name="connsiteX665" fmla="*/ 1725089 w 3819074"/>
                <a:gd name="connsiteY665" fmla="*/ 2657134 h 3146477"/>
                <a:gd name="connsiteX666" fmla="*/ 1241981 w 3819074"/>
                <a:gd name="connsiteY666" fmla="*/ 2907261 h 3146477"/>
                <a:gd name="connsiteX667" fmla="*/ 530368 w 3819074"/>
                <a:gd name="connsiteY667" fmla="*/ 492863 h 3146477"/>
                <a:gd name="connsiteX668" fmla="*/ 289957 w 3819074"/>
                <a:gd name="connsiteY668" fmla="*/ 566587 h 3146477"/>
                <a:gd name="connsiteX669" fmla="*/ 282337 w 3819074"/>
                <a:gd name="connsiteY669" fmla="*/ 836621 h 3146477"/>
                <a:gd name="connsiteX670" fmla="*/ 585899 w 3819074"/>
                <a:gd name="connsiteY670" fmla="*/ 1276676 h 3146477"/>
                <a:gd name="connsiteX671" fmla="*/ 966041 w 3819074"/>
                <a:gd name="connsiteY671" fmla="*/ 1823791 h 3146477"/>
                <a:gd name="connsiteX672" fmla="*/ 1036145 w 3819074"/>
                <a:gd name="connsiteY672" fmla="*/ 2508830 h 3146477"/>
                <a:gd name="connsiteX673" fmla="*/ 1056052 w 3819074"/>
                <a:gd name="connsiteY673" fmla="*/ 2832680 h 3146477"/>
                <a:gd name="connsiteX674" fmla="*/ 1241695 w 3819074"/>
                <a:gd name="connsiteY674" fmla="*/ 2897831 h 3146477"/>
                <a:gd name="connsiteX675" fmla="*/ 1241695 w 3819074"/>
                <a:gd name="connsiteY675" fmla="*/ 2897831 h 3146477"/>
                <a:gd name="connsiteX676" fmla="*/ 1719373 w 3819074"/>
                <a:gd name="connsiteY676" fmla="*/ 2649419 h 3146477"/>
                <a:gd name="connsiteX677" fmla="*/ 2210768 w 3819074"/>
                <a:gd name="connsiteY677" fmla="*/ 2343095 h 3146477"/>
                <a:gd name="connsiteX678" fmla="*/ 2451465 w 3819074"/>
                <a:gd name="connsiteY678" fmla="*/ 2296041 h 3146477"/>
                <a:gd name="connsiteX679" fmla="*/ 2887615 w 3819074"/>
                <a:gd name="connsiteY679" fmla="*/ 2369098 h 3146477"/>
                <a:gd name="connsiteX680" fmla="*/ 3113357 w 3819074"/>
                <a:gd name="connsiteY680" fmla="*/ 2417866 h 3146477"/>
                <a:gd name="connsiteX681" fmla="*/ 3417681 w 3819074"/>
                <a:gd name="connsiteY681" fmla="*/ 1653580 h 3146477"/>
                <a:gd name="connsiteX682" fmla="*/ 3570653 w 3819074"/>
                <a:gd name="connsiteY682" fmla="*/ 1256578 h 3146477"/>
                <a:gd name="connsiteX683" fmla="*/ 2724642 w 3819074"/>
                <a:gd name="connsiteY683" fmla="*/ 330462 h 3146477"/>
                <a:gd name="connsiteX684" fmla="*/ 2703687 w 3819074"/>
                <a:gd name="connsiteY684" fmla="*/ 316746 h 3146477"/>
                <a:gd name="connsiteX685" fmla="*/ 2483183 w 3819074"/>
                <a:gd name="connsiteY685" fmla="*/ 247880 h 3146477"/>
                <a:gd name="connsiteX686" fmla="*/ 2035508 w 3819074"/>
                <a:gd name="connsiteY686" fmla="*/ 366847 h 3146477"/>
                <a:gd name="connsiteX687" fmla="*/ 1464008 w 3819074"/>
                <a:gd name="connsiteY687" fmla="*/ 533726 h 3146477"/>
                <a:gd name="connsiteX688" fmla="*/ 1255220 w 3819074"/>
                <a:gd name="connsiteY688" fmla="*/ 548966 h 3146477"/>
                <a:gd name="connsiteX689" fmla="*/ 856599 w 3819074"/>
                <a:gd name="connsiteY689" fmla="*/ 518866 h 3146477"/>
                <a:gd name="connsiteX690" fmla="*/ 530368 w 3819074"/>
                <a:gd name="connsiteY690" fmla="*/ 492863 h 3146477"/>
                <a:gd name="connsiteX691" fmla="*/ 1419146 w 3819074"/>
                <a:gd name="connsiteY691" fmla="*/ 2407960 h 3146477"/>
                <a:gd name="connsiteX692" fmla="*/ 1419907 w 3819074"/>
                <a:gd name="connsiteY692" fmla="*/ 2397768 h 3146477"/>
                <a:gd name="connsiteX693" fmla="*/ 1296082 w 3819074"/>
                <a:gd name="connsiteY693" fmla="*/ 1652723 h 3146477"/>
                <a:gd name="connsiteX694" fmla="*/ 876982 w 3819074"/>
                <a:gd name="connsiteY694" fmla="*/ 1045408 h 3146477"/>
                <a:gd name="connsiteX695" fmla="*/ 754491 w 3819074"/>
                <a:gd name="connsiteY695" fmla="*/ 889198 h 3146477"/>
                <a:gd name="connsiteX696" fmla="*/ 747728 w 3819074"/>
                <a:gd name="connsiteY696" fmla="*/ 880340 h 3146477"/>
                <a:gd name="connsiteX697" fmla="*/ 758777 w 3819074"/>
                <a:gd name="connsiteY697" fmla="*/ 881579 h 3146477"/>
                <a:gd name="connsiteX698" fmla="*/ 813451 w 3819074"/>
                <a:gd name="connsiteY698" fmla="*/ 887674 h 3146477"/>
                <a:gd name="connsiteX699" fmla="*/ 814975 w 3819074"/>
                <a:gd name="connsiteY699" fmla="*/ 887674 h 3146477"/>
                <a:gd name="connsiteX700" fmla="*/ 1255697 w 3819074"/>
                <a:gd name="connsiteY700" fmla="*/ 920155 h 3146477"/>
                <a:gd name="connsiteX701" fmla="*/ 1523254 w 3819074"/>
                <a:gd name="connsiteY701" fmla="*/ 900247 h 3146477"/>
                <a:gd name="connsiteX702" fmla="*/ 2165524 w 3819074"/>
                <a:gd name="connsiteY702" fmla="*/ 714701 h 3146477"/>
                <a:gd name="connsiteX703" fmla="*/ 2483564 w 3819074"/>
                <a:gd name="connsiteY703" fmla="*/ 619451 h 3146477"/>
                <a:gd name="connsiteX704" fmla="*/ 2486898 w 3819074"/>
                <a:gd name="connsiteY704" fmla="*/ 619927 h 3146477"/>
                <a:gd name="connsiteX705" fmla="*/ 2500519 w 3819074"/>
                <a:gd name="connsiteY705" fmla="*/ 627642 h 3146477"/>
                <a:gd name="connsiteX706" fmla="*/ 2521569 w 3819074"/>
                <a:gd name="connsiteY706" fmla="*/ 641358 h 3146477"/>
                <a:gd name="connsiteX707" fmla="*/ 3198416 w 3819074"/>
                <a:gd name="connsiteY707" fmla="*/ 1267817 h 3146477"/>
                <a:gd name="connsiteX708" fmla="*/ 3198416 w 3819074"/>
                <a:gd name="connsiteY708" fmla="*/ 1268960 h 3146477"/>
                <a:gd name="connsiteX709" fmla="*/ 3198416 w 3819074"/>
                <a:gd name="connsiteY709" fmla="*/ 1270103 h 3146477"/>
                <a:gd name="connsiteX710" fmla="*/ 3094117 w 3819074"/>
                <a:gd name="connsiteY710" fmla="*/ 1472129 h 3146477"/>
                <a:gd name="connsiteX711" fmla="*/ 2852182 w 3819074"/>
                <a:gd name="connsiteY711" fmla="*/ 1974001 h 3146477"/>
                <a:gd name="connsiteX712" fmla="*/ 2850753 w 3819074"/>
                <a:gd name="connsiteY712" fmla="*/ 1977906 h 3146477"/>
                <a:gd name="connsiteX713" fmla="*/ 2846657 w 3819074"/>
                <a:gd name="connsiteY713" fmla="*/ 1976954 h 3146477"/>
                <a:gd name="connsiteX714" fmla="*/ 2452037 w 3819074"/>
                <a:gd name="connsiteY714" fmla="*/ 1924661 h 3146477"/>
                <a:gd name="connsiteX715" fmla="*/ 2058464 w 3819074"/>
                <a:gd name="connsiteY715" fmla="*/ 2004576 h 3146477"/>
                <a:gd name="connsiteX716" fmla="*/ 1501346 w 3819074"/>
                <a:gd name="connsiteY716" fmla="*/ 2349191 h 3146477"/>
                <a:gd name="connsiteX717" fmla="*/ 1428004 w 3819074"/>
                <a:gd name="connsiteY717" fmla="*/ 2402245 h 3146477"/>
                <a:gd name="connsiteX718" fmla="*/ 768397 w 3819074"/>
                <a:gd name="connsiteY718" fmla="*/ 892247 h 3146477"/>
                <a:gd name="connsiteX719" fmla="*/ 883745 w 3819074"/>
                <a:gd name="connsiteY719" fmla="*/ 1039122 h 3146477"/>
                <a:gd name="connsiteX720" fmla="*/ 1304274 w 3819074"/>
                <a:gd name="connsiteY720" fmla="*/ 1648722 h 3146477"/>
                <a:gd name="connsiteX721" fmla="*/ 1430194 w 3819074"/>
                <a:gd name="connsiteY721" fmla="*/ 2388720 h 3146477"/>
                <a:gd name="connsiteX722" fmla="*/ 1494964 w 3819074"/>
                <a:gd name="connsiteY722" fmla="*/ 2341856 h 3146477"/>
                <a:gd name="connsiteX723" fmla="*/ 2053987 w 3819074"/>
                <a:gd name="connsiteY723" fmla="*/ 1996099 h 3146477"/>
                <a:gd name="connsiteX724" fmla="*/ 2451465 w 3819074"/>
                <a:gd name="connsiteY724" fmla="*/ 1915327 h 3146477"/>
                <a:gd name="connsiteX725" fmla="*/ 2844181 w 3819074"/>
                <a:gd name="connsiteY725" fmla="*/ 1966571 h 3146477"/>
                <a:gd name="connsiteX726" fmla="*/ 3085258 w 3819074"/>
                <a:gd name="connsiteY726" fmla="*/ 1467366 h 3146477"/>
                <a:gd name="connsiteX727" fmla="*/ 3188509 w 3819074"/>
                <a:gd name="connsiteY727" fmla="*/ 1267913 h 3146477"/>
                <a:gd name="connsiteX728" fmla="*/ 2516045 w 3819074"/>
                <a:gd name="connsiteY728" fmla="*/ 648788 h 3146477"/>
                <a:gd name="connsiteX729" fmla="*/ 2494899 w 3819074"/>
                <a:gd name="connsiteY729" fmla="*/ 634976 h 3146477"/>
                <a:gd name="connsiteX730" fmla="*/ 2483564 w 3819074"/>
                <a:gd name="connsiteY730" fmla="*/ 628309 h 3146477"/>
                <a:gd name="connsiteX731" fmla="*/ 2483564 w 3819074"/>
                <a:gd name="connsiteY731" fmla="*/ 628309 h 3146477"/>
                <a:gd name="connsiteX732" fmla="*/ 2168763 w 3819074"/>
                <a:gd name="connsiteY732" fmla="*/ 723559 h 3146477"/>
                <a:gd name="connsiteX733" fmla="*/ 1524778 w 3819074"/>
                <a:gd name="connsiteY733" fmla="*/ 909582 h 3146477"/>
                <a:gd name="connsiteX734" fmla="*/ 1255697 w 3819074"/>
                <a:gd name="connsiteY734" fmla="*/ 929585 h 3146477"/>
                <a:gd name="connsiteX735" fmla="*/ 814022 w 3819074"/>
                <a:gd name="connsiteY735" fmla="*/ 897104 h 3146477"/>
                <a:gd name="connsiteX736" fmla="*/ 812308 w 3819074"/>
                <a:gd name="connsiteY736" fmla="*/ 897104 h 3146477"/>
                <a:gd name="connsiteX737" fmla="*/ 1739090 w 3819074"/>
                <a:gd name="connsiteY737" fmla="*/ 1737781 h 3146477"/>
                <a:gd name="connsiteX738" fmla="*/ 1737281 w 3819074"/>
                <a:gd name="connsiteY738" fmla="*/ 1732542 h 3146477"/>
                <a:gd name="connsiteX739" fmla="*/ 1633934 w 3819074"/>
                <a:gd name="connsiteY739" fmla="*/ 1477748 h 3146477"/>
                <a:gd name="connsiteX740" fmla="*/ 1527540 w 3819074"/>
                <a:gd name="connsiteY740" fmla="*/ 1291820 h 3146477"/>
                <a:gd name="connsiteX741" fmla="*/ 1523635 w 3819074"/>
                <a:gd name="connsiteY741" fmla="*/ 1285534 h 3146477"/>
                <a:gd name="connsiteX742" fmla="*/ 1530969 w 3819074"/>
                <a:gd name="connsiteY742" fmla="*/ 1284581 h 3146477"/>
                <a:gd name="connsiteX743" fmla="*/ 1582976 w 3819074"/>
                <a:gd name="connsiteY743" fmla="*/ 1277057 h 3146477"/>
                <a:gd name="connsiteX744" fmla="*/ 2297350 w 3819074"/>
                <a:gd name="connsiteY744" fmla="*/ 1072364 h 3146477"/>
                <a:gd name="connsiteX745" fmla="*/ 2414413 w 3819074"/>
                <a:gd name="connsiteY745" fmla="*/ 1029788 h 3146477"/>
                <a:gd name="connsiteX746" fmla="*/ 2416604 w 3819074"/>
                <a:gd name="connsiteY746" fmla="*/ 1029026 h 3146477"/>
                <a:gd name="connsiteX747" fmla="*/ 2418604 w 3819074"/>
                <a:gd name="connsiteY747" fmla="*/ 1030359 h 3146477"/>
                <a:gd name="connsiteX748" fmla="*/ 2683399 w 3819074"/>
                <a:gd name="connsiteY748" fmla="*/ 1215906 h 3146477"/>
                <a:gd name="connsiteX749" fmla="*/ 2760075 w 3819074"/>
                <a:gd name="connsiteY749" fmla="*/ 1279628 h 3146477"/>
                <a:gd name="connsiteX750" fmla="*/ 2762837 w 3819074"/>
                <a:gd name="connsiteY750" fmla="*/ 1282105 h 3146477"/>
                <a:gd name="connsiteX751" fmla="*/ 2760551 w 3819074"/>
                <a:gd name="connsiteY751" fmla="*/ 1286296 h 3146477"/>
                <a:gd name="connsiteX752" fmla="*/ 2620248 w 3819074"/>
                <a:gd name="connsiteY752" fmla="*/ 1549376 h 3146477"/>
                <a:gd name="connsiteX753" fmla="*/ 2618819 w 3819074"/>
                <a:gd name="connsiteY753" fmla="*/ 1552329 h 3146477"/>
                <a:gd name="connsiteX754" fmla="*/ 2615486 w 3819074"/>
                <a:gd name="connsiteY754" fmla="*/ 1552329 h 3146477"/>
                <a:gd name="connsiteX755" fmla="*/ 2450989 w 3819074"/>
                <a:gd name="connsiteY755" fmla="*/ 1544138 h 3146477"/>
                <a:gd name="connsiteX756" fmla="*/ 1900634 w 3819074"/>
                <a:gd name="connsiteY756" fmla="*/ 1657866 h 3146477"/>
                <a:gd name="connsiteX757" fmla="*/ 1743757 w 3819074"/>
                <a:gd name="connsiteY757" fmla="*/ 1735590 h 3146477"/>
                <a:gd name="connsiteX758" fmla="*/ 1539637 w 3819074"/>
                <a:gd name="connsiteY758" fmla="*/ 1292678 h 3146477"/>
                <a:gd name="connsiteX759" fmla="*/ 1642507 w 3819074"/>
                <a:gd name="connsiteY759" fmla="*/ 1472986 h 3146477"/>
                <a:gd name="connsiteX760" fmla="*/ 1744805 w 3819074"/>
                <a:gd name="connsiteY760" fmla="*/ 1723779 h 3146477"/>
                <a:gd name="connsiteX761" fmla="*/ 1897205 w 3819074"/>
                <a:gd name="connsiteY761" fmla="*/ 1648436 h 3146477"/>
                <a:gd name="connsiteX762" fmla="*/ 2451465 w 3819074"/>
                <a:gd name="connsiteY762" fmla="*/ 1534136 h 3146477"/>
                <a:gd name="connsiteX763" fmla="*/ 2613390 w 3819074"/>
                <a:gd name="connsiteY763" fmla="*/ 1542042 h 3146477"/>
                <a:gd name="connsiteX764" fmla="*/ 2751122 w 3819074"/>
                <a:gd name="connsiteY764" fmla="*/ 1284010 h 3146477"/>
                <a:gd name="connsiteX765" fmla="*/ 2677874 w 3819074"/>
                <a:gd name="connsiteY765" fmla="*/ 1223240 h 3146477"/>
                <a:gd name="connsiteX766" fmla="*/ 2415651 w 3819074"/>
                <a:gd name="connsiteY766" fmla="*/ 1039408 h 3146477"/>
                <a:gd name="connsiteX767" fmla="*/ 2301351 w 3819074"/>
                <a:gd name="connsiteY767" fmla="*/ 1081127 h 3146477"/>
                <a:gd name="connsiteX768" fmla="*/ 1584690 w 3819074"/>
                <a:gd name="connsiteY768" fmla="*/ 1286296 h 3146477"/>
                <a:gd name="connsiteX769" fmla="*/ 1539637 w 3819074"/>
                <a:gd name="connsiteY769" fmla="*/ 1292678 h 3146477"/>
                <a:gd name="connsiteX770" fmla="*/ 1241981 w 3819074"/>
                <a:gd name="connsiteY770" fmla="*/ 3002511 h 3146477"/>
                <a:gd name="connsiteX771" fmla="*/ 1241981 w 3819074"/>
                <a:gd name="connsiteY771" fmla="*/ 3002511 h 3146477"/>
                <a:gd name="connsiteX772" fmla="*/ 998998 w 3819074"/>
                <a:gd name="connsiteY772" fmla="*/ 2920214 h 3146477"/>
                <a:gd name="connsiteX773" fmla="*/ 932323 w 3819074"/>
                <a:gd name="connsiteY773" fmla="*/ 2497685 h 3146477"/>
                <a:gd name="connsiteX774" fmla="*/ 873458 w 3819074"/>
                <a:gd name="connsiteY774" fmla="*/ 1871988 h 3146477"/>
                <a:gd name="connsiteX775" fmla="*/ 504269 w 3819074"/>
                <a:gd name="connsiteY775" fmla="*/ 1341922 h 3146477"/>
                <a:gd name="connsiteX776" fmla="*/ 202612 w 3819074"/>
                <a:gd name="connsiteY776" fmla="*/ 509246 h 3146477"/>
                <a:gd name="connsiteX777" fmla="*/ 530749 w 3819074"/>
                <a:gd name="connsiteY777" fmla="*/ 388088 h 3146477"/>
                <a:gd name="connsiteX778" fmla="*/ 868791 w 3819074"/>
                <a:gd name="connsiteY778" fmla="*/ 414663 h 3146477"/>
                <a:gd name="connsiteX779" fmla="*/ 1255697 w 3819074"/>
                <a:gd name="connsiteY779" fmla="*/ 444095 h 3146477"/>
                <a:gd name="connsiteX780" fmla="*/ 1448006 w 3819074"/>
                <a:gd name="connsiteY780" fmla="*/ 430189 h 3146477"/>
                <a:gd name="connsiteX781" fmla="*/ 1999408 w 3819074"/>
                <a:gd name="connsiteY781" fmla="*/ 268264 h 3146477"/>
                <a:gd name="connsiteX782" fmla="*/ 2483564 w 3819074"/>
                <a:gd name="connsiteY782" fmla="*/ 142724 h 3146477"/>
                <a:gd name="connsiteX783" fmla="*/ 2761409 w 3819074"/>
                <a:gd name="connsiteY783" fmla="*/ 228449 h 3146477"/>
                <a:gd name="connsiteX784" fmla="*/ 2782364 w 3819074"/>
                <a:gd name="connsiteY784" fmla="*/ 242165 h 3146477"/>
                <a:gd name="connsiteX785" fmla="*/ 3392725 w 3819074"/>
                <a:gd name="connsiteY785" fmla="*/ 697365 h 3146477"/>
                <a:gd name="connsiteX786" fmla="*/ 3675428 w 3819074"/>
                <a:gd name="connsiteY786" fmla="*/ 1247529 h 3146477"/>
                <a:gd name="connsiteX787" fmla="*/ 3509502 w 3819074"/>
                <a:gd name="connsiteY787" fmla="*/ 1703967 h 3146477"/>
                <a:gd name="connsiteX788" fmla="*/ 3204702 w 3819074"/>
                <a:gd name="connsiteY788" fmla="*/ 2511878 h 3146477"/>
                <a:gd name="connsiteX789" fmla="*/ 3203654 w 3819074"/>
                <a:gd name="connsiteY789" fmla="*/ 2518259 h 3146477"/>
                <a:gd name="connsiteX790" fmla="*/ 3202988 w 3819074"/>
                <a:gd name="connsiteY790" fmla="*/ 2521212 h 3146477"/>
                <a:gd name="connsiteX791" fmla="*/ 3200130 w 3819074"/>
                <a:gd name="connsiteY791" fmla="*/ 2521879 h 3146477"/>
                <a:gd name="connsiteX792" fmla="*/ 3161077 w 3819074"/>
                <a:gd name="connsiteY792" fmla="*/ 2525594 h 3146477"/>
                <a:gd name="connsiteX793" fmla="*/ 2862945 w 3819074"/>
                <a:gd name="connsiteY793" fmla="*/ 2470158 h 3146477"/>
                <a:gd name="connsiteX794" fmla="*/ 2451941 w 3819074"/>
                <a:gd name="connsiteY794" fmla="*/ 2400149 h 3146477"/>
                <a:gd name="connsiteX795" fmla="*/ 2254298 w 3819074"/>
                <a:gd name="connsiteY795" fmla="*/ 2438249 h 3146477"/>
                <a:gd name="connsiteX796" fmla="*/ 1781667 w 3819074"/>
                <a:gd name="connsiteY796" fmla="*/ 2733525 h 3146477"/>
                <a:gd name="connsiteX797" fmla="*/ 1241981 w 3819074"/>
                <a:gd name="connsiteY797" fmla="*/ 3002511 h 3146477"/>
                <a:gd name="connsiteX798" fmla="*/ 530368 w 3819074"/>
                <a:gd name="connsiteY798" fmla="*/ 397613 h 3146477"/>
                <a:gd name="connsiteX799" fmla="*/ 210232 w 3819074"/>
                <a:gd name="connsiteY799" fmla="*/ 514390 h 3146477"/>
                <a:gd name="connsiteX800" fmla="*/ 511318 w 3819074"/>
                <a:gd name="connsiteY800" fmla="*/ 1336016 h 3146477"/>
                <a:gd name="connsiteX801" fmla="*/ 881459 w 3819074"/>
                <a:gd name="connsiteY801" fmla="*/ 1867607 h 3146477"/>
                <a:gd name="connsiteX802" fmla="*/ 941467 w 3819074"/>
                <a:gd name="connsiteY802" fmla="*/ 2498733 h 3146477"/>
                <a:gd name="connsiteX803" fmla="*/ 1003855 w 3819074"/>
                <a:gd name="connsiteY803" fmla="*/ 2912213 h 3146477"/>
                <a:gd name="connsiteX804" fmla="*/ 1241981 w 3819074"/>
                <a:gd name="connsiteY804" fmla="*/ 2992986 h 3146477"/>
                <a:gd name="connsiteX805" fmla="*/ 1241981 w 3819074"/>
                <a:gd name="connsiteY805" fmla="*/ 2992986 h 3146477"/>
                <a:gd name="connsiteX806" fmla="*/ 1775381 w 3819074"/>
                <a:gd name="connsiteY806" fmla="*/ 2726286 h 3146477"/>
                <a:gd name="connsiteX807" fmla="*/ 2249821 w 3819074"/>
                <a:gd name="connsiteY807" fmla="*/ 2429772 h 3146477"/>
                <a:gd name="connsiteX808" fmla="*/ 2451370 w 3819074"/>
                <a:gd name="connsiteY808" fmla="*/ 2391196 h 3146477"/>
                <a:gd name="connsiteX809" fmla="*/ 2864564 w 3819074"/>
                <a:gd name="connsiteY809" fmla="*/ 2461395 h 3146477"/>
                <a:gd name="connsiteX810" fmla="*/ 3160506 w 3819074"/>
                <a:gd name="connsiteY810" fmla="*/ 2516640 h 3146477"/>
                <a:gd name="connsiteX811" fmla="*/ 3194606 w 3819074"/>
                <a:gd name="connsiteY811" fmla="*/ 2513592 h 3146477"/>
                <a:gd name="connsiteX812" fmla="*/ 3194606 w 3819074"/>
                <a:gd name="connsiteY812" fmla="*/ 2510830 h 3146477"/>
                <a:gd name="connsiteX813" fmla="*/ 3500644 w 3819074"/>
                <a:gd name="connsiteY813" fmla="*/ 1699490 h 3146477"/>
                <a:gd name="connsiteX814" fmla="*/ 3665331 w 3819074"/>
                <a:gd name="connsiteY814" fmla="*/ 1248482 h 3146477"/>
                <a:gd name="connsiteX815" fmla="*/ 3385391 w 3819074"/>
                <a:gd name="connsiteY815" fmla="*/ 704318 h 3146477"/>
                <a:gd name="connsiteX816" fmla="*/ 2776553 w 3819074"/>
                <a:gd name="connsiteY816" fmla="*/ 250357 h 3146477"/>
                <a:gd name="connsiteX817" fmla="*/ 2755598 w 3819074"/>
                <a:gd name="connsiteY817" fmla="*/ 236641 h 3146477"/>
                <a:gd name="connsiteX818" fmla="*/ 2482993 w 3819074"/>
                <a:gd name="connsiteY818" fmla="*/ 152154 h 3146477"/>
                <a:gd name="connsiteX819" fmla="*/ 2002171 w 3819074"/>
                <a:gd name="connsiteY819" fmla="*/ 277027 h 3146477"/>
                <a:gd name="connsiteX820" fmla="*/ 1448864 w 3819074"/>
                <a:gd name="connsiteY820" fmla="*/ 438952 h 3146477"/>
                <a:gd name="connsiteX821" fmla="*/ 1255125 w 3819074"/>
                <a:gd name="connsiteY821" fmla="*/ 452954 h 3146477"/>
                <a:gd name="connsiteX822" fmla="*/ 867267 w 3819074"/>
                <a:gd name="connsiteY822" fmla="*/ 423521 h 3146477"/>
                <a:gd name="connsiteX823" fmla="*/ 530368 w 3819074"/>
                <a:gd name="connsiteY823" fmla="*/ 397613 h 3146477"/>
                <a:gd name="connsiteX824" fmla="*/ 1304941 w 3819074"/>
                <a:gd name="connsiteY824" fmla="*/ 2595412 h 3146477"/>
                <a:gd name="connsiteX825" fmla="*/ 1305798 w 3819074"/>
                <a:gd name="connsiteY825" fmla="*/ 2586363 h 3146477"/>
                <a:gd name="connsiteX826" fmla="*/ 1310751 w 3819074"/>
                <a:gd name="connsiteY826" fmla="*/ 2539214 h 3146477"/>
                <a:gd name="connsiteX827" fmla="*/ 1310751 w 3819074"/>
                <a:gd name="connsiteY827" fmla="*/ 2538262 h 3146477"/>
                <a:gd name="connsiteX828" fmla="*/ 1211215 w 3819074"/>
                <a:gd name="connsiteY828" fmla="*/ 1696633 h 3146477"/>
                <a:gd name="connsiteX829" fmla="*/ 801640 w 3819074"/>
                <a:gd name="connsiteY829" fmla="*/ 1104654 h 3146477"/>
                <a:gd name="connsiteX830" fmla="*/ 561514 w 3819074"/>
                <a:gd name="connsiteY830" fmla="*/ 776899 h 3146477"/>
                <a:gd name="connsiteX831" fmla="*/ 557133 w 3819074"/>
                <a:gd name="connsiteY831" fmla="*/ 769469 h 3146477"/>
                <a:gd name="connsiteX832" fmla="*/ 565801 w 3819074"/>
                <a:gd name="connsiteY832" fmla="*/ 769469 h 3146477"/>
                <a:gd name="connsiteX833" fmla="*/ 824785 w 3819074"/>
                <a:gd name="connsiteY833" fmla="*/ 792901 h 3146477"/>
                <a:gd name="connsiteX834" fmla="*/ 1254935 w 3819074"/>
                <a:gd name="connsiteY834" fmla="*/ 824810 h 3146477"/>
                <a:gd name="connsiteX835" fmla="*/ 1507442 w 3819074"/>
                <a:gd name="connsiteY835" fmla="*/ 805760 h 3146477"/>
                <a:gd name="connsiteX836" fmla="*/ 2131520 w 3819074"/>
                <a:gd name="connsiteY836" fmla="*/ 624785 h 3146477"/>
                <a:gd name="connsiteX837" fmla="*/ 2482802 w 3819074"/>
                <a:gd name="connsiteY837" fmla="*/ 523153 h 3146477"/>
                <a:gd name="connsiteX838" fmla="*/ 2551954 w 3819074"/>
                <a:gd name="connsiteY838" fmla="*/ 546870 h 3146477"/>
                <a:gd name="connsiteX839" fmla="*/ 2572909 w 3819074"/>
                <a:gd name="connsiteY839" fmla="*/ 560586 h 3146477"/>
                <a:gd name="connsiteX840" fmla="*/ 3123549 w 3819074"/>
                <a:gd name="connsiteY840" fmla="*/ 967399 h 3146477"/>
                <a:gd name="connsiteX841" fmla="*/ 3294999 w 3819074"/>
                <a:gd name="connsiteY841" fmla="*/ 1274771 h 3146477"/>
                <a:gd name="connsiteX842" fmla="*/ 3294999 w 3819074"/>
                <a:gd name="connsiteY842" fmla="*/ 1275818 h 3146477"/>
                <a:gd name="connsiteX843" fmla="*/ 3176699 w 3819074"/>
                <a:gd name="connsiteY843" fmla="*/ 1517658 h 3146477"/>
                <a:gd name="connsiteX844" fmla="*/ 2912761 w 3819074"/>
                <a:gd name="connsiteY844" fmla="*/ 2085253 h 3146477"/>
                <a:gd name="connsiteX845" fmla="*/ 2911427 w 3819074"/>
                <a:gd name="connsiteY845" fmla="*/ 2089444 h 3146477"/>
                <a:gd name="connsiteX846" fmla="*/ 2907141 w 3819074"/>
                <a:gd name="connsiteY846" fmla="*/ 2088396 h 3146477"/>
                <a:gd name="connsiteX847" fmla="*/ 2451465 w 3819074"/>
                <a:gd name="connsiteY847" fmla="*/ 2018864 h 3146477"/>
                <a:gd name="connsiteX848" fmla="*/ 2097135 w 3819074"/>
                <a:gd name="connsiteY848" fmla="*/ 2090301 h 3146477"/>
                <a:gd name="connsiteX849" fmla="*/ 1556877 w 3819074"/>
                <a:gd name="connsiteY849" fmla="*/ 2425105 h 3146477"/>
                <a:gd name="connsiteX850" fmla="*/ 1312847 w 3819074"/>
                <a:gd name="connsiteY850" fmla="*/ 2590078 h 3146477"/>
                <a:gd name="connsiteX851" fmla="*/ 574659 w 3819074"/>
                <a:gd name="connsiteY851" fmla="*/ 780042 h 3146477"/>
                <a:gd name="connsiteX852" fmla="*/ 809450 w 3819074"/>
                <a:gd name="connsiteY852" fmla="*/ 1099225 h 3146477"/>
                <a:gd name="connsiteX853" fmla="*/ 1219692 w 3819074"/>
                <a:gd name="connsiteY853" fmla="*/ 1692728 h 3146477"/>
                <a:gd name="connsiteX854" fmla="*/ 1320276 w 3819074"/>
                <a:gd name="connsiteY854" fmla="*/ 2539786 h 3146477"/>
                <a:gd name="connsiteX855" fmla="*/ 1320276 w 3819074"/>
                <a:gd name="connsiteY855" fmla="*/ 2540738 h 3146477"/>
                <a:gd name="connsiteX856" fmla="*/ 1316276 w 3819074"/>
                <a:gd name="connsiteY856" fmla="*/ 2578838 h 3146477"/>
                <a:gd name="connsiteX857" fmla="*/ 1551257 w 3819074"/>
                <a:gd name="connsiteY857" fmla="*/ 2419009 h 3146477"/>
                <a:gd name="connsiteX858" fmla="*/ 2093230 w 3819074"/>
                <a:gd name="connsiteY858" fmla="*/ 2083157 h 3146477"/>
                <a:gd name="connsiteX859" fmla="*/ 2451560 w 3819074"/>
                <a:gd name="connsiteY859" fmla="*/ 2010863 h 3146477"/>
                <a:gd name="connsiteX860" fmla="*/ 2905236 w 3819074"/>
                <a:gd name="connsiteY860" fmla="*/ 2079633 h 3146477"/>
                <a:gd name="connsiteX861" fmla="*/ 3168316 w 3819074"/>
                <a:gd name="connsiteY861" fmla="*/ 1514705 h 3146477"/>
                <a:gd name="connsiteX862" fmla="*/ 3285569 w 3819074"/>
                <a:gd name="connsiteY862" fmla="*/ 1276580 h 3146477"/>
                <a:gd name="connsiteX863" fmla="*/ 3117263 w 3819074"/>
                <a:gd name="connsiteY863" fmla="*/ 975686 h 3146477"/>
                <a:gd name="connsiteX864" fmla="*/ 2568146 w 3819074"/>
                <a:gd name="connsiteY864" fmla="*/ 570111 h 3146477"/>
                <a:gd name="connsiteX865" fmla="*/ 2547191 w 3819074"/>
                <a:gd name="connsiteY865" fmla="*/ 556395 h 3146477"/>
                <a:gd name="connsiteX866" fmla="*/ 2483279 w 3819074"/>
                <a:gd name="connsiteY866" fmla="*/ 534202 h 3146477"/>
                <a:gd name="connsiteX867" fmla="*/ 2135330 w 3819074"/>
                <a:gd name="connsiteY867" fmla="*/ 635167 h 3146477"/>
                <a:gd name="connsiteX868" fmla="*/ 1509443 w 3819074"/>
                <a:gd name="connsiteY868" fmla="*/ 816142 h 3146477"/>
                <a:gd name="connsiteX869" fmla="*/ 1255411 w 3819074"/>
                <a:gd name="connsiteY869" fmla="*/ 835192 h 3146477"/>
                <a:gd name="connsiteX870" fmla="*/ 824595 w 3819074"/>
                <a:gd name="connsiteY870" fmla="*/ 803283 h 3146477"/>
                <a:gd name="connsiteX871" fmla="*/ 574659 w 3819074"/>
                <a:gd name="connsiteY871" fmla="*/ 780042 h 3146477"/>
                <a:gd name="connsiteX872" fmla="*/ 1677559 w 3819074"/>
                <a:gd name="connsiteY872" fmla="*/ 1882942 h 3146477"/>
                <a:gd name="connsiteX873" fmla="*/ 1676130 w 3819074"/>
                <a:gd name="connsiteY873" fmla="*/ 1876465 h 3146477"/>
                <a:gd name="connsiteX874" fmla="*/ 1549543 w 3819074"/>
                <a:gd name="connsiteY874" fmla="*/ 1521182 h 3146477"/>
                <a:gd name="connsiteX875" fmla="*/ 1360472 w 3819074"/>
                <a:gd name="connsiteY875" fmla="*/ 1210953 h 3146477"/>
                <a:gd name="connsiteX876" fmla="*/ 1355614 w 3819074"/>
                <a:gd name="connsiteY876" fmla="*/ 1203905 h 3146477"/>
                <a:gd name="connsiteX877" fmla="*/ 1364186 w 3819074"/>
                <a:gd name="connsiteY877" fmla="*/ 1203905 h 3146477"/>
                <a:gd name="connsiteX878" fmla="*/ 1568021 w 3819074"/>
                <a:gd name="connsiteY878" fmla="*/ 1182949 h 3146477"/>
                <a:gd name="connsiteX879" fmla="*/ 2264680 w 3819074"/>
                <a:gd name="connsiteY879" fmla="*/ 982924 h 3146477"/>
                <a:gd name="connsiteX880" fmla="*/ 2428319 w 3819074"/>
                <a:gd name="connsiteY880" fmla="*/ 924346 h 3146477"/>
                <a:gd name="connsiteX881" fmla="*/ 2430415 w 3819074"/>
                <a:gd name="connsiteY881" fmla="*/ 923584 h 3146477"/>
                <a:gd name="connsiteX882" fmla="*/ 2432415 w 3819074"/>
                <a:gd name="connsiteY882" fmla="*/ 924917 h 3146477"/>
                <a:gd name="connsiteX883" fmla="*/ 2855516 w 3819074"/>
                <a:gd name="connsiteY883" fmla="*/ 1239242 h 3146477"/>
                <a:gd name="connsiteX884" fmla="*/ 2878947 w 3819074"/>
                <a:gd name="connsiteY884" fmla="*/ 1263722 h 3146477"/>
                <a:gd name="connsiteX885" fmla="*/ 2881233 w 3819074"/>
                <a:gd name="connsiteY885" fmla="*/ 1266198 h 3146477"/>
                <a:gd name="connsiteX886" fmla="*/ 2879614 w 3819074"/>
                <a:gd name="connsiteY886" fmla="*/ 1269246 h 3146477"/>
                <a:gd name="connsiteX887" fmla="*/ 2844181 w 3819074"/>
                <a:gd name="connsiteY887" fmla="*/ 1332968 h 3146477"/>
                <a:gd name="connsiteX888" fmla="*/ 2676731 w 3819074"/>
                <a:gd name="connsiteY888" fmla="*/ 1651865 h 3146477"/>
                <a:gd name="connsiteX889" fmla="*/ 2675207 w 3819074"/>
                <a:gd name="connsiteY889" fmla="*/ 1655008 h 3146477"/>
                <a:gd name="connsiteX890" fmla="*/ 2671778 w 3819074"/>
                <a:gd name="connsiteY890" fmla="*/ 1654532 h 3146477"/>
                <a:gd name="connsiteX891" fmla="*/ 2451465 w 3819074"/>
                <a:gd name="connsiteY891" fmla="*/ 1639292 h 3146477"/>
                <a:gd name="connsiteX892" fmla="*/ 1940354 w 3819074"/>
                <a:gd name="connsiteY892" fmla="*/ 1744544 h 3146477"/>
                <a:gd name="connsiteX893" fmla="*/ 1683179 w 3819074"/>
                <a:gd name="connsiteY893" fmla="*/ 1880085 h 3146477"/>
                <a:gd name="connsiteX894" fmla="*/ 1372759 w 3819074"/>
                <a:gd name="connsiteY894" fmla="*/ 1212572 h 3146477"/>
                <a:gd name="connsiteX895" fmla="*/ 1557544 w 3819074"/>
                <a:gd name="connsiteY895" fmla="*/ 1516801 h 3146477"/>
                <a:gd name="connsiteX896" fmla="*/ 1683655 w 3819074"/>
                <a:gd name="connsiteY896" fmla="*/ 1867892 h 3146477"/>
                <a:gd name="connsiteX897" fmla="*/ 1935972 w 3819074"/>
                <a:gd name="connsiteY897" fmla="*/ 1735304 h 3146477"/>
                <a:gd name="connsiteX898" fmla="*/ 2451084 w 3819074"/>
                <a:gd name="connsiteY898" fmla="*/ 1629196 h 3146477"/>
                <a:gd name="connsiteX899" fmla="*/ 2669207 w 3819074"/>
                <a:gd name="connsiteY899" fmla="*/ 1644055 h 3146477"/>
                <a:gd name="connsiteX900" fmla="*/ 2835513 w 3819074"/>
                <a:gd name="connsiteY900" fmla="*/ 1327825 h 3146477"/>
                <a:gd name="connsiteX901" fmla="*/ 2869232 w 3819074"/>
                <a:gd name="connsiteY901" fmla="*/ 1267055 h 3146477"/>
                <a:gd name="connsiteX902" fmla="*/ 2848372 w 3819074"/>
                <a:gd name="connsiteY902" fmla="*/ 1245433 h 3146477"/>
                <a:gd name="connsiteX903" fmla="*/ 2428700 w 3819074"/>
                <a:gd name="connsiteY903" fmla="*/ 933871 h 3146477"/>
                <a:gd name="connsiteX904" fmla="*/ 2267633 w 3819074"/>
                <a:gd name="connsiteY904" fmla="*/ 991688 h 3146477"/>
                <a:gd name="connsiteX905" fmla="*/ 1569069 w 3819074"/>
                <a:gd name="connsiteY905" fmla="*/ 1191713 h 3146477"/>
                <a:gd name="connsiteX906" fmla="*/ 1373140 w 3819074"/>
                <a:gd name="connsiteY906" fmla="*/ 1212572 h 3146477"/>
                <a:gd name="connsiteX907" fmla="*/ 1241981 w 3819074"/>
                <a:gd name="connsiteY907" fmla="*/ 2812011 h 3146477"/>
                <a:gd name="connsiteX908" fmla="*/ 1241981 w 3819074"/>
                <a:gd name="connsiteY908" fmla="*/ 2812011 h 3146477"/>
                <a:gd name="connsiteX909" fmla="*/ 1113298 w 3819074"/>
                <a:gd name="connsiteY909" fmla="*/ 2767243 h 3146477"/>
                <a:gd name="connsiteX910" fmla="*/ 1111679 w 3819074"/>
                <a:gd name="connsiteY910" fmla="*/ 2766195 h 3146477"/>
                <a:gd name="connsiteX911" fmla="*/ 1111679 w 3819074"/>
                <a:gd name="connsiteY911" fmla="*/ 2764290 h 3146477"/>
                <a:gd name="connsiteX912" fmla="*/ 1122156 w 3819074"/>
                <a:gd name="connsiteY912" fmla="*/ 2518069 h 3146477"/>
                <a:gd name="connsiteX913" fmla="*/ 1042908 w 3819074"/>
                <a:gd name="connsiteY913" fmla="*/ 1784644 h 3146477"/>
                <a:gd name="connsiteX914" fmla="*/ 653717 w 3819074"/>
                <a:gd name="connsiteY914" fmla="*/ 1223621 h 3146477"/>
                <a:gd name="connsiteX915" fmla="*/ 362442 w 3819074"/>
                <a:gd name="connsiteY915" fmla="*/ 803283 h 3146477"/>
                <a:gd name="connsiteX916" fmla="*/ 362442 w 3819074"/>
                <a:gd name="connsiteY916" fmla="*/ 613926 h 3146477"/>
                <a:gd name="connsiteX917" fmla="*/ 531130 w 3819074"/>
                <a:gd name="connsiteY917" fmla="*/ 578969 h 3146477"/>
                <a:gd name="connsiteX918" fmla="*/ 847741 w 3819074"/>
                <a:gd name="connsiteY918" fmla="*/ 604401 h 3146477"/>
                <a:gd name="connsiteX919" fmla="*/ 1256077 w 3819074"/>
                <a:gd name="connsiteY919" fmla="*/ 634976 h 3146477"/>
                <a:gd name="connsiteX920" fmla="*/ 1477724 w 3819074"/>
                <a:gd name="connsiteY920" fmla="*/ 618117 h 3146477"/>
                <a:gd name="connsiteX921" fmla="*/ 2065417 w 3819074"/>
                <a:gd name="connsiteY921" fmla="*/ 446667 h 3146477"/>
                <a:gd name="connsiteX922" fmla="*/ 2483183 w 3819074"/>
                <a:gd name="connsiteY922" fmla="*/ 333129 h 3146477"/>
                <a:gd name="connsiteX923" fmla="*/ 2656633 w 3819074"/>
                <a:gd name="connsiteY923" fmla="*/ 387993 h 3146477"/>
                <a:gd name="connsiteX924" fmla="*/ 2677589 w 3819074"/>
                <a:gd name="connsiteY924" fmla="*/ 401709 h 3146477"/>
                <a:gd name="connsiteX925" fmla="*/ 3258137 w 3819074"/>
                <a:gd name="connsiteY925" fmla="*/ 832715 h 3146477"/>
                <a:gd name="connsiteX926" fmla="*/ 3485213 w 3819074"/>
                <a:gd name="connsiteY926" fmla="*/ 1262960 h 3146477"/>
                <a:gd name="connsiteX927" fmla="*/ 3342910 w 3819074"/>
                <a:gd name="connsiteY927" fmla="*/ 1611098 h 3146477"/>
                <a:gd name="connsiteX928" fmla="*/ 3047635 w 3819074"/>
                <a:gd name="connsiteY928" fmla="*/ 2313662 h 3146477"/>
                <a:gd name="connsiteX929" fmla="*/ 3046587 w 3819074"/>
                <a:gd name="connsiteY929" fmla="*/ 2318234 h 3146477"/>
                <a:gd name="connsiteX930" fmla="*/ 3041920 w 3819074"/>
                <a:gd name="connsiteY930" fmla="*/ 2317187 h 3146477"/>
                <a:gd name="connsiteX931" fmla="*/ 2910094 w 3819074"/>
                <a:gd name="connsiteY931" fmla="*/ 2285754 h 3146477"/>
                <a:gd name="connsiteX932" fmla="*/ 2908760 w 3819074"/>
                <a:gd name="connsiteY932" fmla="*/ 2285754 h 3146477"/>
                <a:gd name="connsiteX933" fmla="*/ 2451560 w 3819074"/>
                <a:gd name="connsiteY933" fmla="*/ 2210126 h 3146477"/>
                <a:gd name="connsiteX934" fmla="*/ 2175335 w 3819074"/>
                <a:gd name="connsiteY934" fmla="*/ 2264704 h 3146477"/>
                <a:gd name="connsiteX935" fmla="*/ 1668796 w 3819074"/>
                <a:gd name="connsiteY935" fmla="*/ 2579886 h 3146477"/>
                <a:gd name="connsiteX936" fmla="*/ 1241981 w 3819074"/>
                <a:gd name="connsiteY936" fmla="*/ 2812011 h 3146477"/>
                <a:gd name="connsiteX937" fmla="*/ 1120060 w 3819074"/>
                <a:gd name="connsiteY937" fmla="*/ 2760195 h 3146477"/>
                <a:gd name="connsiteX938" fmla="*/ 1241981 w 3819074"/>
                <a:gd name="connsiteY938" fmla="*/ 2802486 h 3146477"/>
                <a:gd name="connsiteX939" fmla="*/ 1663652 w 3819074"/>
                <a:gd name="connsiteY939" fmla="*/ 2572266 h 3146477"/>
                <a:gd name="connsiteX940" fmla="*/ 2171811 w 3819074"/>
                <a:gd name="connsiteY940" fmla="*/ 2256131 h 3146477"/>
                <a:gd name="connsiteX941" fmla="*/ 2451751 w 3819074"/>
                <a:gd name="connsiteY941" fmla="*/ 2200696 h 3146477"/>
                <a:gd name="connsiteX942" fmla="*/ 2910951 w 3819074"/>
                <a:gd name="connsiteY942" fmla="*/ 2276896 h 3146477"/>
                <a:gd name="connsiteX943" fmla="*/ 2912284 w 3819074"/>
                <a:gd name="connsiteY943" fmla="*/ 2276896 h 3146477"/>
                <a:gd name="connsiteX944" fmla="*/ 3039348 w 3819074"/>
                <a:gd name="connsiteY944" fmla="*/ 2307281 h 3146477"/>
                <a:gd name="connsiteX945" fmla="*/ 3334623 w 3819074"/>
                <a:gd name="connsiteY945" fmla="*/ 1606907 h 3146477"/>
                <a:gd name="connsiteX946" fmla="*/ 3475688 w 3819074"/>
                <a:gd name="connsiteY946" fmla="*/ 1264007 h 3146477"/>
                <a:gd name="connsiteX947" fmla="*/ 3251374 w 3819074"/>
                <a:gd name="connsiteY947" fmla="*/ 839764 h 3146477"/>
                <a:gd name="connsiteX948" fmla="*/ 2672350 w 3819074"/>
                <a:gd name="connsiteY948" fmla="*/ 409996 h 3146477"/>
                <a:gd name="connsiteX949" fmla="*/ 2651681 w 3819074"/>
                <a:gd name="connsiteY949" fmla="*/ 396375 h 3146477"/>
                <a:gd name="connsiteX950" fmla="*/ 2483374 w 3819074"/>
                <a:gd name="connsiteY950" fmla="*/ 343035 h 3146477"/>
                <a:gd name="connsiteX951" fmla="*/ 2069036 w 3819074"/>
                <a:gd name="connsiteY951" fmla="*/ 456002 h 3146477"/>
                <a:gd name="connsiteX952" fmla="*/ 1479343 w 3819074"/>
                <a:gd name="connsiteY952" fmla="*/ 627452 h 3146477"/>
                <a:gd name="connsiteX953" fmla="*/ 1255506 w 3819074"/>
                <a:gd name="connsiteY953" fmla="*/ 643835 h 3146477"/>
                <a:gd name="connsiteX954" fmla="*/ 845931 w 3819074"/>
                <a:gd name="connsiteY954" fmla="*/ 613164 h 3146477"/>
                <a:gd name="connsiteX955" fmla="*/ 530272 w 3819074"/>
                <a:gd name="connsiteY955" fmla="*/ 587828 h 3146477"/>
                <a:gd name="connsiteX956" fmla="*/ 369490 w 3819074"/>
                <a:gd name="connsiteY956" fmla="*/ 618498 h 3146477"/>
                <a:gd name="connsiteX957" fmla="*/ 370348 w 3819074"/>
                <a:gd name="connsiteY957" fmla="*/ 798806 h 3146477"/>
                <a:gd name="connsiteX958" fmla="*/ 660289 w 3819074"/>
                <a:gd name="connsiteY958" fmla="*/ 1217049 h 3146477"/>
                <a:gd name="connsiteX959" fmla="*/ 1050814 w 3819074"/>
                <a:gd name="connsiteY959" fmla="*/ 1779596 h 3146477"/>
                <a:gd name="connsiteX960" fmla="*/ 1131110 w 3819074"/>
                <a:gd name="connsiteY960" fmla="*/ 2518736 h 3146477"/>
                <a:gd name="connsiteX961" fmla="*/ 1119775 w 3819074"/>
                <a:gd name="connsiteY961" fmla="*/ 2760195 h 3146477"/>
                <a:gd name="connsiteX962" fmla="*/ 1521444 w 3819074"/>
                <a:gd name="connsiteY962" fmla="*/ 2216507 h 3146477"/>
                <a:gd name="connsiteX963" fmla="*/ 1521444 w 3819074"/>
                <a:gd name="connsiteY963" fmla="*/ 2207458 h 3146477"/>
                <a:gd name="connsiteX964" fmla="*/ 1380855 w 3819074"/>
                <a:gd name="connsiteY964" fmla="*/ 1608907 h 3146477"/>
                <a:gd name="connsiteX965" fmla="*/ 969280 w 3819074"/>
                <a:gd name="connsiteY965" fmla="*/ 1008261 h 3146477"/>
                <a:gd name="connsiteX966" fmla="*/ 962326 w 3819074"/>
                <a:gd name="connsiteY966" fmla="*/ 999593 h 3146477"/>
                <a:gd name="connsiteX967" fmla="*/ 973471 w 3819074"/>
                <a:gd name="connsiteY967" fmla="*/ 1000641 h 3146477"/>
                <a:gd name="connsiteX968" fmla="*/ 1255792 w 3819074"/>
                <a:gd name="connsiteY968" fmla="*/ 1015595 h 3146477"/>
                <a:gd name="connsiteX969" fmla="*/ 1538398 w 3819074"/>
                <a:gd name="connsiteY969" fmla="*/ 994545 h 3146477"/>
                <a:gd name="connsiteX970" fmla="*/ 2198767 w 3819074"/>
                <a:gd name="connsiteY970" fmla="*/ 804045 h 3146477"/>
                <a:gd name="connsiteX971" fmla="*/ 2461752 w 3819074"/>
                <a:gd name="connsiteY971" fmla="*/ 717368 h 3146477"/>
                <a:gd name="connsiteX972" fmla="*/ 2463562 w 3819074"/>
                <a:gd name="connsiteY972" fmla="*/ 717368 h 3146477"/>
                <a:gd name="connsiteX973" fmla="*/ 2469372 w 3819074"/>
                <a:gd name="connsiteY973" fmla="*/ 721082 h 3146477"/>
                <a:gd name="connsiteX974" fmla="*/ 2990199 w 3819074"/>
                <a:gd name="connsiteY974" fmla="*/ 1103797 h 3146477"/>
                <a:gd name="connsiteX975" fmla="*/ 3099451 w 3819074"/>
                <a:gd name="connsiteY975" fmla="*/ 1257340 h 3146477"/>
                <a:gd name="connsiteX976" fmla="*/ 3099927 w 3819074"/>
                <a:gd name="connsiteY976" fmla="*/ 1259149 h 3146477"/>
                <a:gd name="connsiteX977" fmla="*/ 3099165 w 3819074"/>
                <a:gd name="connsiteY977" fmla="*/ 1260769 h 3146477"/>
                <a:gd name="connsiteX978" fmla="*/ 3010964 w 3819074"/>
                <a:gd name="connsiteY978" fmla="*/ 1425551 h 3146477"/>
                <a:gd name="connsiteX979" fmla="*/ 2792555 w 3819074"/>
                <a:gd name="connsiteY979" fmla="*/ 1863701 h 3146477"/>
                <a:gd name="connsiteX980" fmla="*/ 2791127 w 3819074"/>
                <a:gd name="connsiteY980" fmla="*/ 1867321 h 3146477"/>
                <a:gd name="connsiteX981" fmla="*/ 2787221 w 3819074"/>
                <a:gd name="connsiteY981" fmla="*/ 1866559 h 3146477"/>
                <a:gd name="connsiteX982" fmla="*/ 2451941 w 3819074"/>
                <a:gd name="connsiteY982" fmla="*/ 1829316 h 3146477"/>
                <a:gd name="connsiteX983" fmla="*/ 2019221 w 3819074"/>
                <a:gd name="connsiteY983" fmla="*/ 1917708 h 3146477"/>
                <a:gd name="connsiteX984" fmla="*/ 1528969 w 3819074"/>
                <a:gd name="connsiteY984" fmla="*/ 2211364 h 3146477"/>
                <a:gd name="connsiteX985" fmla="*/ 983186 w 3819074"/>
                <a:gd name="connsiteY985" fmla="*/ 1011119 h 3146477"/>
                <a:gd name="connsiteX986" fmla="*/ 1388856 w 3819074"/>
                <a:gd name="connsiteY986" fmla="*/ 1604526 h 3146477"/>
                <a:gd name="connsiteX987" fmla="*/ 1530302 w 3819074"/>
                <a:gd name="connsiteY987" fmla="*/ 2198220 h 3146477"/>
                <a:gd name="connsiteX988" fmla="*/ 2014839 w 3819074"/>
                <a:gd name="connsiteY988" fmla="*/ 1908850 h 3146477"/>
                <a:gd name="connsiteX989" fmla="*/ 2451465 w 3819074"/>
                <a:gd name="connsiteY989" fmla="*/ 1819696 h 3146477"/>
                <a:gd name="connsiteX990" fmla="*/ 2785031 w 3819074"/>
                <a:gd name="connsiteY990" fmla="*/ 1856367 h 3146477"/>
                <a:gd name="connsiteX991" fmla="*/ 3002391 w 3819074"/>
                <a:gd name="connsiteY991" fmla="*/ 1420884 h 3146477"/>
                <a:gd name="connsiteX992" fmla="*/ 3089640 w 3819074"/>
                <a:gd name="connsiteY992" fmla="*/ 1258102 h 3146477"/>
                <a:gd name="connsiteX993" fmla="*/ 2983246 w 3819074"/>
                <a:gd name="connsiteY993" fmla="*/ 1110274 h 3146477"/>
                <a:gd name="connsiteX994" fmla="*/ 2463943 w 3819074"/>
                <a:gd name="connsiteY994" fmla="*/ 728797 h 3146477"/>
                <a:gd name="connsiteX995" fmla="*/ 2461466 w 3819074"/>
                <a:gd name="connsiteY995" fmla="*/ 727178 h 3146477"/>
                <a:gd name="connsiteX996" fmla="*/ 2201910 w 3819074"/>
                <a:gd name="connsiteY996" fmla="*/ 812903 h 3146477"/>
                <a:gd name="connsiteX997" fmla="*/ 1539732 w 3819074"/>
                <a:gd name="connsiteY997" fmla="*/ 1003403 h 3146477"/>
                <a:gd name="connsiteX998" fmla="*/ 1255601 w 3819074"/>
                <a:gd name="connsiteY998" fmla="*/ 1024644 h 3146477"/>
                <a:gd name="connsiteX999" fmla="*/ 983186 w 3819074"/>
                <a:gd name="connsiteY999" fmla="*/ 1011119 h 3146477"/>
                <a:gd name="connsiteX1000" fmla="*/ 1793573 w 3819074"/>
                <a:gd name="connsiteY1000" fmla="*/ 1602431 h 3146477"/>
                <a:gd name="connsiteX1001" fmla="*/ 1791764 w 3819074"/>
                <a:gd name="connsiteY1001" fmla="*/ 1597573 h 3146477"/>
                <a:gd name="connsiteX1002" fmla="*/ 1718231 w 3819074"/>
                <a:gd name="connsiteY1002" fmla="*/ 1433552 h 3146477"/>
                <a:gd name="connsiteX1003" fmla="*/ 1680131 w 3819074"/>
                <a:gd name="connsiteY1003" fmla="*/ 1362591 h 3146477"/>
                <a:gd name="connsiteX1004" fmla="*/ 1676892 w 3819074"/>
                <a:gd name="connsiteY1004" fmla="*/ 1356876 h 3146477"/>
                <a:gd name="connsiteX1005" fmla="*/ 1683369 w 3819074"/>
                <a:gd name="connsiteY1005" fmla="*/ 1355638 h 3146477"/>
                <a:gd name="connsiteX1006" fmla="*/ 2330593 w 3819074"/>
                <a:gd name="connsiteY1006" fmla="*/ 1161328 h 3146477"/>
                <a:gd name="connsiteX1007" fmla="*/ 2401364 w 3819074"/>
                <a:gd name="connsiteY1007" fmla="*/ 1135229 h 3146477"/>
                <a:gd name="connsiteX1008" fmla="*/ 2403649 w 3819074"/>
                <a:gd name="connsiteY1008" fmla="*/ 1134372 h 3146477"/>
                <a:gd name="connsiteX1009" fmla="*/ 2405650 w 3819074"/>
                <a:gd name="connsiteY1009" fmla="*/ 1135706 h 3146477"/>
                <a:gd name="connsiteX1010" fmla="*/ 2638250 w 3819074"/>
                <a:gd name="connsiteY1010" fmla="*/ 1301726 h 3146477"/>
                <a:gd name="connsiteX1011" fmla="*/ 2641394 w 3819074"/>
                <a:gd name="connsiteY1011" fmla="*/ 1304203 h 3146477"/>
                <a:gd name="connsiteX1012" fmla="*/ 2639489 w 3819074"/>
                <a:gd name="connsiteY1012" fmla="*/ 1307727 h 3146477"/>
                <a:gd name="connsiteX1013" fmla="*/ 2563860 w 3819074"/>
                <a:gd name="connsiteY1013" fmla="*/ 1448983 h 3146477"/>
                <a:gd name="connsiteX1014" fmla="*/ 2562431 w 3819074"/>
                <a:gd name="connsiteY1014" fmla="*/ 1451745 h 3146477"/>
                <a:gd name="connsiteX1015" fmla="*/ 2559383 w 3819074"/>
                <a:gd name="connsiteY1015" fmla="*/ 1451745 h 3146477"/>
                <a:gd name="connsiteX1016" fmla="*/ 2451084 w 3819074"/>
                <a:gd name="connsiteY1016" fmla="*/ 1448411 h 3146477"/>
                <a:gd name="connsiteX1017" fmla="*/ 1861582 w 3819074"/>
                <a:gd name="connsiteY1017" fmla="*/ 1570522 h 3146477"/>
                <a:gd name="connsiteX1018" fmla="*/ 1797860 w 3819074"/>
                <a:gd name="connsiteY1018" fmla="*/ 1600335 h 3146477"/>
                <a:gd name="connsiteX1019" fmla="*/ 1691942 w 3819074"/>
                <a:gd name="connsiteY1019" fmla="*/ 1363734 h 3146477"/>
                <a:gd name="connsiteX1020" fmla="*/ 1727089 w 3819074"/>
                <a:gd name="connsiteY1020" fmla="*/ 1429171 h 3146477"/>
                <a:gd name="connsiteX1021" fmla="*/ 1798812 w 3819074"/>
                <a:gd name="connsiteY1021" fmla="*/ 1589667 h 3146477"/>
                <a:gd name="connsiteX1022" fmla="*/ 1858057 w 3819074"/>
                <a:gd name="connsiteY1022" fmla="*/ 1562045 h 3146477"/>
                <a:gd name="connsiteX1023" fmla="*/ 2451465 w 3819074"/>
                <a:gd name="connsiteY1023" fmla="*/ 1439077 h 3146477"/>
                <a:gd name="connsiteX1024" fmla="*/ 2557192 w 3819074"/>
                <a:gd name="connsiteY1024" fmla="*/ 1442220 h 3146477"/>
                <a:gd name="connsiteX1025" fmla="*/ 2629583 w 3819074"/>
                <a:gd name="connsiteY1025" fmla="*/ 1307060 h 3146477"/>
                <a:gd name="connsiteX1026" fmla="*/ 2402792 w 3819074"/>
                <a:gd name="connsiteY1026" fmla="*/ 1145135 h 3146477"/>
                <a:gd name="connsiteX1027" fmla="*/ 2334403 w 3819074"/>
                <a:gd name="connsiteY1027" fmla="*/ 1170281 h 3146477"/>
                <a:gd name="connsiteX1028" fmla="*/ 1691942 w 3819074"/>
                <a:gd name="connsiteY1028" fmla="*/ 1363734 h 3146477"/>
                <a:gd name="connsiteX1029" fmla="*/ 1819196 w 3819074"/>
                <a:gd name="connsiteY1029" fmla="*/ 1537470 h 3146477"/>
                <a:gd name="connsiteX1030" fmla="*/ 1817386 w 3819074"/>
                <a:gd name="connsiteY1030" fmla="*/ 1532898 h 3146477"/>
                <a:gd name="connsiteX1031" fmla="*/ 1760902 w 3819074"/>
                <a:gd name="connsiteY1031" fmla="*/ 1411645 h 3146477"/>
                <a:gd name="connsiteX1032" fmla="*/ 1749949 w 3819074"/>
                <a:gd name="connsiteY1032" fmla="*/ 1390785 h 3146477"/>
                <a:gd name="connsiteX1033" fmla="*/ 1756331 w 3819074"/>
                <a:gd name="connsiteY1033" fmla="*/ 1389642 h 3146477"/>
                <a:gd name="connsiteX1034" fmla="*/ 2347738 w 3819074"/>
                <a:gd name="connsiteY1034" fmla="*/ 1206190 h 3146477"/>
                <a:gd name="connsiteX1035" fmla="*/ 2395363 w 3819074"/>
                <a:gd name="connsiteY1035" fmla="*/ 1188474 h 3146477"/>
                <a:gd name="connsiteX1036" fmla="*/ 2397649 w 3819074"/>
                <a:gd name="connsiteY1036" fmla="*/ 1187617 h 3146477"/>
                <a:gd name="connsiteX1037" fmla="*/ 2399649 w 3819074"/>
                <a:gd name="connsiteY1037" fmla="*/ 1188950 h 3146477"/>
                <a:gd name="connsiteX1038" fmla="*/ 2577290 w 3819074"/>
                <a:gd name="connsiteY1038" fmla="*/ 1314490 h 3146477"/>
                <a:gd name="connsiteX1039" fmla="*/ 2580529 w 3819074"/>
                <a:gd name="connsiteY1039" fmla="*/ 1316966 h 3146477"/>
                <a:gd name="connsiteX1040" fmla="*/ 2578624 w 3819074"/>
                <a:gd name="connsiteY1040" fmla="*/ 1320586 h 3146477"/>
                <a:gd name="connsiteX1041" fmla="*/ 2536142 w 3819074"/>
                <a:gd name="connsiteY1041" fmla="*/ 1400024 h 3146477"/>
                <a:gd name="connsiteX1042" fmla="*/ 2534714 w 3819074"/>
                <a:gd name="connsiteY1042" fmla="*/ 1402691 h 3146477"/>
                <a:gd name="connsiteX1043" fmla="*/ 2531666 w 3819074"/>
                <a:gd name="connsiteY1043" fmla="*/ 1402691 h 3146477"/>
                <a:gd name="connsiteX1044" fmla="*/ 2451465 w 3819074"/>
                <a:gd name="connsiteY1044" fmla="*/ 1400882 h 3146477"/>
                <a:gd name="connsiteX1045" fmla="*/ 1841865 w 3819074"/>
                <a:gd name="connsiteY1045" fmla="*/ 1527183 h 3146477"/>
                <a:gd name="connsiteX1046" fmla="*/ 1823291 w 3819074"/>
                <a:gd name="connsiteY1046" fmla="*/ 1535660 h 3146477"/>
                <a:gd name="connsiteX1047" fmla="*/ 1764236 w 3819074"/>
                <a:gd name="connsiteY1047" fmla="*/ 1397357 h 3146477"/>
                <a:gd name="connsiteX1048" fmla="*/ 1769380 w 3819074"/>
                <a:gd name="connsiteY1048" fmla="*/ 1406882 h 3146477"/>
                <a:gd name="connsiteX1049" fmla="*/ 1824244 w 3819074"/>
                <a:gd name="connsiteY1049" fmla="*/ 1524326 h 3146477"/>
                <a:gd name="connsiteX1050" fmla="*/ 1838436 w 3819074"/>
                <a:gd name="connsiteY1050" fmla="*/ 1517848 h 3146477"/>
                <a:gd name="connsiteX1051" fmla="*/ 2451465 w 3819074"/>
                <a:gd name="connsiteY1051" fmla="*/ 1390690 h 3146477"/>
                <a:gd name="connsiteX1052" fmla="*/ 2529094 w 3819074"/>
                <a:gd name="connsiteY1052" fmla="*/ 1392404 h 3146477"/>
                <a:gd name="connsiteX1053" fmla="*/ 2568241 w 3819074"/>
                <a:gd name="connsiteY1053" fmla="*/ 1319062 h 3146477"/>
                <a:gd name="connsiteX1054" fmla="*/ 2396315 w 3819074"/>
                <a:gd name="connsiteY1054" fmla="*/ 1197713 h 3146477"/>
                <a:gd name="connsiteX1055" fmla="*/ 2350976 w 3819074"/>
                <a:gd name="connsiteY1055" fmla="*/ 1214477 h 3146477"/>
                <a:gd name="connsiteX1056" fmla="*/ 1764236 w 3819074"/>
                <a:gd name="connsiteY1056" fmla="*/ 1397357 h 3146477"/>
                <a:gd name="connsiteX1057" fmla="*/ 1843865 w 3819074"/>
                <a:gd name="connsiteY1057" fmla="*/ 1474129 h 3146477"/>
                <a:gd name="connsiteX1058" fmla="*/ 1841960 w 3819074"/>
                <a:gd name="connsiteY1058" fmla="*/ 1469843 h 3146477"/>
                <a:gd name="connsiteX1059" fmla="*/ 1822910 w 3819074"/>
                <a:gd name="connsiteY1059" fmla="*/ 1429076 h 3146477"/>
                <a:gd name="connsiteX1060" fmla="*/ 1820339 w 3819074"/>
                <a:gd name="connsiteY1060" fmla="*/ 1423741 h 3146477"/>
                <a:gd name="connsiteX1061" fmla="*/ 1826054 w 3819074"/>
                <a:gd name="connsiteY1061" fmla="*/ 1422313 h 3146477"/>
                <a:gd name="connsiteX1062" fmla="*/ 2364216 w 3819074"/>
                <a:gd name="connsiteY1062" fmla="*/ 1250863 h 3146477"/>
                <a:gd name="connsiteX1063" fmla="*/ 2391172 w 3819074"/>
                <a:gd name="connsiteY1063" fmla="*/ 1241338 h 3146477"/>
                <a:gd name="connsiteX1064" fmla="*/ 2393267 w 3819074"/>
                <a:gd name="connsiteY1064" fmla="*/ 1242671 h 3146477"/>
                <a:gd name="connsiteX1065" fmla="*/ 2515759 w 3819074"/>
                <a:gd name="connsiteY1065" fmla="*/ 1328396 h 3146477"/>
                <a:gd name="connsiteX1066" fmla="*/ 2519092 w 3819074"/>
                <a:gd name="connsiteY1066" fmla="*/ 1330873 h 3146477"/>
                <a:gd name="connsiteX1067" fmla="*/ 2506520 w 3819074"/>
                <a:gd name="connsiteY1067" fmla="*/ 1354399 h 3146477"/>
                <a:gd name="connsiteX1068" fmla="*/ 2503567 w 3819074"/>
                <a:gd name="connsiteY1068" fmla="*/ 1354399 h 3146477"/>
                <a:gd name="connsiteX1069" fmla="*/ 2451465 w 3819074"/>
                <a:gd name="connsiteY1069" fmla="*/ 1353638 h 3146477"/>
                <a:gd name="connsiteX1070" fmla="*/ 1848152 w 3819074"/>
                <a:gd name="connsiteY1070" fmla="*/ 1472986 h 3146477"/>
                <a:gd name="connsiteX1071" fmla="*/ 1834340 w 3819074"/>
                <a:gd name="connsiteY1071" fmla="*/ 1430219 h 3146477"/>
                <a:gd name="connsiteX1072" fmla="*/ 1849009 w 3819074"/>
                <a:gd name="connsiteY1072" fmla="*/ 1461746 h 3146477"/>
                <a:gd name="connsiteX1073" fmla="*/ 2451751 w 3819074"/>
                <a:gd name="connsiteY1073" fmla="*/ 1343446 h 3146477"/>
                <a:gd name="connsiteX1074" fmla="*/ 2501186 w 3819074"/>
                <a:gd name="connsiteY1074" fmla="*/ 1344113 h 3146477"/>
                <a:gd name="connsiteX1075" fmla="*/ 2507091 w 3819074"/>
                <a:gd name="connsiteY1075" fmla="*/ 1333064 h 3146477"/>
                <a:gd name="connsiteX1076" fmla="*/ 2390219 w 3819074"/>
                <a:gd name="connsiteY1076" fmla="*/ 1251148 h 3146477"/>
                <a:gd name="connsiteX1077" fmla="*/ 2367740 w 3819074"/>
                <a:gd name="connsiteY1077" fmla="*/ 1259531 h 3146477"/>
                <a:gd name="connsiteX1078" fmla="*/ 1834055 w 3819074"/>
                <a:gd name="connsiteY1078" fmla="*/ 1430219 h 314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</a:cxnLst>
              <a:rect l="l" t="t" r="r" b="b"/>
              <a:pathLst>
                <a:path w="3819074" h="3146477">
                  <a:moveTo>
                    <a:pt x="1242647" y="3146242"/>
                  </a:moveTo>
                  <a:cubicBezTo>
                    <a:pt x="1141492" y="3146242"/>
                    <a:pt x="1035479" y="3115096"/>
                    <a:pt x="920417" y="3039753"/>
                  </a:cubicBezTo>
                  <a:cubicBezTo>
                    <a:pt x="742680" y="2923358"/>
                    <a:pt x="765635" y="2709235"/>
                    <a:pt x="789924" y="2482445"/>
                  </a:cubicBezTo>
                  <a:cubicBezTo>
                    <a:pt x="810022" y="2294898"/>
                    <a:pt x="830786" y="2100874"/>
                    <a:pt x="746204" y="1937806"/>
                  </a:cubicBezTo>
                  <a:cubicBezTo>
                    <a:pt x="653907" y="1759783"/>
                    <a:pt x="520747" y="1592524"/>
                    <a:pt x="392065" y="1430885"/>
                  </a:cubicBezTo>
                  <a:cubicBezTo>
                    <a:pt x="120031" y="1089128"/>
                    <a:pt x="-136954" y="766326"/>
                    <a:pt x="82788" y="430760"/>
                  </a:cubicBezTo>
                  <a:cubicBezTo>
                    <a:pt x="234616" y="198827"/>
                    <a:pt x="550370" y="234640"/>
                    <a:pt x="884602" y="272550"/>
                  </a:cubicBezTo>
                  <a:cubicBezTo>
                    <a:pt x="1069483" y="293505"/>
                    <a:pt x="1260745" y="315222"/>
                    <a:pt x="1425051" y="288933"/>
                  </a:cubicBezTo>
                  <a:cubicBezTo>
                    <a:pt x="1616122" y="258358"/>
                    <a:pt x="1785477" y="195302"/>
                    <a:pt x="1948926" y="134438"/>
                  </a:cubicBezTo>
                  <a:cubicBezTo>
                    <a:pt x="2266585" y="16232"/>
                    <a:pt x="2541000" y="-85876"/>
                    <a:pt x="2838942" y="109292"/>
                  </a:cubicBezTo>
                  <a:lnTo>
                    <a:pt x="2859802" y="123008"/>
                  </a:lnTo>
                  <a:cubicBezTo>
                    <a:pt x="3331194" y="431522"/>
                    <a:pt x="3775631" y="722892"/>
                    <a:pt x="3817445" y="1236575"/>
                  </a:cubicBezTo>
                  <a:cubicBezTo>
                    <a:pt x="3832209" y="1419646"/>
                    <a:pt x="3740293" y="1583952"/>
                    <a:pt x="3633803" y="1774262"/>
                  </a:cubicBezTo>
                  <a:cubicBezTo>
                    <a:pt x="3519503" y="1978192"/>
                    <a:pt x="3390440" y="2209268"/>
                    <a:pt x="3345672" y="2532071"/>
                  </a:cubicBezTo>
                  <a:cubicBezTo>
                    <a:pt x="3339005" y="2580458"/>
                    <a:pt x="3318812" y="2616272"/>
                    <a:pt x="3285760" y="2638655"/>
                  </a:cubicBezTo>
                  <a:cubicBezTo>
                    <a:pt x="3194415" y="2700473"/>
                    <a:pt x="3016393" y="2656181"/>
                    <a:pt x="2827893" y="2609318"/>
                  </a:cubicBezTo>
                  <a:cubicBezTo>
                    <a:pt x="2635964" y="2561693"/>
                    <a:pt x="2437368" y="2512258"/>
                    <a:pt x="2312686" y="2568647"/>
                  </a:cubicBezTo>
                  <a:cubicBezTo>
                    <a:pt x="2149618" y="2642275"/>
                    <a:pt x="2005028" y="2747621"/>
                    <a:pt x="1865011" y="2849444"/>
                  </a:cubicBezTo>
                  <a:cubicBezTo>
                    <a:pt x="1651556" y="3005082"/>
                    <a:pt x="1458103" y="3146242"/>
                    <a:pt x="1242647" y="3146242"/>
                  </a:cubicBezTo>
                  <a:close/>
                  <a:moveTo>
                    <a:pt x="529034" y="254548"/>
                  </a:moveTo>
                  <a:cubicBezTo>
                    <a:pt x="342249" y="254548"/>
                    <a:pt x="184134" y="293600"/>
                    <a:pt x="90884" y="436189"/>
                  </a:cubicBezTo>
                  <a:cubicBezTo>
                    <a:pt x="-124952" y="765850"/>
                    <a:pt x="129841" y="1085985"/>
                    <a:pt x="399685" y="1424885"/>
                  </a:cubicBezTo>
                  <a:cubicBezTo>
                    <a:pt x="528749" y="1586810"/>
                    <a:pt x="662098" y="1754545"/>
                    <a:pt x="754872" y="1933424"/>
                  </a:cubicBezTo>
                  <a:cubicBezTo>
                    <a:pt x="840597" y="2099064"/>
                    <a:pt x="819832" y="2294517"/>
                    <a:pt x="799639" y="2483493"/>
                  </a:cubicBezTo>
                  <a:cubicBezTo>
                    <a:pt x="775636" y="2707236"/>
                    <a:pt x="752967" y="2918595"/>
                    <a:pt x="925846" y="3031752"/>
                  </a:cubicBezTo>
                  <a:cubicBezTo>
                    <a:pt x="1280461" y="3263972"/>
                    <a:pt x="1548971" y="3068328"/>
                    <a:pt x="1859867" y="2841728"/>
                  </a:cubicBezTo>
                  <a:cubicBezTo>
                    <a:pt x="2000075" y="2739620"/>
                    <a:pt x="2144950" y="2633988"/>
                    <a:pt x="2308876" y="2559979"/>
                  </a:cubicBezTo>
                  <a:cubicBezTo>
                    <a:pt x="2436892" y="2502257"/>
                    <a:pt x="2636917" y="2551978"/>
                    <a:pt x="2830370" y="2600079"/>
                  </a:cubicBezTo>
                  <a:cubicBezTo>
                    <a:pt x="3016774" y="2646371"/>
                    <a:pt x="3192796" y="2690185"/>
                    <a:pt x="3280616" y="2630845"/>
                  </a:cubicBezTo>
                  <a:cubicBezTo>
                    <a:pt x="3311763" y="2609699"/>
                    <a:pt x="3330051" y="2577029"/>
                    <a:pt x="3336433" y="2530832"/>
                  </a:cubicBezTo>
                  <a:cubicBezTo>
                    <a:pt x="3381486" y="2206220"/>
                    <a:pt x="3511216" y="1974287"/>
                    <a:pt x="3625707" y="1769594"/>
                  </a:cubicBezTo>
                  <a:cubicBezTo>
                    <a:pt x="3731434" y="1580714"/>
                    <a:pt x="3822684" y="1417169"/>
                    <a:pt x="3808206" y="1237337"/>
                  </a:cubicBezTo>
                  <a:cubicBezTo>
                    <a:pt x="3767058" y="728131"/>
                    <a:pt x="3324146" y="438095"/>
                    <a:pt x="2855706" y="131199"/>
                  </a:cubicBezTo>
                  <a:lnTo>
                    <a:pt x="2834751" y="117483"/>
                  </a:lnTo>
                  <a:cubicBezTo>
                    <a:pt x="2540809" y="-75017"/>
                    <a:pt x="2268490" y="26234"/>
                    <a:pt x="1953212" y="143486"/>
                  </a:cubicBezTo>
                  <a:cubicBezTo>
                    <a:pt x="1789001" y="204637"/>
                    <a:pt x="1619171" y="267788"/>
                    <a:pt x="1427147" y="298553"/>
                  </a:cubicBezTo>
                  <a:cubicBezTo>
                    <a:pt x="1261697" y="325033"/>
                    <a:pt x="1069768" y="303221"/>
                    <a:pt x="884221" y="282170"/>
                  </a:cubicBezTo>
                  <a:cubicBezTo>
                    <a:pt x="760301" y="268264"/>
                    <a:pt x="639619" y="254548"/>
                    <a:pt x="529034" y="254548"/>
                  </a:cubicBezTo>
                  <a:close/>
                  <a:moveTo>
                    <a:pt x="1241981" y="2764386"/>
                  </a:moveTo>
                  <a:lnTo>
                    <a:pt x="1241981" y="2764386"/>
                  </a:lnTo>
                  <a:cubicBezTo>
                    <a:pt x="1232456" y="2764386"/>
                    <a:pt x="1205785" y="2764386"/>
                    <a:pt x="1157589" y="2737906"/>
                  </a:cubicBezTo>
                  <a:lnTo>
                    <a:pt x="1155303" y="2736667"/>
                  </a:lnTo>
                  <a:lnTo>
                    <a:pt x="1155303" y="2734096"/>
                  </a:lnTo>
                  <a:cubicBezTo>
                    <a:pt x="1152160" y="2683232"/>
                    <a:pt x="1162066" y="2591221"/>
                    <a:pt x="1169305" y="2523117"/>
                  </a:cubicBezTo>
                  <a:cubicBezTo>
                    <a:pt x="1193022" y="2302232"/>
                    <a:pt x="1222454" y="2027341"/>
                    <a:pt x="1085009" y="1762355"/>
                  </a:cubicBezTo>
                  <a:cubicBezTo>
                    <a:pt x="975280" y="1551567"/>
                    <a:pt x="823738" y="1361067"/>
                    <a:pt x="690197" y="1193618"/>
                  </a:cubicBezTo>
                  <a:cubicBezTo>
                    <a:pt x="567991" y="1040170"/>
                    <a:pt x="452644" y="895295"/>
                    <a:pt x="402447" y="777947"/>
                  </a:cubicBezTo>
                  <a:cubicBezTo>
                    <a:pt x="368824" y="699365"/>
                    <a:pt x="378730" y="674600"/>
                    <a:pt x="399113" y="643263"/>
                  </a:cubicBezTo>
                  <a:lnTo>
                    <a:pt x="399970" y="642025"/>
                  </a:lnTo>
                  <a:lnTo>
                    <a:pt x="401304" y="641453"/>
                  </a:lnTo>
                  <a:cubicBezTo>
                    <a:pt x="412448" y="636881"/>
                    <a:pt x="447310" y="626213"/>
                    <a:pt x="530368" y="626213"/>
                  </a:cubicBezTo>
                  <a:cubicBezTo>
                    <a:pt x="620188" y="626213"/>
                    <a:pt x="727726" y="638405"/>
                    <a:pt x="841645" y="651264"/>
                  </a:cubicBezTo>
                  <a:cubicBezTo>
                    <a:pt x="975852" y="666504"/>
                    <a:pt x="1114536" y="682220"/>
                    <a:pt x="1255315" y="682220"/>
                  </a:cubicBezTo>
                  <a:cubicBezTo>
                    <a:pt x="1332276" y="682829"/>
                    <a:pt x="1409162" y="677319"/>
                    <a:pt x="1485249" y="665742"/>
                  </a:cubicBezTo>
                  <a:cubicBezTo>
                    <a:pt x="1713849" y="629166"/>
                    <a:pt x="1909302" y="556300"/>
                    <a:pt x="2082086" y="492101"/>
                  </a:cubicBezTo>
                  <a:cubicBezTo>
                    <a:pt x="2241534" y="432761"/>
                    <a:pt x="2379266" y="381516"/>
                    <a:pt x="2483183" y="381516"/>
                  </a:cubicBezTo>
                  <a:cubicBezTo>
                    <a:pt x="2520521" y="381516"/>
                    <a:pt x="2567289" y="387136"/>
                    <a:pt x="2630630" y="428665"/>
                  </a:cubicBezTo>
                  <a:lnTo>
                    <a:pt x="2651681" y="441905"/>
                  </a:lnTo>
                  <a:cubicBezTo>
                    <a:pt x="3124216" y="751467"/>
                    <a:pt x="3413014" y="961017"/>
                    <a:pt x="3437683" y="1267246"/>
                  </a:cubicBezTo>
                  <a:cubicBezTo>
                    <a:pt x="3443113" y="1334778"/>
                    <a:pt x="3374247" y="1457746"/>
                    <a:pt x="3301381" y="1588238"/>
                  </a:cubicBezTo>
                  <a:cubicBezTo>
                    <a:pt x="3153743" y="1852081"/>
                    <a:pt x="3058493" y="2070680"/>
                    <a:pt x="3010202" y="2256798"/>
                  </a:cubicBezTo>
                  <a:lnTo>
                    <a:pt x="3008963" y="2261275"/>
                  </a:lnTo>
                  <a:lnTo>
                    <a:pt x="3004487" y="2260227"/>
                  </a:lnTo>
                  <a:cubicBezTo>
                    <a:pt x="2975912" y="2253464"/>
                    <a:pt x="2946670" y="2246225"/>
                    <a:pt x="2920762" y="2239844"/>
                  </a:cubicBezTo>
                  <a:lnTo>
                    <a:pt x="2919809" y="2239844"/>
                  </a:lnTo>
                  <a:cubicBezTo>
                    <a:pt x="2774648" y="2203744"/>
                    <a:pt x="2610152" y="2162882"/>
                    <a:pt x="2451465" y="2162882"/>
                  </a:cubicBezTo>
                  <a:cubicBezTo>
                    <a:pt x="2341832" y="2162882"/>
                    <a:pt x="2241915" y="2182694"/>
                    <a:pt x="2156190" y="2221746"/>
                  </a:cubicBezTo>
                  <a:cubicBezTo>
                    <a:pt x="1957308" y="2311472"/>
                    <a:pt x="1789382" y="2433868"/>
                    <a:pt x="1641173" y="2541786"/>
                  </a:cubicBezTo>
                  <a:cubicBezTo>
                    <a:pt x="1490583" y="2651038"/>
                    <a:pt x="1335135" y="2764386"/>
                    <a:pt x="1241981" y="2764386"/>
                  </a:cubicBezTo>
                  <a:close/>
                  <a:moveTo>
                    <a:pt x="1164447" y="2730857"/>
                  </a:moveTo>
                  <a:cubicBezTo>
                    <a:pt x="1208929" y="2754861"/>
                    <a:pt x="1232741" y="2754861"/>
                    <a:pt x="1241885" y="2754861"/>
                  </a:cubicBezTo>
                  <a:lnTo>
                    <a:pt x="1241885" y="2754861"/>
                  </a:lnTo>
                  <a:cubicBezTo>
                    <a:pt x="1332277" y="2754861"/>
                    <a:pt x="1486392" y="2642466"/>
                    <a:pt x="1635458" y="2533880"/>
                  </a:cubicBezTo>
                  <a:cubicBezTo>
                    <a:pt x="1784525" y="2425295"/>
                    <a:pt x="1952355" y="2302899"/>
                    <a:pt x="2152190" y="2212697"/>
                  </a:cubicBezTo>
                  <a:cubicBezTo>
                    <a:pt x="2239915" y="2173169"/>
                    <a:pt x="2340594" y="2153071"/>
                    <a:pt x="2451656" y="2153071"/>
                  </a:cubicBezTo>
                  <a:cubicBezTo>
                    <a:pt x="2611485" y="2153071"/>
                    <a:pt x="2776553" y="2194124"/>
                    <a:pt x="2922191" y="2230319"/>
                  </a:cubicBezTo>
                  <a:lnTo>
                    <a:pt x="2923238" y="2230319"/>
                  </a:lnTo>
                  <a:cubicBezTo>
                    <a:pt x="2947813" y="2236415"/>
                    <a:pt x="2975054" y="2243177"/>
                    <a:pt x="3002296" y="2249369"/>
                  </a:cubicBezTo>
                  <a:cubicBezTo>
                    <a:pt x="3051254" y="2063440"/>
                    <a:pt x="3146409" y="1845413"/>
                    <a:pt x="3293189" y="1582619"/>
                  </a:cubicBezTo>
                  <a:cubicBezTo>
                    <a:pt x="3365389" y="1453650"/>
                    <a:pt x="3433588" y="1331730"/>
                    <a:pt x="3428444" y="1267055"/>
                  </a:cubicBezTo>
                  <a:cubicBezTo>
                    <a:pt x="3404060" y="965494"/>
                    <a:pt x="3116786" y="756801"/>
                    <a:pt x="2646537" y="448953"/>
                  </a:cubicBezTo>
                  <a:lnTo>
                    <a:pt x="2625582" y="435237"/>
                  </a:lnTo>
                  <a:cubicBezTo>
                    <a:pt x="2564336" y="395137"/>
                    <a:pt x="2519283" y="389707"/>
                    <a:pt x="2483374" y="389707"/>
                  </a:cubicBezTo>
                  <a:cubicBezTo>
                    <a:pt x="2381171" y="389707"/>
                    <a:pt x="2244201" y="440666"/>
                    <a:pt x="2085705" y="499626"/>
                  </a:cubicBezTo>
                  <a:cubicBezTo>
                    <a:pt x="1912445" y="564110"/>
                    <a:pt x="1716135" y="637072"/>
                    <a:pt x="1486868" y="673743"/>
                  </a:cubicBezTo>
                  <a:cubicBezTo>
                    <a:pt x="1410328" y="685611"/>
                    <a:pt x="1332959" y="691313"/>
                    <a:pt x="1255506" y="690793"/>
                  </a:cubicBezTo>
                  <a:cubicBezTo>
                    <a:pt x="1114155" y="690793"/>
                    <a:pt x="975185" y="675077"/>
                    <a:pt x="840788" y="659837"/>
                  </a:cubicBezTo>
                  <a:cubicBezTo>
                    <a:pt x="727154" y="646978"/>
                    <a:pt x="619903" y="634786"/>
                    <a:pt x="530558" y="634786"/>
                  </a:cubicBezTo>
                  <a:cubicBezTo>
                    <a:pt x="452358" y="634786"/>
                    <a:pt x="418449" y="644311"/>
                    <a:pt x="406733" y="648788"/>
                  </a:cubicBezTo>
                  <a:cubicBezTo>
                    <a:pt x="391017" y="672981"/>
                    <a:pt x="378158" y="694984"/>
                    <a:pt x="411686" y="773279"/>
                  </a:cubicBezTo>
                  <a:cubicBezTo>
                    <a:pt x="461407" y="889389"/>
                    <a:pt x="576374" y="1033788"/>
                    <a:pt x="698103" y="1186664"/>
                  </a:cubicBezTo>
                  <a:cubicBezTo>
                    <a:pt x="831929" y="1354781"/>
                    <a:pt x="983853" y="1545281"/>
                    <a:pt x="1093390" y="1757021"/>
                  </a:cubicBezTo>
                  <a:cubicBezTo>
                    <a:pt x="1232075" y="2024579"/>
                    <a:pt x="1202452" y="2300994"/>
                    <a:pt x="1179115" y="2523117"/>
                  </a:cubicBezTo>
                  <a:cubicBezTo>
                    <a:pt x="1171114" y="2589792"/>
                    <a:pt x="1161494" y="2680280"/>
                    <a:pt x="1164161" y="2730857"/>
                  </a:cubicBezTo>
                  <a:close/>
                  <a:moveTo>
                    <a:pt x="1566783" y="2126115"/>
                  </a:moveTo>
                  <a:lnTo>
                    <a:pt x="1566211" y="2117638"/>
                  </a:lnTo>
                  <a:cubicBezTo>
                    <a:pt x="1553257" y="1921423"/>
                    <a:pt x="1506394" y="1747877"/>
                    <a:pt x="1423336" y="1587000"/>
                  </a:cubicBezTo>
                  <a:cubicBezTo>
                    <a:pt x="1319800" y="1386975"/>
                    <a:pt x="1188926" y="1210858"/>
                    <a:pt x="1074626" y="1064649"/>
                  </a:cubicBezTo>
                  <a:lnTo>
                    <a:pt x="1068054" y="1056267"/>
                  </a:lnTo>
                  <a:lnTo>
                    <a:pt x="1078722" y="1056934"/>
                  </a:lnTo>
                  <a:cubicBezTo>
                    <a:pt x="1142063" y="1061220"/>
                    <a:pt x="1200071" y="1063220"/>
                    <a:pt x="1255982" y="1063220"/>
                  </a:cubicBezTo>
                  <a:cubicBezTo>
                    <a:pt x="1353087" y="1063765"/>
                    <a:pt x="1450078" y="1056503"/>
                    <a:pt x="1546018" y="1041503"/>
                  </a:cubicBezTo>
                  <a:cubicBezTo>
                    <a:pt x="1811671" y="999022"/>
                    <a:pt x="2035604" y="915773"/>
                    <a:pt x="2215531" y="848813"/>
                  </a:cubicBezTo>
                  <a:cubicBezTo>
                    <a:pt x="2294969" y="819285"/>
                    <a:pt x="2393363" y="782138"/>
                    <a:pt x="2452132" y="768136"/>
                  </a:cubicBezTo>
                  <a:lnTo>
                    <a:pt x="2454132" y="767660"/>
                  </a:lnTo>
                  <a:lnTo>
                    <a:pt x="2455942" y="768803"/>
                  </a:lnTo>
                  <a:cubicBezTo>
                    <a:pt x="2723213" y="944063"/>
                    <a:pt x="2989342" y="1125990"/>
                    <a:pt x="3046492" y="1255149"/>
                  </a:cubicBezTo>
                  <a:lnTo>
                    <a:pt x="3047444" y="1257245"/>
                  </a:lnTo>
                  <a:lnTo>
                    <a:pt x="3046397" y="1259245"/>
                  </a:lnTo>
                  <a:cubicBezTo>
                    <a:pt x="3025823" y="1300869"/>
                    <a:pt x="2993057" y="1359448"/>
                    <a:pt x="2969149" y="1402120"/>
                  </a:cubicBezTo>
                  <a:cubicBezTo>
                    <a:pt x="2894079" y="1534486"/>
                    <a:pt x="2825854" y="1670619"/>
                    <a:pt x="2764742" y="1809980"/>
                  </a:cubicBezTo>
                  <a:lnTo>
                    <a:pt x="2763218" y="1813505"/>
                  </a:lnTo>
                  <a:lnTo>
                    <a:pt x="2759504" y="1812743"/>
                  </a:lnTo>
                  <a:cubicBezTo>
                    <a:pt x="2658060" y="1792940"/>
                    <a:pt x="2555010" y="1782513"/>
                    <a:pt x="2451656" y="1781596"/>
                  </a:cubicBezTo>
                  <a:cubicBezTo>
                    <a:pt x="2287635" y="1781596"/>
                    <a:pt x="2135425" y="1812743"/>
                    <a:pt x="1999313" y="1874179"/>
                  </a:cubicBezTo>
                  <a:cubicBezTo>
                    <a:pt x="1821577" y="1954379"/>
                    <a:pt x="1671272" y="2053630"/>
                    <a:pt x="1573641" y="2121257"/>
                  </a:cubicBezTo>
                  <a:close/>
                  <a:moveTo>
                    <a:pt x="1087961" y="1067126"/>
                  </a:moveTo>
                  <a:cubicBezTo>
                    <a:pt x="1201023" y="1212096"/>
                    <a:pt x="1329230" y="1386023"/>
                    <a:pt x="1430861" y="1582619"/>
                  </a:cubicBezTo>
                  <a:cubicBezTo>
                    <a:pt x="1513729" y="1742353"/>
                    <a:pt x="1560782" y="1914565"/>
                    <a:pt x="1574593" y="2108684"/>
                  </a:cubicBezTo>
                  <a:cubicBezTo>
                    <a:pt x="1672606" y="2040962"/>
                    <a:pt x="1820624" y="1944188"/>
                    <a:pt x="1994932" y="1865416"/>
                  </a:cubicBezTo>
                  <a:cubicBezTo>
                    <a:pt x="2132282" y="1803503"/>
                    <a:pt x="2285730" y="1772071"/>
                    <a:pt x="2451179" y="1772071"/>
                  </a:cubicBezTo>
                  <a:cubicBezTo>
                    <a:pt x="2553819" y="1772945"/>
                    <a:pt x="2656164" y="1783211"/>
                    <a:pt x="2756932" y="1802741"/>
                  </a:cubicBezTo>
                  <a:cubicBezTo>
                    <a:pt x="2817769" y="1664347"/>
                    <a:pt x="2885612" y="1529139"/>
                    <a:pt x="2960195" y="1397643"/>
                  </a:cubicBezTo>
                  <a:cubicBezTo>
                    <a:pt x="2983722" y="1355543"/>
                    <a:pt x="3015821" y="1298297"/>
                    <a:pt x="3036395" y="1257054"/>
                  </a:cubicBezTo>
                  <a:cubicBezTo>
                    <a:pt x="2977912" y="1130562"/>
                    <a:pt x="2715689" y="951111"/>
                    <a:pt x="2451560" y="777947"/>
                  </a:cubicBezTo>
                  <a:cubicBezTo>
                    <a:pt x="2393077" y="792615"/>
                    <a:pt x="2296303" y="828620"/>
                    <a:pt x="2218388" y="857576"/>
                  </a:cubicBezTo>
                  <a:cubicBezTo>
                    <a:pt x="2037889" y="924822"/>
                    <a:pt x="1813481" y="1008642"/>
                    <a:pt x="1546781" y="1050933"/>
                  </a:cubicBezTo>
                  <a:cubicBezTo>
                    <a:pt x="1450331" y="1065964"/>
                    <a:pt x="1352833" y="1073258"/>
                    <a:pt x="1255220" y="1072745"/>
                  </a:cubicBezTo>
                  <a:cubicBezTo>
                    <a:pt x="1202356" y="1072745"/>
                    <a:pt x="1147493" y="1070936"/>
                    <a:pt x="1087961" y="1067126"/>
                  </a:cubicBezTo>
                  <a:close/>
                  <a:moveTo>
                    <a:pt x="1241981" y="2954886"/>
                  </a:moveTo>
                  <a:cubicBezTo>
                    <a:pt x="1172543" y="2954886"/>
                    <a:pt x="1101582" y="2930502"/>
                    <a:pt x="1025096" y="2880400"/>
                  </a:cubicBezTo>
                  <a:cubicBezTo>
                    <a:pt x="956421" y="2835442"/>
                    <a:pt x="953468" y="2747050"/>
                    <a:pt x="979662" y="2502733"/>
                  </a:cubicBezTo>
                  <a:cubicBezTo>
                    <a:pt x="1001665" y="2297184"/>
                    <a:pt x="1026620" y="2064107"/>
                    <a:pt x="915559" y="1850081"/>
                  </a:cubicBezTo>
                  <a:cubicBezTo>
                    <a:pt x="814784" y="1655580"/>
                    <a:pt x="675814" y="1480987"/>
                    <a:pt x="541417" y="1312204"/>
                  </a:cubicBezTo>
                  <a:cubicBezTo>
                    <a:pt x="232997" y="925108"/>
                    <a:pt x="111553" y="734703"/>
                    <a:pt x="241855" y="535249"/>
                  </a:cubicBezTo>
                  <a:cubicBezTo>
                    <a:pt x="274050" y="486005"/>
                    <a:pt x="333581" y="435713"/>
                    <a:pt x="530082" y="435713"/>
                  </a:cubicBezTo>
                  <a:cubicBezTo>
                    <a:pt x="630666" y="435713"/>
                    <a:pt x="743347" y="448477"/>
                    <a:pt x="862790" y="462002"/>
                  </a:cubicBezTo>
                  <a:cubicBezTo>
                    <a:pt x="991759" y="476671"/>
                    <a:pt x="1125014" y="491720"/>
                    <a:pt x="1255030" y="491720"/>
                  </a:cubicBezTo>
                  <a:cubicBezTo>
                    <a:pt x="1321983" y="492193"/>
                    <a:pt x="1388868" y="487352"/>
                    <a:pt x="1455055" y="477242"/>
                  </a:cubicBezTo>
                  <a:cubicBezTo>
                    <a:pt x="1664605" y="443619"/>
                    <a:pt x="1851104" y="374372"/>
                    <a:pt x="2015601" y="313127"/>
                  </a:cubicBezTo>
                  <a:cubicBezTo>
                    <a:pt x="2192290" y="247404"/>
                    <a:pt x="2344880" y="190635"/>
                    <a:pt x="2483088" y="190635"/>
                  </a:cubicBezTo>
                  <a:cubicBezTo>
                    <a:pt x="2573385" y="190635"/>
                    <a:pt x="2653395" y="215495"/>
                    <a:pt x="2734834" y="268835"/>
                  </a:cubicBezTo>
                  <a:lnTo>
                    <a:pt x="2755789" y="282551"/>
                  </a:lnTo>
                  <a:cubicBezTo>
                    <a:pt x="2984389" y="431998"/>
                    <a:pt x="3199463" y="572969"/>
                    <a:pt x="3361674" y="735084"/>
                  </a:cubicBezTo>
                  <a:cubicBezTo>
                    <a:pt x="3527981" y="901295"/>
                    <a:pt x="3612563" y="1065792"/>
                    <a:pt x="3627612" y="1251911"/>
                  </a:cubicBezTo>
                  <a:cubicBezTo>
                    <a:pt x="3637708" y="1377164"/>
                    <a:pt x="3562652" y="1511372"/>
                    <a:pt x="3467592" y="1681202"/>
                  </a:cubicBezTo>
                  <a:cubicBezTo>
                    <a:pt x="3355197" y="1882275"/>
                    <a:pt x="3215275" y="2132402"/>
                    <a:pt x="3161649" y="2474445"/>
                  </a:cubicBezTo>
                  <a:lnTo>
                    <a:pt x="3160982" y="2478540"/>
                  </a:lnTo>
                  <a:lnTo>
                    <a:pt x="3156506" y="2478540"/>
                  </a:lnTo>
                  <a:cubicBezTo>
                    <a:pt x="3086973" y="2477683"/>
                    <a:pt x="2978483" y="2450632"/>
                    <a:pt x="2873518" y="2424533"/>
                  </a:cubicBezTo>
                  <a:cubicBezTo>
                    <a:pt x="2732357" y="2389481"/>
                    <a:pt x="2586530" y="2353191"/>
                    <a:pt x="2451084" y="2353191"/>
                  </a:cubicBezTo>
                  <a:cubicBezTo>
                    <a:pt x="2367455" y="2353191"/>
                    <a:pt x="2296398" y="2366907"/>
                    <a:pt x="2233914" y="2395196"/>
                  </a:cubicBezTo>
                  <a:cubicBezTo>
                    <a:pt x="2052939" y="2476826"/>
                    <a:pt x="1893395" y="2593031"/>
                    <a:pt x="1752711" y="2695615"/>
                  </a:cubicBezTo>
                  <a:cubicBezTo>
                    <a:pt x="1562211" y="2834775"/>
                    <a:pt x="1396857" y="2954981"/>
                    <a:pt x="1241314" y="2954981"/>
                  </a:cubicBezTo>
                  <a:lnTo>
                    <a:pt x="1241314" y="2954981"/>
                  </a:lnTo>
                  <a:close/>
                  <a:moveTo>
                    <a:pt x="530368" y="445238"/>
                  </a:moveTo>
                  <a:cubicBezTo>
                    <a:pt x="338344" y="445238"/>
                    <a:pt x="280908" y="493435"/>
                    <a:pt x="250047" y="540488"/>
                  </a:cubicBezTo>
                  <a:cubicBezTo>
                    <a:pt x="122983" y="734703"/>
                    <a:pt x="243379" y="922917"/>
                    <a:pt x="548560" y="1306298"/>
                  </a:cubicBezTo>
                  <a:cubicBezTo>
                    <a:pt x="683244" y="1475367"/>
                    <a:pt x="822880" y="1650341"/>
                    <a:pt x="923750" y="1845699"/>
                  </a:cubicBezTo>
                  <a:cubicBezTo>
                    <a:pt x="1036050" y="2062298"/>
                    <a:pt x="1010999" y="2296803"/>
                    <a:pt x="988806" y="2503781"/>
                  </a:cubicBezTo>
                  <a:cubicBezTo>
                    <a:pt x="963184" y="2743335"/>
                    <a:pt x="965565" y="2830203"/>
                    <a:pt x="1029954" y="2872399"/>
                  </a:cubicBezTo>
                  <a:cubicBezTo>
                    <a:pt x="1104916" y="2921453"/>
                    <a:pt x="1174163" y="2945361"/>
                    <a:pt x="1241695" y="2945361"/>
                  </a:cubicBezTo>
                  <a:lnTo>
                    <a:pt x="1241695" y="2945361"/>
                  </a:lnTo>
                  <a:cubicBezTo>
                    <a:pt x="1394095" y="2945361"/>
                    <a:pt x="1557830" y="2826012"/>
                    <a:pt x="1747472" y="2688186"/>
                  </a:cubicBezTo>
                  <a:cubicBezTo>
                    <a:pt x="1888538" y="2585411"/>
                    <a:pt x="2048462" y="2469110"/>
                    <a:pt x="2230295" y="2386719"/>
                  </a:cubicBezTo>
                  <a:cubicBezTo>
                    <a:pt x="2294112" y="2358144"/>
                    <a:pt x="2366502" y="2343952"/>
                    <a:pt x="2451465" y="2343952"/>
                  </a:cubicBezTo>
                  <a:cubicBezTo>
                    <a:pt x="2588054" y="2343952"/>
                    <a:pt x="2734453" y="2380337"/>
                    <a:pt x="2876090" y="2415580"/>
                  </a:cubicBezTo>
                  <a:cubicBezTo>
                    <a:pt x="2978579" y="2441012"/>
                    <a:pt x="3084306" y="2467301"/>
                    <a:pt x="3152886" y="2469301"/>
                  </a:cubicBezTo>
                  <a:cubicBezTo>
                    <a:pt x="3207179" y="2127544"/>
                    <a:pt x="3346910" y="1877894"/>
                    <a:pt x="3459305" y="1677011"/>
                  </a:cubicBezTo>
                  <a:cubicBezTo>
                    <a:pt x="3553508" y="1508514"/>
                    <a:pt x="3627993" y="1375450"/>
                    <a:pt x="3618087" y="1253054"/>
                  </a:cubicBezTo>
                  <a:cubicBezTo>
                    <a:pt x="3603228" y="1069031"/>
                    <a:pt x="3519694" y="906724"/>
                    <a:pt x="3355102" y="742228"/>
                  </a:cubicBezTo>
                  <a:cubicBezTo>
                    <a:pt x="3193177" y="580779"/>
                    <a:pt x="2978483" y="439999"/>
                    <a:pt x="2750741" y="291029"/>
                  </a:cubicBezTo>
                  <a:lnTo>
                    <a:pt x="2729786" y="277217"/>
                  </a:lnTo>
                  <a:cubicBezTo>
                    <a:pt x="2649871" y="224925"/>
                    <a:pt x="2571480" y="200541"/>
                    <a:pt x="2483183" y="200541"/>
                  </a:cubicBezTo>
                  <a:cubicBezTo>
                    <a:pt x="2346690" y="200541"/>
                    <a:pt x="2194862" y="257024"/>
                    <a:pt x="2019030" y="322461"/>
                  </a:cubicBezTo>
                  <a:cubicBezTo>
                    <a:pt x="1854152" y="383802"/>
                    <a:pt x="1667272" y="453335"/>
                    <a:pt x="1457055" y="486958"/>
                  </a:cubicBezTo>
                  <a:cubicBezTo>
                    <a:pt x="1390468" y="497222"/>
                    <a:pt x="1323164" y="502127"/>
                    <a:pt x="1255792" y="501626"/>
                  </a:cubicBezTo>
                  <a:cubicBezTo>
                    <a:pt x="1125204" y="501626"/>
                    <a:pt x="991759" y="486481"/>
                    <a:pt x="862600" y="471908"/>
                  </a:cubicBezTo>
                  <a:cubicBezTo>
                    <a:pt x="742871" y="458002"/>
                    <a:pt x="630380" y="445238"/>
                    <a:pt x="530368" y="445238"/>
                  </a:cubicBezTo>
                  <a:close/>
                  <a:moveTo>
                    <a:pt x="1362281" y="2505210"/>
                  </a:moveTo>
                  <a:lnTo>
                    <a:pt x="1363329" y="2495114"/>
                  </a:lnTo>
                  <a:cubicBezTo>
                    <a:pt x="1388665" y="2249559"/>
                    <a:pt x="1403239" y="1963333"/>
                    <a:pt x="1253506" y="1674725"/>
                  </a:cubicBezTo>
                  <a:cubicBezTo>
                    <a:pt x="1135586" y="1447268"/>
                    <a:pt x="978138" y="1249434"/>
                    <a:pt x="839168" y="1074650"/>
                  </a:cubicBezTo>
                  <a:cubicBezTo>
                    <a:pt x="802973" y="1029121"/>
                    <a:pt x="718296" y="922822"/>
                    <a:pt x="654097" y="830715"/>
                  </a:cubicBezTo>
                  <a:lnTo>
                    <a:pt x="648287" y="822333"/>
                  </a:lnTo>
                  <a:lnTo>
                    <a:pt x="658479" y="823190"/>
                  </a:lnTo>
                  <a:cubicBezTo>
                    <a:pt x="708961" y="827667"/>
                    <a:pt x="762778" y="833763"/>
                    <a:pt x="819832" y="840240"/>
                  </a:cubicBezTo>
                  <a:cubicBezTo>
                    <a:pt x="953182" y="855385"/>
                    <a:pt x="1103677" y="872435"/>
                    <a:pt x="1255315" y="872435"/>
                  </a:cubicBezTo>
                  <a:cubicBezTo>
                    <a:pt x="1342363" y="873052"/>
                    <a:pt x="1429320" y="866682"/>
                    <a:pt x="1515348" y="853385"/>
                  </a:cubicBezTo>
                  <a:cubicBezTo>
                    <a:pt x="1762236" y="813951"/>
                    <a:pt x="1976453" y="734227"/>
                    <a:pt x="2148475" y="670219"/>
                  </a:cubicBezTo>
                  <a:cubicBezTo>
                    <a:pt x="2278777" y="621737"/>
                    <a:pt x="2413556" y="571635"/>
                    <a:pt x="2483183" y="571635"/>
                  </a:cubicBezTo>
                  <a:cubicBezTo>
                    <a:pt x="2493184" y="571635"/>
                    <a:pt x="2502233" y="571635"/>
                    <a:pt x="2526236" y="587637"/>
                  </a:cubicBezTo>
                  <a:lnTo>
                    <a:pt x="2547191" y="601353"/>
                  </a:lnTo>
                  <a:cubicBezTo>
                    <a:pt x="2758456" y="739656"/>
                    <a:pt x="2958005" y="870244"/>
                    <a:pt x="3092498" y="1004641"/>
                  </a:cubicBezTo>
                  <a:cubicBezTo>
                    <a:pt x="3216323" y="1128466"/>
                    <a:pt x="3240230" y="1212287"/>
                    <a:pt x="3246707" y="1271341"/>
                  </a:cubicBezTo>
                  <a:lnTo>
                    <a:pt x="3246707" y="1272199"/>
                  </a:lnTo>
                  <a:lnTo>
                    <a:pt x="3246707" y="1273056"/>
                  </a:lnTo>
                  <a:cubicBezTo>
                    <a:pt x="3235468" y="1316204"/>
                    <a:pt x="3177556" y="1419741"/>
                    <a:pt x="3135265" y="1495370"/>
                  </a:cubicBezTo>
                  <a:cubicBezTo>
                    <a:pt x="3056493" y="1636149"/>
                    <a:pt x="2958481" y="1811314"/>
                    <a:pt x="2882281" y="2029913"/>
                  </a:cubicBezTo>
                  <a:lnTo>
                    <a:pt x="2880852" y="2034008"/>
                  </a:lnTo>
                  <a:lnTo>
                    <a:pt x="2876661" y="2032961"/>
                  </a:lnTo>
                  <a:cubicBezTo>
                    <a:pt x="2751026" y="2002957"/>
                    <a:pt x="2602246" y="1972286"/>
                    <a:pt x="2451560" y="1972286"/>
                  </a:cubicBezTo>
                  <a:cubicBezTo>
                    <a:pt x="2312781" y="1972286"/>
                    <a:pt x="2190480" y="1997051"/>
                    <a:pt x="2077609" y="2048486"/>
                  </a:cubicBezTo>
                  <a:cubicBezTo>
                    <a:pt x="1860820" y="2146308"/>
                    <a:pt x="1676702" y="2280420"/>
                    <a:pt x="1528778" y="2388243"/>
                  </a:cubicBezTo>
                  <a:cubicBezTo>
                    <a:pt x="1482296" y="2422152"/>
                    <a:pt x="1424003" y="2464443"/>
                    <a:pt x="1370759" y="2500257"/>
                  </a:cubicBezTo>
                  <a:close/>
                  <a:moveTo>
                    <a:pt x="667813" y="833954"/>
                  </a:moveTo>
                  <a:cubicBezTo>
                    <a:pt x="731059" y="923774"/>
                    <a:pt x="811546" y="1024454"/>
                    <a:pt x="846598" y="1068935"/>
                  </a:cubicBezTo>
                  <a:cubicBezTo>
                    <a:pt x="985853" y="1243814"/>
                    <a:pt x="1143682" y="1442030"/>
                    <a:pt x="1261983" y="1670344"/>
                  </a:cubicBezTo>
                  <a:cubicBezTo>
                    <a:pt x="1410859" y="1957332"/>
                    <a:pt x="1398667" y="2241272"/>
                    <a:pt x="1373806" y="2485970"/>
                  </a:cubicBezTo>
                  <a:cubicBezTo>
                    <a:pt x="1424765" y="2451489"/>
                    <a:pt x="1478581" y="2411960"/>
                    <a:pt x="1523063" y="2379861"/>
                  </a:cubicBezTo>
                  <a:cubicBezTo>
                    <a:pt x="1671368" y="2271848"/>
                    <a:pt x="1855867" y="2137355"/>
                    <a:pt x="2073608" y="2039057"/>
                  </a:cubicBezTo>
                  <a:cubicBezTo>
                    <a:pt x="2187908" y="1987622"/>
                    <a:pt x="2311257" y="1962857"/>
                    <a:pt x="2451465" y="1962857"/>
                  </a:cubicBezTo>
                  <a:cubicBezTo>
                    <a:pt x="2601484" y="1962857"/>
                    <a:pt x="2749312" y="1992956"/>
                    <a:pt x="2874566" y="2022864"/>
                  </a:cubicBezTo>
                  <a:cubicBezTo>
                    <a:pt x="2950766" y="1805313"/>
                    <a:pt x="3048397" y="1631006"/>
                    <a:pt x="3126788" y="1490798"/>
                  </a:cubicBezTo>
                  <a:cubicBezTo>
                    <a:pt x="3168602" y="1416122"/>
                    <a:pt x="3225657" y="1314109"/>
                    <a:pt x="3237182" y="1271723"/>
                  </a:cubicBezTo>
                  <a:cubicBezTo>
                    <a:pt x="3230610" y="1214573"/>
                    <a:pt x="3207274" y="1133324"/>
                    <a:pt x="3085735" y="1011881"/>
                  </a:cubicBezTo>
                  <a:cubicBezTo>
                    <a:pt x="2952385" y="878531"/>
                    <a:pt x="2752836" y="747847"/>
                    <a:pt x="2541953" y="609830"/>
                  </a:cubicBezTo>
                  <a:lnTo>
                    <a:pt x="2520998" y="596019"/>
                  </a:lnTo>
                  <a:cubicBezTo>
                    <a:pt x="2498995" y="581636"/>
                    <a:pt x="2492423" y="581636"/>
                    <a:pt x="2482898" y="581636"/>
                  </a:cubicBezTo>
                  <a:cubicBezTo>
                    <a:pt x="2414984" y="581636"/>
                    <a:pt x="2281063" y="631452"/>
                    <a:pt x="2151523" y="679648"/>
                  </a:cubicBezTo>
                  <a:cubicBezTo>
                    <a:pt x="1979025" y="743847"/>
                    <a:pt x="1764427" y="823666"/>
                    <a:pt x="1516491" y="863290"/>
                  </a:cubicBezTo>
                  <a:cubicBezTo>
                    <a:pt x="1429983" y="876591"/>
                    <a:pt x="1342552" y="882961"/>
                    <a:pt x="1255030" y="882340"/>
                  </a:cubicBezTo>
                  <a:cubicBezTo>
                    <a:pt x="1102630" y="882340"/>
                    <a:pt x="951944" y="865291"/>
                    <a:pt x="818785" y="850146"/>
                  </a:cubicBezTo>
                  <a:cubicBezTo>
                    <a:pt x="765730" y="843955"/>
                    <a:pt x="715248" y="838240"/>
                    <a:pt x="667813" y="833954"/>
                  </a:cubicBezTo>
                  <a:close/>
                  <a:moveTo>
                    <a:pt x="1709277" y="1809218"/>
                  </a:moveTo>
                  <a:lnTo>
                    <a:pt x="1707753" y="1803218"/>
                  </a:lnTo>
                  <a:cubicBezTo>
                    <a:pt x="1680586" y="1697878"/>
                    <a:pt x="1641670" y="1595925"/>
                    <a:pt x="1591739" y="1499275"/>
                  </a:cubicBezTo>
                  <a:cubicBezTo>
                    <a:pt x="1547551" y="1414596"/>
                    <a:pt x="1498971" y="1332284"/>
                    <a:pt x="1446197" y="1252673"/>
                  </a:cubicBezTo>
                  <a:lnTo>
                    <a:pt x="1441815" y="1246005"/>
                  </a:lnTo>
                  <a:lnTo>
                    <a:pt x="1449721" y="1245338"/>
                  </a:lnTo>
                  <a:cubicBezTo>
                    <a:pt x="1492107" y="1241528"/>
                    <a:pt x="1534398" y="1235813"/>
                    <a:pt x="1575546" y="1229622"/>
                  </a:cubicBezTo>
                  <a:cubicBezTo>
                    <a:pt x="1859677" y="1184188"/>
                    <a:pt x="2103326" y="1093510"/>
                    <a:pt x="2281253" y="1027406"/>
                  </a:cubicBezTo>
                  <a:cubicBezTo>
                    <a:pt x="2320687" y="1012738"/>
                    <a:pt x="2374503" y="992640"/>
                    <a:pt x="2421366" y="976638"/>
                  </a:cubicBezTo>
                  <a:lnTo>
                    <a:pt x="2423557" y="975876"/>
                  </a:lnTo>
                  <a:lnTo>
                    <a:pt x="2425462" y="977210"/>
                  </a:lnTo>
                  <a:cubicBezTo>
                    <a:pt x="2566527" y="1070173"/>
                    <a:pt x="2725023" y="1177235"/>
                    <a:pt x="2819987" y="1270961"/>
                  </a:cubicBezTo>
                  <a:lnTo>
                    <a:pt x="2822559" y="1273532"/>
                  </a:lnTo>
                  <a:lnTo>
                    <a:pt x="2820749" y="1276676"/>
                  </a:lnTo>
                  <a:lnTo>
                    <a:pt x="2802652" y="1309156"/>
                  </a:lnTo>
                  <a:cubicBezTo>
                    <a:pt x="2758361" y="1388308"/>
                    <a:pt x="2703211" y="1486797"/>
                    <a:pt x="2648918" y="1599954"/>
                  </a:cubicBezTo>
                  <a:lnTo>
                    <a:pt x="2647490" y="1603002"/>
                  </a:lnTo>
                  <a:lnTo>
                    <a:pt x="2644061" y="1603002"/>
                  </a:lnTo>
                  <a:cubicBezTo>
                    <a:pt x="2580204" y="1595384"/>
                    <a:pt x="2515965" y="1591409"/>
                    <a:pt x="2451656" y="1591096"/>
                  </a:cubicBezTo>
                  <a:cubicBezTo>
                    <a:pt x="2257727" y="1591096"/>
                    <a:pt x="2084086" y="1626910"/>
                    <a:pt x="1920922" y="1700538"/>
                  </a:cubicBezTo>
                  <a:cubicBezTo>
                    <a:pt x="1853676" y="1730923"/>
                    <a:pt x="1784334" y="1766451"/>
                    <a:pt x="1714897" y="1806075"/>
                  </a:cubicBezTo>
                  <a:close/>
                  <a:moveTo>
                    <a:pt x="1458484" y="1254101"/>
                  </a:moveTo>
                  <a:cubicBezTo>
                    <a:pt x="1509833" y="1331877"/>
                    <a:pt x="1557140" y="1412248"/>
                    <a:pt x="1600216" y="1494893"/>
                  </a:cubicBezTo>
                  <a:cubicBezTo>
                    <a:pt x="1649491" y="1590313"/>
                    <a:pt x="1688109" y="1690868"/>
                    <a:pt x="1715373" y="1794740"/>
                  </a:cubicBezTo>
                  <a:cubicBezTo>
                    <a:pt x="1783286" y="1756640"/>
                    <a:pt x="1851009" y="1721588"/>
                    <a:pt x="1916827" y="1691870"/>
                  </a:cubicBezTo>
                  <a:cubicBezTo>
                    <a:pt x="2081228" y="1617671"/>
                    <a:pt x="2256107" y="1581571"/>
                    <a:pt x="2451465" y="1581571"/>
                  </a:cubicBezTo>
                  <a:cubicBezTo>
                    <a:pt x="2515124" y="1581706"/>
                    <a:pt x="2578725" y="1585427"/>
                    <a:pt x="2641965" y="1592715"/>
                  </a:cubicBezTo>
                  <a:cubicBezTo>
                    <a:pt x="2695972" y="1480701"/>
                    <a:pt x="2750550" y="1383165"/>
                    <a:pt x="2794365" y="1304489"/>
                  </a:cubicBezTo>
                  <a:lnTo>
                    <a:pt x="2810653" y="1275152"/>
                  </a:lnTo>
                  <a:cubicBezTo>
                    <a:pt x="2716450" y="1183045"/>
                    <a:pt x="2561098" y="1077984"/>
                    <a:pt x="2422223" y="986449"/>
                  </a:cubicBezTo>
                  <a:cubicBezTo>
                    <a:pt x="2376027" y="1002260"/>
                    <a:pt x="2323258" y="1021882"/>
                    <a:pt x="2284682" y="1036264"/>
                  </a:cubicBezTo>
                  <a:cubicBezTo>
                    <a:pt x="2106279" y="1102940"/>
                    <a:pt x="1862153" y="1193427"/>
                    <a:pt x="1576975" y="1239052"/>
                  </a:cubicBezTo>
                  <a:cubicBezTo>
                    <a:pt x="1538303" y="1245243"/>
                    <a:pt x="1498393" y="1250291"/>
                    <a:pt x="1458484" y="1254101"/>
                  </a:cubicBezTo>
                  <a:close/>
                  <a:moveTo>
                    <a:pt x="1241981" y="3050136"/>
                  </a:moveTo>
                  <a:lnTo>
                    <a:pt x="1241981" y="3050136"/>
                  </a:lnTo>
                  <a:cubicBezTo>
                    <a:pt x="1153398" y="3050136"/>
                    <a:pt x="1065387" y="3020608"/>
                    <a:pt x="972899" y="2960029"/>
                  </a:cubicBezTo>
                  <a:cubicBezTo>
                    <a:pt x="850122" y="2879638"/>
                    <a:pt x="859456" y="2730095"/>
                    <a:pt x="884888" y="2492637"/>
                  </a:cubicBezTo>
                  <a:cubicBezTo>
                    <a:pt x="905462" y="2300423"/>
                    <a:pt x="928798" y="2082490"/>
                    <a:pt x="831072" y="1893896"/>
                  </a:cubicBezTo>
                  <a:cubicBezTo>
                    <a:pt x="734488" y="1707682"/>
                    <a:pt x="598471" y="1536803"/>
                    <a:pt x="466836" y="1371545"/>
                  </a:cubicBezTo>
                  <a:cubicBezTo>
                    <a:pt x="165655" y="992926"/>
                    <a:pt x="-10748" y="747466"/>
                    <a:pt x="162417" y="483148"/>
                  </a:cubicBezTo>
                  <a:cubicBezTo>
                    <a:pt x="227092" y="384469"/>
                    <a:pt x="340534" y="340273"/>
                    <a:pt x="530368" y="340273"/>
                  </a:cubicBezTo>
                  <a:cubicBezTo>
                    <a:pt x="636381" y="340273"/>
                    <a:pt x="751729" y="353322"/>
                    <a:pt x="873839" y="367229"/>
                  </a:cubicBezTo>
                  <a:cubicBezTo>
                    <a:pt x="1000046" y="381516"/>
                    <a:pt x="1131014" y="396280"/>
                    <a:pt x="1255315" y="396280"/>
                  </a:cubicBezTo>
                  <a:cubicBezTo>
                    <a:pt x="1317167" y="396740"/>
                    <a:pt x="1378956" y="392281"/>
                    <a:pt x="1440100" y="382945"/>
                  </a:cubicBezTo>
                  <a:cubicBezTo>
                    <a:pt x="1640126" y="350941"/>
                    <a:pt x="1822148" y="283313"/>
                    <a:pt x="1982454" y="223687"/>
                  </a:cubicBezTo>
                  <a:cubicBezTo>
                    <a:pt x="2167811" y="154726"/>
                    <a:pt x="2327831" y="95195"/>
                    <a:pt x="2483183" y="95195"/>
                  </a:cubicBezTo>
                  <a:cubicBezTo>
                    <a:pt x="2592816" y="95195"/>
                    <a:pt x="2689399" y="125008"/>
                    <a:pt x="2787126" y="189016"/>
                  </a:cubicBezTo>
                  <a:lnTo>
                    <a:pt x="2808081" y="202732"/>
                  </a:lnTo>
                  <a:cubicBezTo>
                    <a:pt x="3258899" y="498007"/>
                    <a:pt x="3684857" y="776613"/>
                    <a:pt x="3722481" y="1244005"/>
                  </a:cubicBezTo>
                  <a:cubicBezTo>
                    <a:pt x="3734959" y="1398310"/>
                    <a:pt x="3653615" y="1543566"/>
                    <a:pt x="3551031" y="1727589"/>
                  </a:cubicBezTo>
                  <a:cubicBezTo>
                    <a:pt x="3438636" y="1928376"/>
                    <a:pt x="3298904" y="2178217"/>
                    <a:pt x="3251660" y="2518831"/>
                  </a:cubicBezTo>
                  <a:cubicBezTo>
                    <a:pt x="3247755" y="2547406"/>
                    <a:pt x="3244040" y="2573600"/>
                    <a:pt x="3160887" y="2573600"/>
                  </a:cubicBezTo>
                  <a:cubicBezTo>
                    <a:pt x="3079924" y="2573600"/>
                    <a:pt x="2968863" y="2545977"/>
                    <a:pt x="2851324" y="2516450"/>
                  </a:cubicBezTo>
                  <a:cubicBezTo>
                    <a:pt x="2715593" y="2482731"/>
                    <a:pt x="2575099" y="2447870"/>
                    <a:pt x="2451751" y="2447870"/>
                  </a:cubicBezTo>
                  <a:cubicBezTo>
                    <a:pt x="2381933" y="2447870"/>
                    <a:pt x="2323735" y="2458823"/>
                    <a:pt x="2273729" y="2481398"/>
                  </a:cubicBezTo>
                  <a:cubicBezTo>
                    <a:pt x="2101802" y="2559026"/>
                    <a:pt x="1953212" y="2667326"/>
                    <a:pt x="1809480" y="2772005"/>
                  </a:cubicBezTo>
                  <a:cubicBezTo>
                    <a:pt x="1604788" y="2921453"/>
                    <a:pt x="1428194" y="3050136"/>
                    <a:pt x="1241981" y="3050136"/>
                  </a:cubicBezTo>
                  <a:close/>
                  <a:moveTo>
                    <a:pt x="530368" y="349988"/>
                  </a:moveTo>
                  <a:cubicBezTo>
                    <a:pt x="344059" y="349988"/>
                    <a:pt x="233092" y="392660"/>
                    <a:pt x="170418" y="488291"/>
                  </a:cubicBezTo>
                  <a:cubicBezTo>
                    <a:pt x="873" y="747276"/>
                    <a:pt x="175371" y="990354"/>
                    <a:pt x="474075" y="1365639"/>
                  </a:cubicBezTo>
                  <a:cubicBezTo>
                    <a:pt x="605901" y="1531183"/>
                    <a:pt x="742204" y="1702443"/>
                    <a:pt x="839168" y="1889514"/>
                  </a:cubicBezTo>
                  <a:cubicBezTo>
                    <a:pt x="938323" y="2080681"/>
                    <a:pt x="914797" y="2300042"/>
                    <a:pt x="894127" y="2493590"/>
                  </a:cubicBezTo>
                  <a:cubicBezTo>
                    <a:pt x="869077" y="2727524"/>
                    <a:pt x="859742" y="2874590"/>
                    <a:pt x="977852" y="2952123"/>
                  </a:cubicBezTo>
                  <a:cubicBezTo>
                    <a:pt x="1068721" y="3011654"/>
                    <a:pt x="1155113" y="3040611"/>
                    <a:pt x="1241695" y="3040611"/>
                  </a:cubicBezTo>
                  <a:lnTo>
                    <a:pt x="1241695" y="3040611"/>
                  </a:lnTo>
                  <a:cubicBezTo>
                    <a:pt x="1425051" y="3040611"/>
                    <a:pt x="1600406" y="2912785"/>
                    <a:pt x="1803670" y="2764386"/>
                  </a:cubicBezTo>
                  <a:cubicBezTo>
                    <a:pt x="1947783" y="2659611"/>
                    <a:pt x="2096754" y="2550835"/>
                    <a:pt x="2269633" y="2472825"/>
                  </a:cubicBezTo>
                  <a:cubicBezTo>
                    <a:pt x="2320877" y="2449679"/>
                    <a:pt x="2380313" y="2438440"/>
                    <a:pt x="2451560" y="2438440"/>
                  </a:cubicBezTo>
                  <a:cubicBezTo>
                    <a:pt x="2576433" y="2438440"/>
                    <a:pt x="2717117" y="2473397"/>
                    <a:pt x="2853230" y="2507210"/>
                  </a:cubicBezTo>
                  <a:cubicBezTo>
                    <a:pt x="2970387" y="2536357"/>
                    <a:pt x="3080972" y="2563884"/>
                    <a:pt x="3160697" y="2563884"/>
                  </a:cubicBezTo>
                  <a:cubicBezTo>
                    <a:pt x="3235563" y="2563884"/>
                    <a:pt x="3238421" y="2543310"/>
                    <a:pt x="3242040" y="2517307"/>
                  </a:cubicBezTo>
                  <a:cubicBezTo>
                    <a:pt x="3289665" y="2174978"/>
                    <a:pt x="3429778" y="1924280"/>
                    <a:pt x="3542458" y="1722731"/>
                  </a:cubicBezTo>
                  <a:cubicBezTo>
                    <a:pt x="3644662" y="1540137"/>
                    <a:pt x="3725339" y="1395929"/>
                    <a:pt x="3713147" y="1244576"/>
                  </a:cubicBezTo>
                  <a:cubicBezTo>
                    <a:pt x="3675808" y="781852"/>
                    <a:pt x="3251851" y="504293"/>
                    <a:pt x="2802938" y="210447"/>
                  </a:cubicBezTo>
                  <a:lnTo>
                    <a:pt x="2781983" y="196731"/>
                  </a:lnTo>
                  <a:cubicBezTo>
                    <a:pt x="2685971" y="133866"/>
                    <a:pt x="2591006" y="104529"/>
                    <a:pt x="2483279" y="104529"/>
                  </a:cubicBezTo>
                  <a:cubicBezTo>
                    <a:pt x="2329640" y="104529"/>
                    <a:pt x="2170382" y="163775"/>
                    <a:pt x="1985883" y="232450"/>
                  </a:cubicBezTo>
                  <a:cubicBezTo>
                    <a:pt x="1825196" y="292172"/>
                    <a:pt x="1642983" y="359989"/>
                    <a:pt x="1441625" y="392184"/>
                  </a:cubicBezTo>
                  <a:cubicBezTo>
                    <a:pt x="1380009" y="401607"/>
                    <a:pt x="1317741" y="406098"/>
                    <a:pt x="1255411" y="405614"/>
                  </a:cubicBezTo>
                  <a:cubicBezTo>
                    <a:pt x="1130157" y="405614"/>
                    <a:pt x="999379" y="390851"/>
                    <a:pt x="872887" y="376468"/>
                  </a:cubicBezTo>
                  <a:cubicBezTo>
                    <a:pt x="750871" y="363038"/>
                    <a:pt x="635809" y="349988"/>
                    <a:pt x="530368" y="349988"/>
                  </a:cubicBezTo>
                  <a:close/>
                  <a:moveTo>
                    <a:pt x="1251506" y="2668564"/>
                  </a:moveTo>
                  <a:lnTo>
                    <a:pt x="1251506" y="2662182"/>
                  </a:lnTo>
                  <a:cubicBezTo>
                    <a:pt x="1254458" y="2616462"/>
                    <a:pt x="1260268" y="2562551"/>
                    <a:pt x="1263317" y="2533595"/>
                  </a:cubicBezTo>
                  <a:cubicBezTo>
                    <a:pt x="1287034" y="2311948"/>
                    <a:pt x="1319514" y="2008957"/>
                    <a:pt x="1168924" y="1718540"/>
                  </a:cubicBezTo>
                  <a:cubicBezTo>
                    <a:pt x="1055195" y="1499465"/>
                    <a:pt x="900795" y="1305346"/>
                    <a:pt x="764588" y="1134277"/>
                  </a:cubicBezTo>
                  <a:cubicBezTo>
                    <a:pt x="677434" y="1024835"/>
                    <a:pt x="587708" y="910344"/>
                    <a:pt x="531606" y="818904"/>
                  </a:cubicBezTo>
                  <a:cubicBezTo>
                    <a:pt x="513459" y="790353"/>
                    <a:pt x="497720" y="760341"/>
                    <a:pt x="484552" y="729178"/>
                  </a:cubicBezTo>
                  <a:lnTo>
                    <a:pt x="482171" y="723082"/>
                  </a:lnTo>
                  <a:lnTo>
                    <a:pt x="488743" y="723082"/>
                  </a:lnTo>
                  <a:cubicBezTo>
                    <a:pt x="501316" y="722321"/>
                    <a:pt x="515318" y="721939"/>
                    <a:pt x="530272" y="721939"/>
                  </a:cubicBezTo>
                  <a:cubicBezTo>
                    <a:pt x="614759" y="721939"/>
                    <a:pt x="719725" y="733846"/>
                    <a:pt x="830786" y="746419"/>
                  </a:cubicBezTo>
                  <a:cubicBezTo>
                    <a:pt x="961184" y="761182"/>
                    <a:pt x="1109011" y="777947"/>
                    <a:pt x="1255220" y="777947"/>
                  </a:cubicBezTo>
                  <a:cubicBezTo>
                    <a:pt x="1337233" y="778453"/>
                    <a:pt x="1419155" y="772401"/>
                    <a:pt x="1500203" y="759849"/>
                  </a:cubicBezTo>
                  <a:cubicBezTo>
                    <a:pt x="1737852" y="721749"/>
                    <a:pt x="1947116" y="644025"/>
                    <a:pt x="2115137" y="581446"/>
                  </a:cubicBezTo>
                  <a:cubicBezTo>
                    <a:pt x="2266013" y="525344"/>
                    <a:pt x="2396315" y="476671"/>
                    <a:pt x="2483088" y="476671"/>
                  </a:cubicBezTo>
                  <a:cubicBezTo>
                    <a:pt x="2513663" y="476671"/>
                    <a:pt x="2537857" y="481719"/>
                    <a:pt x="2578338" y="508198"/>
                  </a:cubicBezTo>
                  <a:lnTo>
                    <a:pt x="2599198" y="521914"/>
                  </a:lnTo>
                  <a:cubicBezTo>
                    <a:pt x="3047635" y="815475"/>
                    <a:pt x="3321479" y="1012643"/>
                    <a:pt x="3342624" y="1275152"/>
                  </a:cubicBezTo>
                  <a:cubicBezTo>
                    <a:pt x="3345577" y="1310870"/>
                    <a:pt x="3282712" y="1426599"/>
                    <a:pt x="3218132" y="1541852"/>
                  </a:cubicBezTo>
                  <a:cubicBezTo>
                    <a:pt x="3130502" y="1698443"/>
                    <a:pt x="3021536" y="1893229"/>
                    <a:pt x="2945336" y="2143260"/>
                  </a:cubicBezTo>
                  <a:lnTo>
                    <a:pt x="2944003" y="2147546"/>
                  </a:lnTo>
                  <a:lnTo>
                    <a:pt x="2939621" y="2146499"/>
                  </a:lnTo>
                  <a:cubicBezTo>
                    <a:pt x="2790650" y="2109446"/>
                    <a:pt x="2621772" y="2067441"/>
                    <a:pt x="2451370" y="2067441"/>
                  </a:cubicBezTo>
                  <a:cubicBezTo>
                    <a:pt x="2326307" y="2067441"/>
                    <a:pt x="2216864" y="2089444"/>
                    <a:pt x="2116566" y="2134688"/>
                  </a:cubicBezTo>
                  <a:cubicBezTo>
                    <a:pt x="1908826" y="2228509"/>
                    <a:pt x="1736614" y="2353763"/>
                    <a:pt x="1584785" y="2464633"/>
                  </a:cubicBezTo>
                  <a:cubicBezTo>
                    <a:pt x="1482582" y="2539119"/>
                    <a:pt x="1328277" y="2651609"/>
                    <a:pt x="1257316" y="2667230"/>
                  </a:cubicBezTo>
                  <a:close/>
                  <a:moveTo>
                    <a:pt x="496078" y="731750"/>
                  </a:moveTo>
                  <a:cubicBezTo>
                    <a:pt x="508620" y="760183"/>
                    <a:pt x="523233" y="787657"/>
                    <a:pt x="539797" y="813951"/>
                  </a:cubicBezTo>
                  <a:cubicBezTo>
                    <a:pt x="595614" y="904820"/>
                    <a:pt x="685149" y="1019120"/>
                    <a:pt x="772112" y="1128276"/>
                  </a:cubicBezTo>
                  <a:cubicBezTo>
                    <a:pt x="908605" y="1299726"/>
                    <a:pt x="1063387" y="1494131"/>
                    <a:pt x="1177401" y="1714159"/>
                  </a:cubicBezTo>
                  <a:cubicBezTo>
                    <a:pt x="1329801" y="2007148"/>
                    <a:pt x="1296749" y="2311757"/>
                    <a:pt x="1272651" y="2534166"/>
                  </a:cubicBezTo>
                  <a:cubicBezTo>
                    <a:pt x="1269698" y="2562170"/>
                    <a:pt x="1264269" y="2612271"/>
                    <a:pt x="1261221" y="2656276"/>
                  </a:cubicBezTo>
                  <a:cubicBezTo>
                    <a:pt x="1332944" y="2636179"/>
                    <a:pt x="1480296" y="2528642"/>
                    <a:pt x="1578975" y="2456823"/>
                  </a:cubicBezTo>
                  <a:cubicBezTo>
                    <a:pt x="1731375" y="2345857"/>
                    <a:pt x="1903778" y="2220127"/>
                    <a:pt x="2112375" y="2125925"/>
                  </a:cubicBezTo>
                  <a:cubicBezTo>
                    <a:pt x="2213912" y="2080109"/>
                    <a:pt x="2324687" y="2057821"/>
                    <a:pt x="2451084" y="2057821"/>
                  </a:cubicBezTo>
                  <a:cubicBezTo>
                    <a:pt x="2620915" y="2057821"/>
                    <a:pt x="2788745" y="2099159"/>
                    <a:pt x="2936859" y="2136021"/>
                  </a:cubicBezTo>
                  <a:cubicBezTo>
                    <a:pt x="3013059" y="1887133"/>
                    <a:pt x="3121834" y="1693204"/>
                    <a:pt x="3209083" y="1537089"/>
                  </a:cubicBezTo>
                  <a:cubicBezTo>
                    <a:pt x="3253280" y="1458222"/>
                    <a:pt x="3335385" y="1311442"/>
                    <a:pt x="3332908" y="1275628"/>
                  </a:cubicBezTo>
                  <a:cubicBezTo>
                    <a:pt x="3312049" y="1017500"/>
                    <a:pt x="3039729" y="821571"/>
                    <a:pt x="2593769" y="529630"/>
                  </a:cubicBezTo>
                  <a:lnTo>
                    <a:pt x="2572814" y="515914"/>
                  </a:lnTo>
                  <a:cubicBezTo>
                    <a:pt x="2534714" y="490672"/>
                    <a:pt x="2511473" y="485910"/>
                    <a:pt x="2482802" y="485910"/>
                  </a:cubicBezTo>
                  <a:cubicBezTo>
                    <a:pt x="2397744" y="485910"/>
                    <a:pt x="2268204" y="534106"/>
                    <a:pt x="2118281" y="589923"/>
                  </a:cubicBezTo>
                  <a:cubicBezTo>
                    <a:pt x="1949688" y="652597"/>
                    <a:pt x="1740043" y="730607"/>
                    <a:pt x="1501346" y="768803"/>
                  </a:cubicBezTo>
                  <a:cubicBezTo>
                    <a:pt x="1419826" y="781434"/>
                    <a:pt x="1337426" y="787517"/>
                    <a:pt x="1254935" y="786995"/>
                  </a:cubicBezTo>
                  <a:cubicBezTo>
                    <a:pt x="1108154" y="786995"/>
                    <a:pt x="959659" y="770231"/>
                    <a:pt x="829453" y="755372"/>
                  </a:cubicBezTo>
                  <a:cubicBezTo>
                    <a:pt x="718582" y="742799"/>
                    <a:pt x="613902" y="730988"/>
                    <a:pt x="529987" y="730988"/>
                  </a:cubicBezTo>
                  <a:cubicBezTo>
                    <a:pt x="518080" y="730988"/>
                    <a:pt x="506650" y="731274"/>
                    <a:pt x="496078" y="731750"/>
                  </a:cubicBezTo>
                  <a:close/>
                  <a:moveTo>
                    <a:pt x="1643269" y="1960475"/>
                  </a:moveTo>
                  <a:lnTo>
                    <a:pt x="1642126" y="1953427"/>
                  </a:lnTo>
                  <a:cubicBezTo>
                    <a:pt x="1618953" y="1810515"/>
                    <a:pt x="1573438" y="1672139"/>
                    <a:pt x="1507252" y="1543376"/>
                  </a:cubicBezTo>
                  <a:cubicBezTo>
                    <a:pt x="1437754" y="1411882"/>
                    <a:pt x="1358473" y="1285798"/>
                    <a:pt x="1270079" y="1166186"/>
                  </a:cubicBezTo>
                  <a:lnTo>
                    <a:pt x="1264650" y="1158661"/>
                  </a:lnTo>
                  <a:lnTo>
                    <a:pt x="1274175" y="1158661"/>
                  </a:lnTo>
                  <a:cubicBezTo>
                    <a:pt x="1370151" y="1158383"/>
                    <a:pt x="1465966" y="1150773"/>
                    <a:pt x="1560782" y="1135896"/>
                  </a:cubicBezTo>
                  <a:cubicBezTo>
                    <a:pt x="1835769" y="1091890"/>
                    <a:pt x="2074275" y="1003118"/>
                    <a:pt x="2248392" y="938347"/>
                  </a:cubicBezTo>
                  <a:cubicBezTo>
                    <a:pt x="2307923" y="916249"/>
                    <a:pt x="2381742" y="888722"/>
                    <a:pt x="2435463" y="871672"/>
                  </a:cubicBezTo>
                  <a:lnTo>
                    <a:pt x="2437654" y="871006"/>
                  </a:lnTo>
                  <a:lnTo>
                    <a:pt x="2439559" y="872244"/>
                  </a:lnTo>
                  <a:cubicBezTo>
                    <a:pt x="2629297" y="997117"/>
                    <a:pt x="2775220" y="1098558"/>
                    <a:pt x="2870851" y="1187712"/>
                  </a:cubicBezTo>
                  <a:cubicBezTo>
                    <a:pt x="2894582" y="1209335"/>
                    <a:pt x="2916559" y="1232809"/>
                    <a:pt x="2936573" y="1257911"/>
                  </a:cubicBezTo>
                  <a:lnTo>
                    <a:pt x="2938383" y="1260388"/>
                  </a:lnTo>
                  <a:lnTo>
                    <a:pt x="2936954" y="1263055"/>
                  </a:lnTo>
                  <a:cubicBezTo>
                    <a:pt x="2917904" y="1299059"/>
                    <a:pt x="2897140" y="1335921"/>
                    <a:pt x="2885996" y="1355733"/>
                  </a:cubicBezTo>
                  <a:cubicBezTo>
                    <a:pt x="2833513" y="1449649"/>
                    <a:pt x="2768076" y="1566426"/>
                    <a:pt x="2705973" y="1703491"/>
                  </a:cubicBezTo>
                  <a:lnTo>
                    <a:pt x="2704449" y="1706729"/>
                  </a:lnTo>
                  <a:lnTo>
                    <a:pt x="2700925" y="1706158"/>
                  </a:lnTo>
                  <a:cubicBezTo>
                    <a:pt x="2618450" y="1693310"/>
                    <a:pt x="2535125" y="1686688"/>
                    <a:pt x="2451656" y="1686346"/>
                  </a:cubicBezTo>
                  <a:cubicBezTo>
                    <a:pt x="2271442" y="1686346"/>
                    <a:pt x="2110661" y="1719398"/>
                    <a:pt x="1960070" y="1787406"/>
                  </a:cubicBezTo>
                  <a:cubicBezTo>
                    <a:pt x="1852680" y="1836315"/>
                    <a:pt x="1748913" y="1892814"/>
                    <a:pt x="1649555" y="1956475"/>
                  </a:cubicBezTo>
                  <a:close/>
                  <a:moveTo>
                    <a:pt x="1283224" y="1167995"/>
                  </a:moveTo>
                  <a:cubicBezTo>
                    <a:pt x="1369791" y="1285891"/>
                    <a:pt x="1447475" y="1410058"/>
                    <a:pt x="1515634" y="1539470"/>
                  </a:cubicBezTo>
                  <a:cubicBezTo>
                    <a:pt x="1581198" y="1666965"/>
                    <a:pt x="1626630" y="1803841"/>
                    <a:pt x="1650317" y="1945235"/>
                  </a:cubicBezTo>
                  <a:cubicBezTo>
                    <a:pt x="1748340" y="1882669"/>
                    <a:pt x="1850600" y="1827003"/>
                    <a:pt x="1956356" y="1778643"/>
                  </a:cubicBezTo>
                  <a:cubicBezTo>
                    <a:pt x="2108184" y="1710158"/>
                    <a:pt x="2270681" y="1676821"/>
                    <a:pt x="2451656" y="1676821"/>
                  </a:cubicBezTo>
                  <a:cubicBezTo>
                    <a:pt x="2534373" y="1677041"/>
                    <a:pt x="2616960" y="1683408"/>
                    <a:pt x="2698734" y="1695871"/>
                  </a:cubicBezTo>
                  <a:cubicBezTo>
                    <a:pt x="2760551" y="1559949"/>
                    <a:pt x="2825416" y="1444030"/>
                    <a:pt x="2877614" y="1350685"/>
                  </a:cubicBezTo>
                  <a:cubicBezTo>
                    <a:pt x="2888377" y="1331635"/>
                    <a:pt x="2908284" y="1295916"/>
                    <a:pt x="2927048" y="1260959"/>
                  </a:cubicBezTo>
                  <a:cubicBezTo>
                    <a:pt x="2907789" y="1237224"/>
                    <a:pt x="2886810" y="1214939"/>
                    <a:pt x="2864279" y="1194284"/>
                  </a:cubicBezTo>
                  <a:cubicBezTo>
                    <a:pt x="2769505" y="1105892"/>
                    <a:pt x="2624534" y="1005118"/>
                    <a:pt x="2435654" y="881102"/>
                  </a:cubicBezTo>
                  <a:cubicBezTo>
                    <a:pt x="2382409" y="897771"/>
                    <a:pt x="2309828" y="924822"/>
                    <a:pt x="2251345" y="946539"/>
                  </a:cubicBezTo>
                  <a:cubicBezTo>
                    <a:pt x="2076752" y="1011595"/>
                    <a:pt x="1837674" y="1100463"/>
                    <a:pt x="1561735" y="1144659"/>
                  </a:cubicBezTo>
                  <a:cubicBezTo>
                    <a:pt x="1469598" y="1159254"/>
                    <a:pt x="1376506" y="1166991"/>
                    <a:pt x="1283224" y="1167805"/>
                  </a:cubicBezTo>
                  <a:close/>
                  <a:moveTo>
                    <a:pt x="1241981" y="2859636"/>
                  </a:moveTo>
                  <a:lnTo>
                    <a:pt x="1241981" y="2859636"/>
                  </a:lnTo>
                  <a:cubicBezTo>
                    <a:pt x="1191689" y="2859636"/>
                    <a:pt x="1137777" y="2840586"/>
                    <a:pt x="1077293" y="2800676"/>
                  </a:cubicBezTo>
                  <a:cubicBezTo>
                    <a:pt x="1051100" y="2783531"/>
                    <a:pt x="1057196" y="2673231"/>
                    <a:pt x="1074340" y="2512925"/>
                  </a:cubicBezTo>
                  <a:cubicBezTo>
                    <a:pt x="1096629" y="2304804"/>
                    <a:pt x="1124347" y="2045724"/>
                    <a:pt x="1000141" y="1806265"/>
                  </a:cubicBezTo>
                  <a:cubicBezTo>
                    <a:pt x="895366" y="1603478"/>
                    <a:pt x="753157" y="1425265"/>
                    <a:pt x="615902" y="1252958"/>
                  </a:cubicBezTo>
                  <a:cubicBezTo>
                    <a:pt x="290433" y="844050"/>
                    <a:pt x="235569" y="719558"/>
                    <a:pt x="322056" y="587447"/>
                  </a:cubicBezTo>
                  <a:cubicBezTo>
                    <a:pt x="331581" y="573540"/>
                    <a:pt x="359108" y="530963"/>
                    <a:pt x="530653" y="530963"/>
                  </a:cubicBezTo>
                  <a:cubicBezTo>
                    <a:pt x="625904" y="530963"/>
                    <a:pt x="736013" y="543441"/>
                    <a:pt x="852598" y="556681"/>
                  </a:cubicBezTo>
                  <a:cubicBezTo>
                    <a:pt x="984139" y="571540"/>
                    <a:pt x="1120156" y="586970"/>
                    <a:pt x="1255601" y="586970"/>
                  </a:cubicBezTo>
                  <a:cubicBezTo>
                    <a:pt x="1327565" y="587459"/>
                    <a:pt x="1399453" y="582204"/>
                    <a:pt x="1470581" y="571254"/>
                  </a:cubicBezTo>
                  <a:cubicBezTo>
                    <a:pt x="1689656" y="536202"/>
                    <a:pt x="1880727" y="465146"/>
                    <a:pt x="2049224" y="402376"/>
                  </a:cubicBezTo>
                  <a:cubicBezTo>
                    <a:pt x="2217722" y="339606"/>
                    <a:pt x="2362502" y="285885"/>
                    <a:pt x="2483564" y="285885"/>
                  </a:cubicBezTo>
                  <a:cubicBezTo>
                    <a:pt x="2556431" y="285885"/>
                    <a:pt x="2616057" y="304935"/>
                    <a:pt x="2683113" y="348560"/>
                  </a:cubicBezTo>
                  <a:lnTo>
                    <a:pt x="2704068" y="362276"/>
                  </a:lnTo>
                  <a:cubicBezTo>
                    <a:pt x="3132693" y="642882"/>
                    <a:pt x="3502834" y="885103"/>
                    <a:pt x="3532743" y="1259531"/>
                  </a:cubicBezTo>
                  <a:cubicBezTo>
                    <a:pt x="3540554" y="1356019"/>
                    <a:pt x="3471688" y="1478606"/>
                    <a:pt x="3384534" y="1634720"/>
                  </a:cubicBezTo>
                  <a:cubicBezTo>
                    <a:pt x="3285283" y="1812266"/>
                    <a:pt x="3149362" y="2055249"/>
                    <a:pt x="3084020" y="2369955"/>
                  </a:cubicBezTo>
                  <a:lnTo>
                    <a:pt x="3083068" y="2374527"/>
                  </a:lnTo>
                  <a:lnTo>
                    <a:pt x="3078496" y="2373670"/>
                  </a:lnTo>
                  <a:cubicBezTo>
                    <a:pt x="3024965" y="2364145"/>
                    <a:pt x="2960100" y="2347667"/>
                    <a:pt x="2897521" y="2332141"/>
                  </a:cubicBezTo>
                  <a:cubicBezTo>
                    <a:pt x="2750550" y="2295565"/>
                    <a:pt x="2598912" y="2257846"/>
                    <a:pt x="2451846" y="2257846"/>
                  </a:cubicBezTo>
                  <a:cubicBezTo>
                    <a:pt x="2354405" y="2257846"/>
                    <a:pt x="2270871" y="2274324"/>
                    <a:pt x="2195433" y="2308233"/>
                  </a:cubicBezTo>
                  <a:cubicBezTo>
                    <a:pt x="2005505" y="2393958"/>
                    <a:pt x="1848914" y="2508258"/>
                    <a:pt x="1697466" y="2618462"/>
                  </a:cubicBezTo>
                  <a:cubicBezTo>
                    <a:pt x="1519539" y="2747907"/>
                    <a:pt x="1365806" y="2859636"/>
                    <a:pt x="1241981" y="2859636"/>
                  </a:cubicBezTo>
                  <a:close/>
                  <a:moveTo>
                    <a:pt x="530368" y="540488"/>
                  </a:moveTo>
                  <a:cubicBezTo>
                    <a:pt x="363966" y="540488"/>
                    <a:pt x="338248" y="579731"/>
                    <a:pt x="329771" y="592685"/>
                  </a:cubicBezTo>
                  <a:cubicBezTo>
                    <a:pt x="246237" y="720225"/>
                    <a:pt x="301196" y="842526"/>
                    <a:pt x="623046" y="1246957"/>
                  </a:cubicBezTo>
                  <a:cubicBezTo>
                    <a:pt x="760587" y="1419741"/>
                    <a:pt x="902795" y="1598335"/>
                    <a:pt x="1008332" y="1801789"/>
                  </a:cubicBezTo>
                  <a:cubicBezTo>
                    <a:pt x="1133872" y="2043914"/>
                    <a:pt x="1105964" y="2304518"/>
                    <a:pt x="1083485" y="2513878"/>
                  </a:cubicBezTo>
                  <a:cubicBezTo>
                    <a:pt x="1075864" y="2585411"/>
                    <a:pt x="1055576" y="2775244"/>
                    <a:pt x="1082151" y="2792675"/>
                  </a:cubicBezTo>
                  <a:cubicBezTo>
                    <a:pt x="1141111" y="2831346"/>
                    <a:pt x="1193308" y="2849825"/>
                    <a:pt x="1241695" y="2849825"/>
                  </a:cubicBezTo>
                  <a:lnTo>
                    <a:pt x="1241695" y="2849825"/>
                  </a:lnTo>
                  <a:cubicBezTo>
                    <a:pt x="1363043" y="2849825"/>
                    <a:pt x="1515253" y="2738953"/>
                    <a:pt x="1691465" y="2610557"/>
                  </a:cubicBezTo>
                  <a:cubicBezTo>
                    <a:pt x="1843294" y="2499876"/>
                    <a:pt x="2000361" y="2385386"/>
                    <a:pt x="2191147" y="2299280"/>
                  </a:cubicBezTo>
                  <a:cubicBezTo>
                    <a:pt x="2267347" y="2264799"/>
                    <a:pt x="2353072" y="2248035"/>
                    <a:pt x="2451465" y="2248035"/>
                  </a:cubicBezTo>
                  <a:cubicBezTo>
                    <a:pt x="2599674" y="2248035"/>
                    <a:pt x="2751979" y="2286135"/>
                    <a:pt x="2899140" y="2322521"/>
                  </a:cubicBezTo>
                  <a:cubicBezTo>
                    <a:pt x="2960195" y="2337665"/>
                    <a:pt x="3022965" y="2353287"/>
                    <a:pt x="3075448" y="2363192"/>
                  </a:cubicBezTo>
                  <a:cubicBezTo>
                    <a:pt x="3141456" y="2048867"/>
                    <a:pt x="3276902" y="1807028"/>
                    <a:pt x="3376057" y="1629767"/>
                  </a:cubicBezTo>
                  <a:cubicBezTo>
                    <a:pt x="3462353" y="1475367"/>
                    <a:pt x="3530552" y="1353542"/>
                    <a:pt x="3523028" y="1259912"/>
                  </a:cubicBezTo>
                  <a:cubicBezTo>
                    <a:pt x="3493214" y="890151"/>
                    <a:pt x="3124883" y="649073"/>
                    <a:pt x="2698448" y="369896"/>
                  </a:cubicBezTo>
                  <a:lnTo>
                    <a:pt x="2677493" y="356180"/>
                  </a:lnTo>
                  <a:cubicBezTo>
                    <a:pt x="2612057" y="313317"/>
                    <a:pt x="2553668" y="295029"/>
                    <a:pt x="2483088" y="295029"/>
                  </a:cubicBezTo>
                  <a:cubicBezTo>
                    <a:pt x="2363740" y="295029"/>
                    <a:pt x="2219341" y="348750"/>
                    <a:pt x="2052082" y="410948"/>
                  </a:cubicBezTo>
                  <a:cubicBezTo>
                    <a:pt x="1883108" y="473813"/>
                    <a:pt x="1691560" y="545060"/>
                    <a:pt x="1471533" y="580303"/>
                  </a:cubicBezTo>
                  <a:cubicBezTo>
                    <a:pt x="1399965" y="591330"/>
                    <a:pt x="1327631" y="596617"/>
                    <a:pt x="1255220" y="596114"/>
                  </a:cubicBezTo>
                  <a:cubicBezTo>
                    <a:pt x="1119203" y="596114"/>
                    <a:pt x="982996" y="580684"/>
                    <a:pt x="851170" y="565730"/>
                  </a:cubicBezTo>
                  <a:cubicBezTo>
                    <a:pt x="734869" y="552966"/>
                    <a:pt x="625046" y="540488"/>
                    <a:pt x="530368" y="540488"/>
                  </a:cubicBezTo>
                  <a:close/>
                  <a:moveTo>
                    <a:pt x="1472771" y="2310519"/>
                  </a:moveTo>
                  <a:lnTo>
                    <a:pt x="1472771" y="2300994"/>
                  </a:lnTo>
                  <a:cubicBezTo>
                    <a:pt x="1481534" y="2042200"/>
                    <a:pt x="1437338" y="1823030"/>
                    <a:pt x="1337802" y="1631101"/>
                  </a:cubicBezTo>
                  <a:cubicBezTo>
                    <a:pt x="1215596" y="1395452"/>
                    <a:pt x="1055100" y="1193808"/>
                    <a:pt x="913463" y="1015881"/>
                  </a:cubicBezTo>
                  <a:cubicBezTo>
                    <a:pt x="894413" y="992323"/>
                    <a:pt x="876951" y="970098"/>
                    <a:pt x="861076" y="949206"/>
                  </a:cubicBezTo>
                  <a:lnTo>
                    <a:pt x="854122" y="940348"/>
                  </a:lnTo>
                  <a:lnTo>
                    <a:pt x="865362" y="941586"/>
                  </a:lnTo>
                  <a:cubicBezTo>
                    <a:pt x="994669" y="957527"/>
                    <a:pt x="1124755" y="966335"/>
                    <a:pt x="1255030" y="967970"/>
                  </a:cubicBezTo>
                  <a:cubicBezTo>
                    <a:pt x="1347123" y="968492"/>
                    <a:pt x="1439111" y="961643"/>
                    <a:pt x="1530112" y="947491"/>
                  </a:cubicBezTo>
                  <a:cubicBezTo>
                    <a:pt x="1786430" y="906439"/>
                    <a:pt x="2005409" y="825000"/>
                    <a:pt x="2181431" y="759563"/>
                  </a:cubicBezTo>
                  <a:cubicBezTo>
                    <a:pt x="2279253" y="723082"/>
                    <a:pt x="2413174" y="673362"/>
                    <a:pt x="2472134" y="667456"/>
                  </a:cubicBezTo>
                  <a:lnTo>
                    <a:pt x="2473849" y="667456"/>
                  </a:lnTo>
                  <a:lnTo>
                    <a:pt x="2494708" y="681077"/>
                  </a:lnTo>
                  <a:cubicBezTo>
                    <a:pt x="2809510" y="887198"/>
                    <a:pt x="3106785" y="1081794"/>
                    <a:pt x="3148219" y="1262102"/>
                  </a:cubicBezTo>
                  <a:lnTo>
                    <a:pt x="3148219" y="1263626"/>
                  </a:lnTo>
                  <a:lnTo>
                    <a:pt x="3147647" y="1265055"/>
                  </a:lnTo>
                  <a:cubicBezTo>
                    <a:pt x="3129836" y="1308108"/>
                    <a:pt x="3084592" y="1388880"/>
                    <a:pt x="3051540" y="1448126"/>
                  </a:cubicBezTo>
                  <a:cubicBezTo>
                    <a:pt x="2986103" y="1565093"/>
                    <a:pt x="2896854" y="1724351"/>
                    <a:pt x="2821607" y="1918280"/>
                  </a:cubicBezTo>
                  <a:lnTo>
                    <a:pt x="2820178" y="1922090"/>
                  </a:lnTo>
                  <a:lnTo>
                    <a:pt x="2816177" y="1921232"/>
                  </a:lnTo>
                  <a:cubicBezTo>
                    <a:pt x="2675588" y="1890848"/>
                    <a:pt x="2559479" y="1876655"/>
                    <a:pt x="2450798" y="1876655"/>
                  </a:cubicBezTo>
                  <a:cubicBezTo>
                    <a:pt x="2298398" y="1876655"/>
                    <a:pt x="2163048" y="1904182"/>
                    <a:pt x="2037604" y="1960761"/>
                  </a:cubicBezTo>
                  <a:cubicBezTo>
                    <a:pt x="1812052" y="2062679"/>
                    <a:pt x="1628029" y="2196791"/>
                    <a:pt x="1480010" y="2304614"/>
                  </a:cubicBezTo>
                  <a:close/>
                  <a:moveTo>
                    <a:pt x="875839" y="952254"/>
                  </a:moveTo>
                  <a:cubicBezTo>
                    <a:pt x="890032" y="970352"/>
                    <a:pt x="905081" y="989497"/>
                    <a:pt x="921179" y="1009404"/>
                  </a:cubicBezTo>
                  <a:cubicBezTo>
                    <a:pt x="1063101" y="1187712"/>
                    <a:pt x="1223978" y="1389737"/>
                    <a:pt x="1346565" y="1626148"/>
                  </a:cubicBezTo>
                  <a:cubicBezTo>
                    <a:pt x="1445625" y="1817219"/>
                    <a:pt x="1490202" y="2034770"/>
                    <a:pt x="1482868" y="2291088"/>
                  </a:cubicBezTo>
                  <a:cubicBezTo>
                    <a:pt x="1629839" y="2184027"/>
                    <a:pt x="1811861" y="2052487"/>
                    <a:pt x="2034365" y="1951998"/>
                  </a:cubicBezTo>
                  <a:cubicBezTo>
                    <a:pt x="2161048" y="1894848"/>
                    <a:pt x="2297446" y="1867035"/>
                    <a:pt x="2451465" y="1867035"/>
                  </a:cubicBezTo>
                  <a:cubicBezTo>
                    <a:pt x="2559859" y="1867035"/>
                    <a:pt x="2675493" y="1881037"/>
                    <a:pt x="2814939" y="1910945"/>
                  </a:cubicBezTo>
                  <a:cubicBezTo>
                    <a:pt x="2889996" y="1718445"/>
                    <a:pt x="2978769" y="1559854"/>
                    <a:pt x="3043539" y="1444220"/>
                  </a:cubicBezTo>
                  <a:cubicBezTo>
                    <a:pt x="3076400" y="1385546"/>
                    <a:pt x="3120882" y="1306013"/>
                    <a:pt x="3138789" y="1263245"/>
                  </a:cubicBezTo>
                  <a:cubicBezTo>
                    <a:pt x="3096974" y="1086842"/>
                    <a:pt x="2801985" y="893675"/>
                    <a:pt x="2489660" y="689269"/>
                  </a:cubicBezTo>
                  <a:lnTo>
                    <a:pt x="2471658" y="677458"/>
                  </a:lnTo>
                  <a:cubicBezTo>
                    <a:pt x="2412984" y="683935"/>
                    <a:pt x="2281158" y="732893"/>
                    <a:pt x="2185051" y="768707"/>
                  </a:cubicBezTo>
                  <a:cubicBezTo>
                    <a:pt x="2008553" y="834335"/>
                    <a:pt x="1789001" y="915964"/>
                    <a:pt x="1531731" y="957207"/>
                  </a:cubicBezTo>
                  <a:cubicBezTo>
                    <a:pt x="1440347" y="971382"/>
                    <a:pt x="1347981" y="978261"/>
                    <a:pt x="1255506" y="977781"/>
                  </a:cubicBezTo>
                  <a:cubicBezTo>
                    <a:pt x="1128579" y="976225"/>
                    <a:pt x="1001832" y="967704"/>
                    <a:pt x="875839" y="952254"/>
                  </a:cubicBezTo>
                  <a:close/>
                  <a:moveTo>
                    <a:pt x="1767284" y="1668915"/>
                  </a:moveTo>
                  <a:lnTo>
                    <a:pt x="1765475" y="1663676"/>
                  </a:lnTo>
                  <a:cubicBezTo>
                    <a:pt x="1740942" y="1592163"/>
                    <a:pt x="1711143" y="1522567"/>
                    <a:pt x="1676321" y="1455460"/>
                  </a:cubicBezTo>
                  <a:cubicBezTo>
                    <a:pt x="1654508" y="1413455"/>
                    <a:pt x="1630696" y="1370497"/>
                    <a:pt x="1605455" y="1327825"/>
                  </a:cubicBezTo>
                  <a:lnTo>
                    <a:pt x="1601930" y="1321824"/>
                  </a:lnTo>
                  <a:lnTo>
                    <a:pt x="1608788" y="1320681"/>
                  </a:lnTo>
                  <a:cubicBezTo>
                    <a:pt x="1894538" y="1273056"/>
                    <a:pt x="2137235" y="1182569"/>
                    <a:pt x="2314496" y="1116656"/>
                  </a:cubicBezTo>
                  <a:cubicBezTo>
                    <a:pt x="2338403" y="1107702"/>
                    <a:pt x="2373170" y="1094748"/>
                    <a:pt x="2408222" y="1082270"/>
                  </a:cubicBezTo>
                  <a:lnTo>
                    <a:pt x="2410508" y="1081413"/>
                  </a:lnTo>
                  <a:lnTo>
                    <a:pt x="2412508" y="1082747"/>
                  </a:lnTo>
                  <a:cubicBezTo>
                    <a:pt x="2511282" y="1148374"/>
                    <a:pt x="2580719" y="1197047"/>
                    <a:pt x="2637679" y="1240385"/>
                  </a:cubicBezTo>
                  <a:cubicBezTo>
                    <a:pt x="2660253" y="1257626"/>
                    <a:pt x="2681208" y="1274294"/>
                    <a:pt x="2699782" y="1290011"/>
                  </a:cubicBezTo>
                  <a:lnTo>
                    <a:pt x="2702830" y="1292582"/>
                  </a:lnTo>
                  <a:lnTo>
                    <a:pt x="2700925" y="1296011"/>
                  </a:lnTo>
                  <a:cubicBezTo>
                    <a:pt x="2668921" y="1353161"/>
                    <a:pt x="2631107" y="1422218"/>
                    <a:pt x="2592721" y="1498798"/>
                  </a:cubicBezTo>
                  <a:lnTo>
                    <a:pt x="2591292" y="1501656"/>
                  </a:lnTo>
                  <a:lnTo>
                    <a:pt x="2588149" y="1501656"/>
                  </a:lnTo>
                  <a:cubicBezTo>
                    <a:pt x="2541476" y="1497941"/>
                    <a:pt x="2496709" y="1496132"/>
                    <a:pt x="2451465" y="1496132"/>
                  </a:cubicBezTo>
                  <a:cubicBezTo>
                    <a:pt x="2243725" y="1496132"/>
                    <a:pt x="2057225" y="1534708"/>
                    <a:pt x="1881584" y="1614051"/>
                  </a:cubicBezTo>
                  <a:cubicBezTo>
                    <a:pt x="1845104" y="1630434"/>
                    <a:pt x="1808337" y="1648151"/>
                    <a:pt x="1772142" y="1666724"/>
                  </a:cubicBezTo>
                  <a:close/>
                  <a:moveTo>
                    <a:pt x="1617170" y="1328968"/>
                  </a:moveTo>
                  <a:cubicBezTo>
                    <a:pt x="1641173" y="1369830"/>
                    <a:pt x="1663938" y="1410883"/>
                    <a:pt x="1684798" y="1451078"/>
                  </a:cubicBezTo>
                  <a:cubicBezTo>
                    <a:pt x="1718931" y="1517002"/>
                    <a:pt x="1748311" y="1585279"/>
                    <a:pt x="1772714" y="1655390"/>
                  </a:cubicBezTo>
                  <a:cubicBezTo>
                    <a:pt x="1807385" y="1637768"/>
                    <a:pt x="1842722" y="1620814"/>
                    <a:pt x="1877489" y="1605002"/>
                  </a:cubicBezTo>
                  <a:cubicBezTo>
                    <a:pt x="2054463" y="1525183"/>
                    <a:pt x="2242201" y="1486321"/>
                    <a:pt x="2451370" y="1486321"/>
                  </a:cubicBezTo>
                  <a:cubicBezTo>
                    <a:pt x="2495852" y="1486321"/>
                    <a:pt x="2539762" y="1488035"/>
                    <a:pt x="2585577" y="1491655"/>
                  </a:cubicBezTo>
                  <a:cubicBezTo>
                    <a:pt x="2622724" y="1417550"/>
                    <a:pt x="2659396" y="1350780"/>
                    <a:pt x="2690352" y="1294773"/>
                  </a:cubicBezTo>
                  <a:cubicBezTo>
                    <a:pt x="2672636" y="1279914"/>
                    <a:pt x="2652919" y="1264198"/>
                    <a:pt x="2631583" y="1248005"/>
                  </a:cubicBezTo>
                  <a:cubicBezTo>
                    <a:pt x="2575195" y="1204952"/>
                    <a:pt x="2506424" y="1156851"/>
                    <a:pt x="2408888" y="1091986"/>
                  </a:cubicBezTo>
                  <a:cubicBezTo>
                    <a:pt x="2374694" y="1104273"/>
                    <a:pt x="2340880" y="1116846"/>
                    <a:pt x="2317544" y="1125514"/>
                  </a:cubicBezTo>
                  <a:cubicBezTo>
                    <a:pt x="2141522" y="1191141"/>
                    <a:pt x="1900730" y="1280676"/>
                    <a:pt x="1617170" y="1328968"/>
                  </a:cubicBezTo>
                  <a:close/>
                  <a:moveTo>
                    <a:pt x="1241981" y="3097761"/>
                  </a:moveTo>
                  <a:lnTo>
                    <a:pt x="1241981" y="3097761"/>
                  </a:lnTo>
                  <a:cubicBezTo>
                    <a:pt x="1143873" y="3097761"/>
                    <a:pt x="1047289" y="3065756"/>
                    <a:pt x="946705" y="2999939"/>
                  </a:cubicBezTo>
                  <a:cubicBezTo>
                    <a:pt x="793353" y="2899450"/>
                    <a:pt x="813832" y="2708569"/>
                    <a:pt x="837454" y="2487589"/>
                  </a:cubicBezTo>
                  <a:cubicBezTo>
                    <a:pt x="857361" y="2302042"/>
                    <a:pt x="879840" y="2091730"/>
                    <a:pt x="788686" y="1916089"/>
                  </a:cubicBezTo>
                  <a:cubicBezTo>
                    <a:pt x="694198" y="1734066"/>
                    <a:pt x="560086" y="1564997"/>
                    <a:pt x="429593" y="1401739"/>
                  </a:cubicBezTo>
                  <a:cubicBezTo>
                    <a:pt x="157178" y="1059601"/>
                    <a:pt x="-77994" y="764135"/>
                    <a:pt x="122793" y="457526"/>
                  </a:cubicBezTo>
                  <a:cubicBezTo>
                    <a:pt x="197183" y="343892"/>
                    <a:pt x="322818" y="293314"/>
                    <a:pt x="530558" y="293314"/>
                  </a:cubicBezTo>
                  <a:cubicBezTo>
                    <a:pt x="639238" y="293314"/>
                    <a:pt x="755920" y="306554"/>
                    <a:pt x="879364" y="320556"/>
                  </a:cubicBezTo>
                  <a:cubicBezTo>
                    <a:pt x="1004332" y="334653"/>
                    <a:pt x="1133491" y="349131"/>
                    <a:pt x="1255506" y="349131"/>
                  </a:cubicBezTo>
                  <a:cubicBezTo>
                    <a:pt x="1314746" y="349463"/>
                    <a:pt x="1373920" y="345132"/>
                    <a:pt x="1432481" y="336177"/>
                  </a:cubicBezTo>
                  <a:cubicBezTo>
                    <a:pt x="1628219" y="304840"/>
                    <a:pt x="1799764" y="240927"/>
                    <a:pt x="1965881" y="179205"/>
                  </a:cubicBezTo>
                  <a:cubicBezTo>
                    <a:pt x="2147617" y="111673"/>
                    <a:pt x="2319258" y="47760"/>
                    <a:pt x="2483183" y="47760"/>
                  </a:cubicBezTo>
                  <a:cubicBezTo>
                    <a:pt x="2600912" y="47760"/>
                    <a:pt x="2708926" y="81002"/>
                    <a:pt x="2813224" y="149297"/>
                  </a:cubicBezTo>
                  <a:lnTo>
                    <a:pt x="2834084" y="163013"/>
                  </a:lnTo>
                  <a:cubicBezTo>
                    <a:pt x="3295094" y="464764"/>
                    <a:pt x="3730387" y="749753"/>
                    <a:pt x="3770011" y="1240385"/>
                  </a:cubicBezTo>
                  <a:cubicBezTo>
                    <a:pt x="3783632" y="1409073"/>
                    <a:pt x="3699145" y="1559949"/>
                    <a:pt x="3592274" y="1751021"/>
                  </a:cubicBezTo>
                  <a:cubicBezTo>
                    <a:pt x="3476165" y="1958570"/>
                    <a:pt x="3344624" y="2193838"/>
                    <a:pt x="3298523" y="2525594"/>
                  </a:cubicBezTo>
                  <a:cubicBezTo>
                    <a:pt x="3291665" y="2575314"/>
                    <a:pt x="3269948" y="2621415"/>
                    <a:pt x="3160601" y="2621415"/>
                  </a:cubicBezTo>
                  <a:cubicBezTo>
                    <a:pt x="3073829" y="2621415"/>
                    <a:pt x="2959909" y="2592840"/>
                    <a:pt x="2839323" y="2563122"/>
                  </a:cubicBezTo>
                  <a:cubicBezTo>
                    <a:pt x="2706640" y="2530070"/>
                    <a:pt x="2569384" y="2495971"/>
                    <a:pt x="2451465" y="2495971"/>
                  </a:cubicBezTo>
                  <a:cubicBezTo>
                    <a:pt x="2388505" y="2495971"/>
                    <a:pt x="2336689" y="2505496"/>
                    <a:pt x="2293064" y="2525308"/>
                  </a:cubicBezTo>
                  <a:cubicBezTo>
                    <a:pt x="2125520" y="2600937"/>
                    <a:pt x="1978739" y="2707712"/>
                    <a:pt x="1837198" y="2811058"/>
                  </a:cubicBezTo>
                  <a:cubicBezTo>
                    <a:pt x="1634887" y="2958410"/>
                    <a:pt x="1443720" y="3097761"/>
                    <a:pt x="1241981" y="3097761"/>
                  </a:cubicBezTo>
                  <a:close/>
                  <a:moveTo>
                    <a:pt x="530368" y="302363"/>
                  </a:moveTo>
                  <a:cubicBezTo>
                    <a:pt x="326247" y="302363"/>
                    <a:pt x="202993" y="351703"/>
                    <a:pt x="130318" y="462193"/>
                  </a:cubicBezTo>
                  <a:cubicBezTo>
                    <a:pt x="-66755" y="763088"/>
                    <a:pt x="166417" y="1056077"/>
                    <a:pt x="436546" y="1395643"/>
                  </a:cubicBezTo>
                  <a:cubicBezTo>
                    <a:pt x="566944" y="1559473"/>
                    <a:pt x="701818" y="1729018"/>
                    <a:pt x="796687" y="1911803"/>
                  </a:cubicBezTo>
                  <a:cubicBezTo>
                    <a:pt x="889175" y="2090206"/>
                    <a:pt x="866505" y="2302328"/>
                    <a:pt x="846502" y="2488922"/>
                  </a:cubicBezTo>
                  <a:cubicBezTo>
                    <a:pt x="823166" y="2706854"/>
                    <a:pt x="802973" y="2895068"/>
                    <a:pt x="951277" y="2992319"/>
                  </a:cubicBezTo>
                  <a:cubicBezTo>
                    <a:pt x="1050147" y="3057089"/>
                    <a:pt x="1145016" y="3088616"/>
                    <a:pt x="1241218" y="3088616"/>
                  </a:cubicBezTo>
                  <a:lnTo>
                    <a:pt x="1241218" y="3088616"/>
                  </a:lnTo>
                  <a:cubicBezTo>
                    <a:pt x="1440005" y="3088616"/>
                    <a:pt x="1629934" y="2950218"/>
                    <a:pt x="1831006" y="2803724"/>
                  </a:cubicBezTo>
                  <a:cubicBezTo>
                    <a:pt x="1973120" y="2700092"/>
                    <a:pt x="2120090" y="2593031"/>
                    <a:pt x="2288207" y="2516926"/>
                  </a:cubicBezTo>
                  <a:cubicBezTo>
                    <a:pt x="2333069" y="2496638"/>
                    <a:pt x="2386219" y="2486827"/>
                    <a:pt x="2450132" y="2486827"/>
                  </a:cubicBezTo>
                  <a:cubicBezTo>
                    <a:pt x="2569194" y="2486827"/>
                    <a:pt x="2707307" y="2521117"/>
                    <a:pt x="2840657" y="2554264"/>
                  </a:cubicBezTo>
                  <a:cubicBezTo>
                    <a:pt x="2960672" y="2584077"/>
                    <a:pt x="3074019" y="2612271"/>
                    <a:pt x="3159649" y="2612271"/>
                  </a:cubicBezTo>
                  <a:cubicBezTo>
                    <a:pt x="3256518" y="2612271"/>
                    <a:pt x="3280616" y="2578743"/>
                    <a:pt x="3288141" y="2524641"/>
                  </a:cubicBezTo>
                  <a:cubicBezTo>
                    <a:pt x="3334433" y="2191266"/>
                    <a:pt x="3466449" y="1955046"/>
                    <a:pt x="3583416" y="1746734"/>
                  </a:cubicBezTo>
                  <a:cubicBezTo>
                    <a:pt x="3689524" y="1557091"/>
                    <a:pt x="3773345" y="1407263"/>
                    <a:pt x="3759914" y="1241909"/>
                  </a:cubicBezTo>
                  <a:cubicBezTo>
                    <a:pt x="3720766" y="756134"/>
                    <a:pt x="3287284" y="472194"/>
                    <a:pt x="2828369" y="171776"/>
                  </a:cubicBezTo>
                  <a:lnTo>
                    <a:pt x="2807414" y="158059"/>
                  </a:lnTo>
                  <a:cubicBezTo>
                    <a:pt x="2704735" y="90813"/>
                    <a:pt x="2598436" y="58047"/>
                    <a:pt x="2482612" y="58047"/>
                  </a:cubicBezTo>
                  <a:cubicBezTo>
                    <a:pt x="2320687" y="58047"/>
                    <a:pt x="2149237" y="121674"/>
                    <a:pt x="1968262" y="188921"/>
                  </a:cubicBezTo>
                  <a:cubicBezTo>
                    <a:pt x="1801860" y="250833"/>
                    <a:pt x="1629743" y="314841"/>
                    <a:pt x="1433052" y="346273"/>
                  </a:cubicBezTo>
                  <a:cubicBezTo>
                    <a:pt x="1373927" y="355312"/>
                    <a:pt x="1314173" y="359612"/>
                    <a:pt x="1254363" y="359132"/>
                  </a:cubicBezTo>
                  <a:cubicBezTo>
                    <a:pt x="1131872" y="359132"/>
                    <a:pt x="1002427" y="344464"/>
                    <a:pt x="877173" y="330557"/>
                  </a:cubicBezTo>
                  <a:cubicBezTo>
                    <a:pt x="754872" y="315508"/>
                    <a:pt x="638476" y="302363"/>
                    <a:pt x="530368" y="302363"/>
                  </a:cubicBezTo>
                  <a:close/>
                  <a:moveTo>
                    <a:pt x="1241981" y="2716761"/>
                  </a:moveTo>
                  <a:lnTo>
                    <a:pt x="1241981" y="2716761"/>
                  </a:lnTo>
                  <a:cubicBezTo>
                    <a:pt x="1229228" y="2716204"/>
                    <a:pt x="1216693" y="2713264"/>
                    <a:pt x="1205023" y="2708093"/>
                  </a:cubicBezTo>
                  <a:lnTo>
                    <a:pt x="1202071" y="2706854"/>
                  </a:lnTo>
                  <a:lnTo>
                    <a:pt x="1202071" y="2703521"/>
                  </a:lnTo>
                  <a:cubicBezTo>
                    <a:pt x="1202833" y="2654657"/>
                    <a:pt x="1210643" y="2581505"/>
                    <a:pt x="1216358" y="2528165"/>
                  </a:cubicBezTo>
                  <a:cubicBezTo>
                    <a:pt x="1239409" y="2312900"/>
                    <a:pt x="1271032" y="2018197"/>
                    <a:pt x="1127014" y="1740448"/>
                  </a:cubicBezTo>
                  <a:cubicBezTo>
                    <a:pt x="1015476" y="1525469"/>
                    <a:pt x="862600" y="1333349"/>
                    <a:pt x="727726" y="1163995"/>
                  </a:cubicBezTo>
                  <a:cubicBezTo>
                    <a:pt x="608663" y="1014452"/>
                    <a:pt x="496268" y="873197"/>
                    <a:pt x="448357" y="763945"/>
                  </a:cubicBezTo>
                  <a:cubicBezTo>
                    <a:pt x="430069" y="722225"/>
                    <a:pt x="425593" y="701461"/>
                    <a:pt x="431403" y="684602"/>
                  </a:cubicBezTo>
                  <a:lnTo>
                    <a:pt x="432260" y="682030"/>
                  </a:lnTo>
                  <a:lnTo>
                    <a:pt x="434927" y="681458"/>
                  </a:lnTo>
                  <a:cubicBezTo>
                    <a:pt x="466494" y="675670"/>
                    <a:pt x="498569" y="673117"/>
                    <a:pt x="530653" y="673838"/>
                  </a:cubicBezTo>
                  <a:cubicBezTo>
                    <a:pt x="617712" y="673838"/>
                    <a:pt x="723916" y="685840"/>
                    <a:pt x="836406" y="698603"/>
                  </a:cubicBezTo>
                  <a:cubicBezTo>
                    <a:pt x="965660" y="713272"/>
                    <a:pt x="1112060" y="729845"/>
                    <a:pt x="1255506" y="729845"/>
                  </a:cubicBezTo>
                  <a:cubicBezTo>
                    <a:pt x="1335000" y="730349"/>
                    <a:pt x="1414406" y="724488"/>
                    <a:pt x="1492964" y="712319"/>
                  </a:cubicBezTo>
                  <a:cubicBezTo>
                    <a:pt x="1725946" y="675077"/>
                    <a:pt x="1924066" y="601353"/>
                    <a:pt x="2098849" y="536297"/>
                  </a:cubicBezTo>
                  <a:cubicBezTo>
                    <a:pt x="2247630" y="481052"/>
                    <a:pt x="2388029" y="428760"/>
                    <a:pt x="2483374" y="428760"/>
                  </a:cubicBezTo>
                  <a:cubicBezTo>
                    <a:pt x="2526903" y="428760"/>
                    <a:pt x="2562050" y="440190"/>
                    <a:pt x="2604722" y="468098"/>
                  </a:cubicBezTo>
                  <a:lnTo>
                    <a:pt x="2625677" y="481814"/>
                  </a:lnTo>
                  <a:cubicBezTo>
                    <a:pt x="3086211" y="783281"/>
                    <a:pt x="3367484" y="986639"/>
                    <a:pt x="3390440" y="1271056"/>
                  </a:cubicBezTo>
                  <a:cubicBezTo>
                    <a:pt x="3394726" y="1324205"/>
                    <a:pt x="3326241" y="1446602"/>
                    <a:pt x="3259947" y="1564997"/>
                  </a:cubicBezTo>
                  <a:cubicBezTo>
                    <a:pt x="3162316" y="1739590"/>
                    <a:pt x="3051635" y="1937425"/>
                    <a:pt x="2978102" y="2200124"/>
                  </a:cubicBezTo>
                  <a:lnTo>
                    <a:pt x="2976864" y="2204601"/>
                  </a:lnTo>
                  <a:lnTo>
                    <a:pt x="2972387" y="2203458"/>
                  </a:lnTo>
                  <a:lnTo>
                    <a:pt x="2932573" y="2193933"/>
                  </a:lnTo>
                  <a:lnTo>
                    <a:pt x="2931525" y="2193933"/>
                  </a:lnTo>
                  <a:cubicBezTo>
                    <a:pt x="2783697" y="2157167"/>
                    <a:pt x="2616248" y="2115542"/>
                    <a:pt x="2451656" y="2115542"/>
                  </a:cubicBezTo>
                  <a:cubicBezTo>
                    <a:pt x="2333546" y="2115542"/>
                    <a:pt x="2230485" y="2136116"/>
                    <a:pt x="2136473" y="2178598"/>
                  </a:cubicBezTo>
                  <a:cubicBezTo>
                    <a:pt x="1933019" y="2270419"/>
                    <a:pt x="1762998" y="2394339"/>
                    <a:pt x="1613075" y="2503591"/>
                  </a:cubicBezTo>
                  <a:cubicBezTo>
                    <a:pt x="1489059" y="2593221"/>
                    <a:pt x="1319609" y="2716761"/>
                    <a:pt x="1241981" y="2716761"/>
                  </a:cubicBezTo>
                  <a:close/>
                  <a:moveTo>
                    <a:pt x="1211691" y="2700473"/>
                  </a:moveTo>
                  <a:cubicBezTo>
                    <a:pt x="1221307" y="2704505"/>
                    <a:pt x="1231563" y="2706795"/>
                    <a:pt x="1241981" y="2707236"/>
                  </a:cubicBezTo>
                  <a:cubicBezTo>
                    <a:pt x="1316847" y="2707236"/>
                    <a:pt x="1484773" y="2584744"/>
                    <a:pt x="1607455" y="2495399"/>
                  </a:cubicBezTo>
                  <a:cubicBezTo>
                    <a:pt x="1757855" y="2385767"/>
                    <a:pt x="1928352" y="2261561"/>
                    <a:pt x="2132663" y="2169358"/>
                  </a:cubicBezTo>
                  <a:cubicBezTo>
                    <a:pt x="2227913" y="2126306"/>
                    <a:pt x="2332688" y="2105446"/>
                    <a:pt x="2451751" y="2105446"/>
                  </a:cubicBezTo>
                  <a:cubicBezTo>
                    <a:pt x="2617486" y="2105446"/>
                    <a:pt x="2785126" y="2147261"/>
                    <a:pt x="2933906" y="2184122"/>
                  </a:cubicBezTo>
                  <a:lnTo>
                    <a:pt x="2934954" y="2184122"/>
                  </a:lnTo>
                  <a:lnTo>
                    <a:pt x="2970292" y="2192885"/>
                  </a:lnTo>
                  <a:cubicBezTo>
                    <a:pt x="3044111" y="1931233"/>
                    <a:pt x="3154410" y="1734161"/>
                    <a:pt x="3251756" y="1560044"/>
                  </a:cubicBezTo>
                  <a:cubicBezTo>
                    <a:pt x="3317288" y="1442887"/>
                    <a:pt x="3385106" y="1321919"/>
                    <a:pt x="3381010" y="1271532"/>
                  </a:cubicBezTo>
                  <a:cubicBezTo>
                    <a:pt x="3358436" y="991688"/>
                    <a:pt x="3078686" y="789377"/>
                    <a:pt x="2620534" y="489530"/>
                  </a:cubicBezTo>
                  <a:lnTo>
                    <a:pt x="2599579" y="475718"/>
                  </a:lnTo>
                  <a:cubicBezTo>
                    <a:pt x="2558621" y="448953"/>
                    <a:pt x="2524998" y="437618"/>
                    <a:pt x="2483469" y="437618"/>
                  </a:cubicBezTo>
                  <a:cubicBezTo>
                    <a:pt x="2389838" y="437618"/>
                    <a:pt x="2250202" y="489625"/>
                    <a:pt x="2102469" y="544584"/>
                  </a:cubicBezTo>
                  <a:cubicBezTo>
                    <a:pt x="1927209" y="609735"/>
                    <a:pt x="1728613" y="683649"/>
                    <a:pt x="1494679" y="721082"/>
                  </a:cubicBezTo>
                  <a:cubicBezTo>
                    <a:pt x="1415617" y="733329"/>
                    <a:pt x="1335700" y="739222"/>
                    <a:pt x="1255697" y="738704"/>
                  </a:cubicBezTo>
                  <a:cubicBezTo>
                    <a:pt x="1111583" y="738704"/>
                    <a:pt x="964993" y="722130"/>
                    <a:pt x="835549" y="707462"/>
                  </a:cubicBezTo>
                  <a:cubicBezTo>
                    <a:pt x="723249" y="694698"/>
                    <a:pt x="617236" y="682697"/>
                    <a:pt x="530749" y="682697"/>
                  </a:cubicBezTo>
                  <a:cubicBezTo>
                    <a:pt x="500248" y="682111"/>
                    <a:pt x="469759" y="684407"/>
                    <a:pt x="439690" y="689555"/>
                  </a:cubicBezTo>
                  <a:cubicBezTo>
                    <a:pt x="436737" y="701365"/>
                    <a:pt x="439118" y="718130"/>
                    <a:pt x="457216" y="759468"/>
                  </a:cubicBezTo>
                  <a:cubicBezTo>
                    <a:pt x="504841" y="867577"/>
                    <a:pt x="616664" y="1008356"/>
                    <a:pt x="735251" y="1157327"/>
                  </a:cubicBezTo>
                  <a:cubicBezTo>
                    <a:pt x="870410" y="1327158"/>
                    <a:pt x="1023572" y="1519277"/>
                    <a:pt x="1135301" y="1735399"/>
                  </a:cubicBezTo>
                  <a:cubicBezTo>
                    <a:pt x="1280557" y="2015720"/>
                    <a:pt x="1248839" y="2312043"/>
                    <a:pt x="1225693" y="2528451"/>
                  </a:cubicBezTo>
                  <a:cubicBezTo>
                    <a:pt x="1219978" y="2581220"/>
                    <a:pt x="1212453" y="2651991"/>
                    <a:pt x="1211405" y="2700473"/>
                  </a:cubicBezTo>
                  <a:close/>
                  <a:moveTo>
                    <a:pt x="1606407" y="2041343"/>
                  </a:moveTo>
                  <a:lnTo>
                    <a:pt x="1605550" y="2033627"/>
                  </a:lnTo>
                  <a:cubicBezTo>
                    <a:pt x="1587563" y="1870237"/>
                    <a:pt x="1540023" y="1711477"/>
                    <a:pt x="1465247" y="1565092"/>
                  </a:cubicBezTo>
                  <a:cubicBezTo>
                    <a:pt x="1393047" y="1425837"/>
                    <a:pt x="1300750" y="1283533"/>
                    <a:pt x="1174925" y="1117418"/>
                  </a:cubicBezTo>
                  <a:lnTo>
                    <a:pt x="1168924" y="1109512"/>
                  </a:lnTo>
                  <a:lnTo>
                    <a:pt x="1178449" y="1109512"/>
                  </a:lnTo>
                  <a:cubicBezTo>
                    <a:pt x="1303644" y="1114548"/>
                    <a:pt x="1429034" y="1107499"/>
                    <a:pt x="1552877" y="1088462"/>
                  </a:cubicBezTo>
                  <a:cubicBezTo>
                    <a:pt x="1823006" y="1045313"/>
                    <a:pt x="2049605" y="961017"/>
                    <a:pt x="2231533" y="893389"/>
                  </a:cubicBezTo>
                  <a:cubicBezTo>
                    <a:pt x="2296112" y="869387"/>
                    <a:pt x="2384504" y="836239"/>
                    <a:pt x="2443178" y="819856"/>
                  </a:cubicBezTo>
                  <a:lnTo>
                    <a:pt x="2445274" y="819285"/>
                  </a:lnTo>
                  <a:lnTo>
                    <a:pt x="2447083" y="820428"/>
                  </a:lnTo>
                  <a:cubicBezTo>
                    <a:pt x="2611390" y="928156"/>
                    <a:pt x="2917238" y="1128657"/>
                    <a:pt x="2992771" y="1254197"/>
                  </a:cubicBezTo>
                  <a:lnTo>
                    <a:pt x="2994199" y="1256482"/>
                  </a:lnTo>
                  <a:lnTo>
                    <a:pt x="2992961" y="1258864"/>
                  </a:lnTo>
                  <a:cubicBezTo>
                    <a:pt x="2972864" y="1297440"/>
                    <a:pt x="2946670" y="1344589"/>
                    <a:pt x="2927620" y="1378403"/>
                  </a:cubicBezTo>
                  <a:cubicBezTo>
                    <a:pt x="2866565" y="1487559"/>
                    <a:pt x="2797794" y="1610527"/>
                    <a:pt x="2733691" y="1756164"/>
                  </a:cubicBezTo>
                  <a:lnTo>
                    <a:pt x="2732167" y="1759593"/>
                  </a:lnTo>
                  <a:lnTo>
                    <a:pt x="2728547" y="1758926"/>
                  </a:lnTo>
                  <a:cubicBezTo>
                    <a:pt x="2637104" y="1742926"/>
                    <a:pt x="2544486" y="1734579"/>
                    <a:pt x="2451656" y="1733971"/>
                  </a:cubicBezTo>
                  <a:cubicBezTo>
                    <a:pt x="2278396" y="1733971"/>
                    <a:pt x="2123996" y="1765594"/>
                    <a:pt x="1979787" y="1830745"/>
                  </a:cubicBezTo>
                  <a:cubicBezTo>
                    <a:pt x="1851961" y="1889481"/>
                    <a:pt x="1729155" y="1958577"/>
                    <a:pt x="1612598" y="2037342"/>
                  </a:cubicBezTo>
                  <a:close/>
                  <a:moveTo>
                    <a:pt x="1188450" y="1119418"/>
                  </a:moveTo>
                  <a:cubicBezTo>
                    <a:pt x="1311608" y="1282772"/>
                    <a:pt x="1402381" y="1423170"/>
                    <a:pt x="1474200" y="1560711"/>
                  </a:cubicBezTo>
                  <a:cubicBezTo>
                    <a:pt x="1547955" y="1705875"/>
                    <a:pt x="1595117" y="1863074"/>
                    <a:pt x="1613456" y="2024864"/>
                  </a:cubicBezTo>
                  <a:cubicBezTo>
                    <a:pt x="1728461" y="1947653"/>
                    <a:pt x="1849503" y="1879838"/>
                    <a:pt x="1975406" y="1822077"/>
                  </a:cubicBezTo>
                  <a:cubicBezTo>
                    <a:pt x="2121043" y="1756355"/>
                    <a:pt x="2276586" y="1724446"/>
                    <a:pt x="2451656" y="1724446"/>
                  </a:cubicBezTo>
                  <a:cubicBezTo>
                    <a:pt x="2543836" y="1725002"/>
                    <a:pt x="2635813" y="1733190"/>
                    <a:pt x="2726642" y="1748925"/>
                  </a:cubicBezTo>
                  <a:cubicBezTo>
                    <a:pt x="2790460" y="1604336"/>
                    <a:pt x="2858754" y="1482225"/>
                    <a:pt x="2919142" y="1374497"/>
                  </a:cubicBezTo>
                  <a:cubicBezTo>
                    <a:pt x="2938192" y="1340398"/>
                    <a:pt x="2963624" y="1294868"/>
                    <a:pt x="2983436" y="1256864"/>
                  </a:cubicBezTo>
                  <a:cubicBezTo>
                    <a:pt x="2907236" y="1133515"/>
                    <a:pt x="2607008" y="936538"/>
                    <a:pt x="2443940" y="829572"/>
                  </a:cubicBezTo>
                  <a:cubicBezTo>
                    <a:pt x="2385647" y="846336"/>
                    <a:pt x="2298779" y="878626"/>
                    <a:pt x="2235057" y="902343"/>
                  </a:cubicBezTo>
                  <a:cubicBezTo>
                    <a:pt x="2052748" y="970161"/>
                    <a:pt x="1825482" y="1054743"/>
                    <a:pt x="1554686" y="1097987"/>
                  </a:cubicBezTo>
                  <a:cubicBezTo>
                    <a:pt x="1455714" y="1113393"/>
                    <a:pt x="1355669" y="1120878"/>
                    <a:pt x="1255506" y="1120370"/>
                  </a:cubicBezTo>
                  <a:cubicBezTo>
                    <a:pt x="1233503" y="1120370"/>
                    <a:pt x="1211024" y="1120085"/>
                    <a:pt x="1188164" y="1119418"/>
                  </a:cubicBezTo>
                  <a:close/>
                  <a:moveTo>
                    <a:pt x="1241981" y="2907261"/>
                  </a:moveTo>
                  <a:lnTo>
                    <a:pt x="1241981" y="2907261"/>
                  </a:lnTo>
                  <a:cubicBezTo>
                    <a:pt x="1181306" y="2907261"/>
                    <a:pt x="1120632" y="2886019"/>
                    <a:pt x="1051481" y="2840586"/>
                  </a:cubicBezTo>
                  <a:cubicBezTo>
                    <a:pt x="999284" y="2806486"/>
                    <a:pt x="1007570" y="2692186"/>
                    <a:pt x="1027287" y="2507972"/>
                  </a:cubicBezTo>
                  <a:cubicBezTo>
                    <a:pt x="1048909" y="2306138"/>
                    <a:pt x="1075769" y="2055058"/>
                    <a:pt x="958135" y="1828268"/>
                  </a:cubicBezTo>
                  <a:cubicBezTo>
                    <a:pt x="855170" y="1629672"/>
                    <a:pt x="714867" y="1453364"/>
                    <a:pt x="579040" y="1282772"/>
                  </a:cubicBezTo>
                  <a:cubicBezTo>
                    <a:pt x="451405" y="1122942"/>
                    <a:pt x="331486" y="972447"/>
                    <a:pt x="273669" y="840526"/>
                  </a:cubicBezTo>
                  <a:cubicBezTo>
                    <a:pt x="231664" y="744704"/>
                    <a:pt x="216519" y="660598"/>
                    <a:pt x="281956" y="561348"/>
                  </a:cubicBezTo>
                  <a:cubicBezTo>
                    <a:pt x="297291" y="538012"/>
                    <a:pt x="333105" y="483338"/>
                    <a:pt x="530368" y="483338"/>
                  </a:cubicBezTo>
                  <a:cubicBezTo>
                    <a:pt x="628189" y="483338"/>
                    <a:pt x="739918" y="495911"/>
                    <a:pt x="857551" y="509341"/>
                  </a:cubicBezTo>
                  <a:cubicBezTo>
                    <a:pt x="987949" y="524105"/>
                    <a:pt x="1122537" y="539345"/>
                    <a:pt x="1255315" y="539345"/>
                  </a:cubicBezTo>
                  <a:cubicBezTo>
                    <a:pt x="1324728" y="539830"/>
                    <a:pt x="1394069" y="534766"/>
                    <a:pt x="1462675" y="524201"/>
                  </a:cubicBezTo>
                  <a:cubicBezTo>
                    <a:pt x="1676987" y="489911"/>
                    <a:pt x="1857581" y="422759"/>
                    <a:pt x="2032270" y="357799"/>
                  </a:cubicBezTo>
                  <a:cubicBezTo>
                    <a:pt x="2197529" y="296363"/>
                    <a:pt x="2353548" y="238260"/>
                    <a:pt x="2483183" y="238260"/>
                  </a:cubicBezTo>
                  <a:cubicBezTo>
                    <a:pt x="2563765" y="238260"/>
                    <a:pt x="2635583" y="260644"/>
                    <a:pt x="2708831" y="308745"/>
                  </a:cubicBezTo>
                  <a:lnTo>
                    <a:pt x="2729786" y="322366"/>
                  </a:lnTo>
                  <a:cubicBezTo>
                    <a:pt x="3168888" y="609830"/>
                    <a:pt x="3547983" y="858052"/>
                    <a:pt x="3580082" y="1255816"/>
                  </a:cubicBezTo>
                  <a:cubicBezTo>
                    <a:pt x="3589036" y="1366687"/>
                    <a:pt x="3520646" y="1488988"/>
                    <a:pt x="3426063" y="1658152"/>
                  </a:cubicBezTo>
                  <a:cubicBezTo>
                    <a:pt x="3316907" y="1853129"/>
                    <a:pt x="3181175" y="2095826"/>
                    <a:pt x="3121930" y="2423962"/>
                  </a:cubicBezTo>
                  <a:lnTo>
                    <a:pt x="3121073" y="2428439"/>
                  </a:lnTo>
                  <a:lnTo>
                    <a:pt x="3116596" y="2427867"/>
                  </a:lnTo>
                  <a:cubicBezTo>
                    <a:pt x="3053350" y="2420152"/>
                    <a:pt x="2968006" y="2399292"/>
                    <a:pt x="2885329" y="2378337"/>
                  </a:cubicBezTo>
                  <a:cubicBezTo>
                    <a:pt x="2741501" y="2342523"/>
                    <a:pt x="2592721" y="2305566"/>
                    <a:pt x="2451465" y="2305566"/>
                  </a:cubicBezTo>
                  <a:cubicBezTo>
                    <a:pt x="2360978" y="2305566"/>
                    <a:pt x="2283444" y="2320711"/>
                    <a:pt x="2214674" y="2351762"/>
                  </a:cubicBezTo>
                  <a:cubicBezTo>
                    <a:pt x="2029127" y="2435487"/>
                    <a:pt x="1874536" y="2548168"/>
                    <a:pt x="1725089" y="2657134"/>
                  </a:cubicBezTo>
                  <a:cubicBezTo>
                    <a:pt x="1548400" y="2785721"/>
                    <a:pt x="1381712" y="2907261"/>
                    <a:pt x="1241981" y="2907261"/>
                  </a:cubicBezTo>
                  <a:close/>
                  <a:moveTo>
                    <a:pt x="530368" y="492863"/>
                  </a:moveTo>
                  <a:cubicBezTo>
                    <a:pt x="338248" y="492863"/>
                    <a:pt x="304339" y="544489"/>
                    <a:pt x="289957" y="566587"/>
                  </a:cubicBezTo>
                  <a:cubicBezTo>
                    <a:pt x="227282" y="661837"/>
                    <a:pt x="241570" y="743752"/>
                    <a:pt x="282337" y="836621"/>
                  </a:cubicBezTo>
                  <a:cubicBezTo>
                    <a:pt x="339487" y="967494"/>
                    <a:pt x="459311" y="1117608"/>
                    <a:pt x="585899" y="1276676"/>
                  </a:cubicBezTo>
                  <a:cubicBezTo>
                    <a:pt x="722011" y="1447649"/>
                    <a:pt x="862695" y="1624433"/>
                    <a:pt x="966041" y="1823791"/>
                  </a:cubicBezTo>
                  <a:cubicBezTo>
                    <a:pt x="1085009" y="2053154"/>
                    <a:pt x="1057957" y="2305757"/>
                    <a:pt x="1036145" y="2508830"/>
                  </a:cubicBezTo>
                  <a:cubicBezTo>
                    <a:pt x="1017095" y="2689805"/>
                    <a:pt x="1008523" y="2801437"/>
                    <a:pt x="1056052" y="2832680"/>
                  </a:cubicBezTo>
                  <a:cubicBezTo>
                    <a:pt x="1123966" y="2877066"/>
                    <a:pt x="1182926" y="2897831"/>
                    <a:pt x="1241695" y="2897831"/>
                  </a:cubicBezTo>
                  <a:lnTo>
                    <a:pt x="1241695" y="2897831"/>
                  </a:lnTo>
                  <a:cubicBezTo>
                    <a:pt x="1378569" y="2897831"/>
                    <a:pt x="1544114" y="2777149"/>
                    <a:pt x="1719373" y="2649419"/>
                  </a:cubicBezTo>
                  <a:cubicBezTo>
                    <a:pt x="1869297" y="2540167"/>
                    <a:pt x="2024173" y="2427200"/>
                    <a:pt x="2210768" y="2343095"/>
                  </a:cubicBezTo>
                  <a:cubicBezTo>
                    <a:pt x="2280777" y="2311376"/>
                    <a:pt x="2359549" y="2296041"/>
                    <a:pt x="2451465" y="2296041"/>
                  </a:cubicBezTo>
                  <a:cubicBezTo>
                    <a:pt x="2593864" y="2296041"/>
                    <a:pt x="2743216" y="2333189"/>
                    <a:pt x="2887615" y="2369098"/>
                  </a:cubicBezTo>
                  <a:cubicBezTo>
                    <a:pt x="2968101" y="2389100"/>
                    <a:pt x="3051159" y="2409770"/>
                    <a:pt x="3113357" y="2417866"/>
                  </a:cubicBezTo>
                  <a:cubicBezTo>
                    <a:pt x="3173270" y="2090396"/>
                    <a:pt x="3308715" y="1848271"/>
                    <a:pt x="3417681" y="1653580"/>
                  </a:cubicBezTo>
                  <a:cubicBezTo>
                    <a:pt x="3511502" y="1485749"/>
                    <a:pt x="3579606" y="1364591"/>
                    <a:pt x="3570653" y="1256578"/>
                  </a:cubicBezTo>
                  <a:cubicBezTo>
                    <a:pt x="3538934" y="863576"/>
                    <a:pt x="3161078" y="616498"/>
                    <a:pt x="2724642" y="330462"/>
                  </a:cubicBezTo>
                  <a:lnTo>
                    <a:pt x="2703687" y="316746"/>
                  </a:lnTo>
                  <a:cubicBezTo>
                    <a:pt x="2631869" y="269788"/>
                    <a:pt x="2561860" y="247880"/>
                    <a:pt x="2483183" y="247880"/>
                  </a:cubicBezTo>
                  <a:cubicBezTo>
                    <a:pt x="2355263" y="247880"/>
                    <a:pt x="2200005" y="305697"/>
                    <a:pt x="2035508" y="366847"/>
                  </a:cubicBezTo>
                  <a:cubicBezTo>
                    <a:pt x="1860439" y="431903"/>
                    <a:pt x="1679368" y="499245"/>
                    <a:pt x="1464008" y="533726"/>
                  </a:cubicBezTo>
                  <a:cubicBezTo>
                    <a:pt x="1394931" y="544373"/>
                    <a:pt x="1325111" y="549469"/>
                    <a:pt x="1255220" y="548966"/>
                  </a:cubicBezTo>
                  <a:cubicBezTo>
                    <a:pt x="1121870" y="548965"/>
                    <a:pt x="986996" y="533726"/>
                    <a:pt x="856599" y="518866"/>
                  </a:cubicBezTo>
                  <a:cubicBezTo>
                    <a:pt x="738775" y="505436"/>
                    <a:pt x="627618" y="492863"/>
                    <a:pt x="530368" y="492863"/>
                  </a:cubicBezTo>
                  <a:close/>
                  <a:moveTo>
                    <a:pt x="1419146" y="2407960"/>
                  </a:moveTo>
                  <a:lnTo>
                    <a:pt x="1419907" y="2397768"/>
                  </a:lnTo>
                  <a:cubicBezTo>
                    <a:pt x="1434290" y="2208316"/>
                    <a:pt x="1436957" y="1924947"/>
                    <a:pt x="1296082" y="1652723"/>
                  </a:cubicBezTo>
                  <a:cubicBezTo>
                    <a:pt x="1176068" y="1421360"/>
                    <a:pt x="1017095" y="1221621"/>
                    <a:pt x="876982" y="1045408"/>
                  </a:cubicBezTo>
                  <a:cubicBezTo>
                    <a:pt x="835358" y="993212"/>
                    <a:pt x="792686" y="939586"/>
                    <a:pt x="754491" y="889198"/>
                  </a:cubicBezTo>
                  <a:lnTo>
                    <a:pt x="747728" y="880340"/>
                  </a:lnTo>
                  <a:lnTo>
                    <a:pt x="758777" y="881579"/>
                  </a:lnTo>
                  <a:lnTo>
                    <a:pt x="813451" y="887674"/>
                  </a:lnTo>
                  <a:lnTo>
                    <a:pt x="814975" y="887674"/>
                  </a:lnTo>
                  <a:cubicBezTo>
                    <a:pt x="949277" y="902914"/>
                    <a:pt x="1101392" y="920155"/>
                    <a:pt x="1255697" y="920155"/>
                  </a:cubicBezTo>
                  <a:cubicBezTo>
                    <a:pt x="1345271" y="920680"/>
                    <a:pt x="1434743" y="914023"/>
                    <a:pt x="1523254" y="900247"/>
                  </a:cubicBezTo>
                  <a:cubicBezTo>
                    <a:pt x="1774904" y="859957"/>
                    <a:pt x="1982359" y="782804"/>
                    <a:pt x="2165524" y="714701"/>
                  </a:cubicBezTo>
                  <a:cubicBezTo>
                    <a:pt x="2273919" y="674314"/>
                    <a:pt x="2422699" y="619451"/>
                    <a:pt x="2483564" y="619451"/>
                  </a:cubicBezTo>
                  <a:lnTo>
                    <a:pt x="2486898" y="619927"/>
                  </a:lnTo>
                  <a:cubicBezTo>
                    <a:pt x="2491653" y="622101"/>
                    <a:pt x="2496210" y="624682"/>
                    <a:pt x="2500519" y="627642"/>
                  </a:cubicBezTo>
                  <a:lnTo>
                    <a:pt x="2521569" y="641358"/>
                  </a:lnTo>
                  <a:cubicBezTo>
                    <a:pt x="2867136" y="867672"/>
                    <a:pt x="3165459" y="1062935"/>
                    <a:pt x="3198416" y="1267817"/>
                  </a:cubicBezTo>
                  <a:lnTo>
                    <a:pt x="3198416" y="1268960"/>
                  </a:lnTo>
                  <a:lnTo>
                    <a:pt x="3198416" y="1270103"/>
                  </a:lnTo>
                  <a:cubicBezTo>
                    <a:pt x="3183747" y="1311918"/>
                    <a:pt x="3134027" y="1400786"/>
                    <a:pt x="3094117" y="1472129"/>
                  </a:cubicBezTo>
                  <a:cubicBezTo>
                    <a:pt x="3019822" y="1604907"/>
                    <a:pt x="2927429" y="1770166"/>
                    <a:pt x="2852182" y="1974001"/>
                  </a:cubicBezTo>
                  <a:lnTo>
                    <a:pt x="2850753" y="1977906"/>
                  </a:lnTo>
                  <a:lnTo>
                    <a:pt x="2846657" y="1976954"/>
                  </a:lnTo>
                  <a:cubicBezTo>
                    <a:pt x="2740358" y="1952570"/>
                    <a:pt x="2599007" y="1924661"/>
                    <a:pt x="2452037" y="1924661"/>
                  </a:cubicBezTo>
                  <a:cubicBezTo>
                    <a:pt x="2306304" y="1924661"/>
                    <a:pt x="2177621" y="1950760"/>
                    <a:pt x="2058464" y="2004576"/>
                  </a:cubicBezTo>
                  <a:cubicBezTo>
                    <a:pt x="1837198" y="2104493"/>
                    <a:pt x="1658414" y="2234510"/>
                    <a:pt x="1501346" y="2349191"/>
                  </a:cubicBezTo>
                  <a:cubicBezTo>
                    <a:pt x="1479629" y="2365002"/>
                    <a:pt x="1454483" y="2383385"/>
                    <a:pt x="1428004" y="2402245"/>
                  </a:cubicBezTo>
                  <a:close/>
                  <a:moveTo>
                    <a:pt x="768397" y="892247"/>
                  </a:moveTo>
                  <a:cubicBezTo>
                    <a:pt x="804783" y="939872"/>
                    <a:pt x="844597" y="990354"/>
                    <a:pt x="883745" y="1039122"/>
                  </a:cubicBezTo>
                  <a:cubicBezTo>
                    <a:pt x="1024525" y="1216001"/>
                    <a:pt x="1183878" y="1416122"/>
                    <a:pt x="1304274" y="1648722"/>
                  </a:cubicBezTo>
                  <a:cubicBezTo>
                    <a:pt x="1444006" y="1918280"/>
                    <a:pt x="1443910" y="2198220"/>
                    <a:pt x="1430194" y="2388720"/>
                  </a:cubicBezTo>
                  <a:cubicBezTo>
                    <a:pt x="1453531" y="2372051"/>
                    <a:pt x="1475724" y="2355858"/>
                    <a:pt x="1494964" y="2341856"/>
                  </a:cubicBezTo>
                  <a:cubicBezTo>
                    <a:pt x="1652889" y="2226699"/>
                    <a:pt x="1831769" y="2096397"/>
                    <a:pt x="2053987" y="1996099"/>
                  </a:cubicBezTo>
                  <a:cubicBezTo>
                    <a:pt x="2174383" y="1941711"/>
                    <a:pt x="2304399" y="1915327"/>
                    <a:pt x="2451465" y="1915327"/>
                  </a:cubicBezTo>
                  <a:cubicBezTo>
                    <a:pt x="2598531" y="1915327"/>
                    <a:pt x="2737406" y="1942092"/>
                    <a:pt x="2844181" y="1966571"/>
                  </a:cubicBezTo>
                  <a:cubicBezTo>
                    <a:pt x="2919333" y="1763879"/>
                    <a:pt x="3011249" y="1599573"/>
                    <a:pt x="3085258" y="1467366"/>
                  </a:cubicBezTo>
                  <a:cubicBezTo>
                    <a:pt x="3124597" y="1396881"/>
                    <a:pt x="3173555" y="1309441"/>
                    <a:pt x="3188509" y="1267913"/>
                  </a:cubicBezTo>
                  <a:cubicBezTo>
                    <a:pt x="3155172" y="1067888"/>
                    <a:pt x="2858945" y="873768"/>
                    <a:pt x="2516045" y="648788"/>
                  </a:cubicBezTo>
                  <a:lnTo>
                    <a:pt x="2494899" y="634976"/>
                  </a:lnTo>
                  <a:cubicBezTo>
                    <a:pt x="2491267" y="632514"/>
                    <a:pt x="2487481" y="630287"/>
                    <a:pt x="2483564" y="628309"/>
                  </a:cubicBezTo>
                  <a:lnTo>
                    <a:pt x="2483564" y="628309"/>
                  </a:lnTo>
                  <a:cubicBezTo>
                    <a:pt x="2424224" y="628309"/>
                    <a:pt x="2276586" y="683268"/>
                    <a:pt x="2168763" y="723559"/>
                  </a:cubicBezTo>
                  <a:cubicBezTo>
                    <a:pt x="1985312" y="791758"/>
                    <a:pt x="1777285" y="869196"/>
                    <a:pt x="1524778" y="909582"/>
                  </a:cubicBezTo>
                  <a:cubicBezTo>
                    <a:pt x="1435758" y="923388"/>
                    <a:pt x="1345779" y="930076"/>
                    <a:pt x="1255697" y="929585"/>
                  </a:cubicBezTo>
                  <a:cubicBezTo>
                    <a:pt x="1100820" y="929585"/>
                    <a:pt x="948420" y="912344"/>
                    <a:pt x="814022" y="897104"/>
                  </a:cubicBezTo>
                  <a:lnTo>
                    <a:pt x="812308" y="897104"/>
                  </a:lnTo>
                  <a:close/>
                  <a:moveTo>
                    <a:pt x="1739090" y="1737781"/>
                  </a:moveTo>
                  <a:lnTo>
                    <a:pt x="1737281" y="1732542"/>
                  </a:lnTo>
                  <a:cubicBezTo>
                    <a:pt x="1710775" y="1644601"/>
                    <a:pt x="1676178" y="1559306"/>
                    <a:pt x="1633934" y="1477748"/>
                  </a:cubicBezTo>
                  <a:cubicBezTo>
                    <a:pt x="1602502" y="1416979"/>
                    <a:pt x="1566688" y="1354495"/>
                    <a:pt x="1527540" y="1291820"/>
                  </a:cubicBezTo>
                  <a:lnTo>
                    <a:pt x="1523635" y="1285534"/>
                  </a:lnTo>
                  <a:lnTo>
                    <a:pt x="1530969" y="1284581"/>
                  </a:lnTo>
                  <a:cubicBezTo>
                    <a:pt x="1548400" y="1282295"/>
                    <a:pt x="1565926" y="1279819"/>
                    <a:pt x="1582976" y="1277057"/>
                  </a:cubicBezTo>
                  <a:cubicBezTo>
                    <a:pt x="1871869" y="1230860"/>
                    <a:pt x="2107994" y="1142945"/>
                    <a:pt x="2297350" y="1072364"/>
                  </a:cubicBezTo>
                  <a:cubicBezTo>
                    <a:pt x="2324783" y="1062173"/>
                    <a:pt x="2370598" y="1045123"/>
                    <a:pt x="2414413" y="1029788"/>
                  </a:cubicBezTo>
                  <a:lnTo>
                    <a:pt x="2416604" y="1029026"/>
                  </a:lnTo>
                  <a:lnTo>
                    <a:pt x="2418604" y="1030359"/>
                  </a:lnTo>
                  <a:cubicBezTo>
                    <a:pt x="2505091" y="1087509"/>
                    <a:pt x="2604151" y="1154184"/>
                    <a:pt x="2683399" y="1215906"/>
                  </a:cubicBezTo>
                  <a:cubicBezTo>
                    <a:pt x="2712545" y="1238480"/>
                    <a:pt x="2738263" y="1259912"/>
                    <a:pt x="2760075" y="1279628"/>
                  </a:cubicBezTo>
                  <a:lnTo>
                    <a:pt x="2762837" y="1282105"/>
                  </a:lnTo>
                  <a:lnTo>
                    <a:pt x="2760551" y="1286296"/>
                  </a:lnTo>
                  <a:cubicBezTo>
                    <a:pt x="2720165" y="1358495"/>
                    <a:pt x="2670159" y="1448221"/>
                    <a:pt x="2620248" y="1549376"/>
                  </a:cubicBezTo>
                  <a:lnTo>
                    <a:pt x="2618819" y="1552329"/>
                  </a:lnTo>
                  <a:lnTo>
                    <a:pt x="2615486" y="1552329"/>
                  </a:lnTo>
                  <a:cubicBezTo>
                    <a:pt x="2559383" y="1546900"/>
                    <a:pt x="2504043" y="1544138"/>
                    <a:pt x="2450989" y="1544138"/>
                  </a:cubicBezTo>
                  <a:cubicBezTo>
                    <a:pt x="2250107" y="1544138"/>
                    <a:pt x="2069989" y="1581285"/>
                    <a:pt x="1900634" y="1657866"/>
                  </a:cubicBezTo>
                  <a:cubicBezTo>
                    <a:pt x="1848723" y="1681298"/>
                    <a:pt x="1795859" y="1707396"/>
                    <a:pt x="1743757" y="1735590"/>
                  </a:cubicBezTo>
                  <a:close/>
                  <a:moveTo>
                    <a:pt x="1539637" y="1292678"/>
                  </a:moveTo>
                  <a:cubicBezTo>
                    <a:pt x="1577737" y="1353447"/>
                    <a:pt x="1611931" y="1414026"/>
                    <a:pt x="1642507" y="1472986"/>
                  </a:cubicBezTo>
                  <a:cubicBezTo>
                    <a:pt x="1684082" y="1553336"/>
                    <a:pt x="1718320" y="1637274"/>
                    <a:pt x="1744805" y="1723779"/>
                  </a:cubicBezTo>
                  <a:cubicBezTo>
                    <a:pt x="1795573" y="1696538"/>
                    <a:pt x="1846723" y="1671201"/>
                    <a:pt x="1897205" y="1648436"/>
                  </a:cubicBezTo>
                  <a:cubicBezTo>
                    <a:pt x="2067893" y="1571379"/>
                    <a:pt x="2249154" y="1534136"/>
                    <a:pt x="2451465" y="1534136"/>
                  </a:cubicBezTo>
                  <a:cubicBezTo>
                    <a:pt x="2503757" y="1534136"/>
                    <a:pt x="2558240" y="1536803"/>
                    <a:pt x="2613390" y="1542042"/>
                  </a:cubicBezTo>
                  <a:cubicBezTo>
                    <a:pt x="2662444" y="1442601"/>
                    <a:pt x="2711498" y="1354876"/>
                    <a:pt x="2751122" y="1284010"/>
                  </a:cubicBezTo>
                  <a:cubicBezTo>
                    <a:pt x="2730166" y="1264960"/>
                    <a:pt x="2705497" y="1244672"/>
                    <a:pt x="2677874" y="1223240"/>
                  </a:cubicBezTo>
                  <a:cubicBezTo>
                    <a:pt x="2599483" y="1162280"/>
                    <a:pt x="2501471" y="1096177"/>
                    <a:pt x="2415651" y="1039408"/>
                  </a:cubicBezTo>
                  <a:cubicBezTo>
                    <a:pt x="2372503" y="1054553"/>
                    <a:pt x="2327926" y="1071126"/>
                    <a:pt x="2301351" y="1081127"/>
                  </a:cubicBezTo>
                  <a:cubicBezTo>
                    <a:pt x="2110851" y="1151898"/>
                    <a:pt x="1874440" y="1239909"/>
                    <a:pt x="1584690" y="1286296"/>
                  </a:cubicBezTo>
                  <a:cubicBezTo>
                    <a:pt x="1569831" y="1288391"/>
                    <a:pt x="1554686" y="1290677"/>
                    <a:pt x="1539637" y="1292678"/>
                  </a:cubicBezTo>
                  <a:close/>
                  <a:moveTo>
                    <a:pt x="1241981" y="3002511"/>
                  </a:moveTo>
                  <a:lnTo>
                    <a:pt x="1241981" y="3002511"/>
                  </a:lnTo>
                  <a:cubicBezTo>
                    <a:pt x="1163018" y="3002511"/>
                    <a:pt x="1083485" y="2975555"/>
                    <a:pt x="998998" y="2920214"/>
                  </a:cubicBezTo>
                  <a:cubicBezTo>
                    <a:pt x="899461" y="2855063"/>
                    <a:pt x="908796" y="2717237"/>
                    <a:pt x="932323" y="2497685"/>
                  </a:cubicBezTo>
                  <a:cubicBezTo>
                    <a:pt x="952611" y="2308614"/>
                    <a:pt x="977852" y="2073347"/>
                    <a:pt x="873458" y="1871988"/>
                  </a:cubicBezTo>
                  <a:cubicBezTo>
                    <a:pt x="774684" y="1681488"/>
                    <a:pt x="637238" y="1508990"/>
                    <a:pt x="504269" y="1341922"/>
                  </a:cubicBezTo>
                  <a:cubicBezTo>
                    <a:pt x="216138" y="979972"/>
                    <a:pt x="47069" y="746133"/>
                    <a:pt x="202612" y="509246"/>
                  </a:cubicBezTo>
                  <a:cubicBezTo>
                    <a:pt x="272526" y="402471"/>
                    <a:pt x="407781" y="388088"/>
                    <a:pt x="530749" y="388088"/>
                  </a:cubicBezTo>
                  <a:cubicBezTo>
                    <a:pt x="634000" y="388088"/>
                    <a:pt x="748109" y="401042"/>
                    <a:pt x="868791" y="414663"/>
                  </a:cubicBezTo>
                  <a:cubicBezTo>
                    <a:pt x="996426" y="429141"/>
                    <a:pt x="1128347" y="444095"/>
                    <a:pt x="1255697" y="444095"/>
                  </a:cubicBezTo>
                  <a:cubicBezTo>
                    <a:pt x="1320067" y="444559"/>
                    <a:pt x="1384372" y="439909"/>
                    <a:pt x="1448006" y="430189"/>
                  </a:cubicBezTo>
                  <a:cubicBezTo>
                    <a:pt x="1652984" y="397423"/>
                    <a:pt x="1829006" y="331891"/>
                    <a:pt x="1999408" y="268264"/>
                  </a:cubicBezTo>
                  <a:cubicBezTo>
                    <a:pt x="2172954" y="203684"/>
                    <a:pt x="2336784" y="142724"/>
                    <a:pt x="2483564" y="142724"/>
                  </a:cubicBezTo>
                  <a:cubicBezTo>
                    <a:pt x="2582676" y="142818"/>
                    <a:pt x="2679474" y="172683"/>
                    <a:pt x="2761409" y="228449"/>
                  </a:cubicBezTo>
                  <a:lnTo>
                    <a:pt x="2782364" y="242165"/>
                  </a:lnTo>
                  <a:cubicBezTo>
                    <a:pt x="3011630" y="392279"/>
                    <a:pt x="3228229" y="534011"/>
                    <a:pt x="3392725" y="697365"/>
                  </a:cubicBezTo>
                  <a:cubicBezTo>
                    <a:pt x="3569509" y="872815"/>
                    <a:pt x="3659425" y="1047599"/>
                    <a:pt x="3675428" y="1247529"/>
                  </a:cubicBezTo>
                  <a:cubicBezTo>
                    <a:pt x="3686762" y="1387261"/>
                    <a:pt x="3612372" y="1520135"/>
                    <a:pt x="3509502" y="1703967"/>
                  </a:cubicBezTo>
                  <a:cubicBezTo>
                    <a:pt x="3389297" y="1918851"/>
                    <a:pt x="3253089" y="2162405"/>
                    <a:pt x="3204702" y="2511878"/>
                  </a:cubicBezTo>
                  <a:cubicBezTo>
                    <a:pt x="3204702" y="2514545"/>
                    <a:pt x="3203940" y="2516545"/>
                    <a:pt x="3203654" y="2518259"/>
                  </a:cubicBezTo>
                  <a:lnTo>
                    <a:pt x="3202988" y="2521212"/>
                  </a:lnTo>
                  <a:lnTo>
                    <a:pt x="3200130" y="2521879"/>
                  </a:lnTo>
                  <a:cubicBezTo>
                    <a:pt x="3187317" y="2524734"/>
                    <a:pt x="3174199" y="2525982"/>
                    <a:pt x="3161077" y="2525594"/>
                  </a:cubicBezTo>
                  <a:cubicBezTo>
                    <a:pt x="3085925" y="2525594"/>
                    <a:pt x="2977626" y="2498638"/>
                    <a:pt x="2862945" y="2470158"/>
                  </a:cubicBezTo>
                  <a:cubicBezTo>
                    <a:pt x="2724547" y="2435678"/>
                    <a:pt x="2581577" y="2400149"/>
                    <a:pt x="2451941" y="2400149"/>
                  </a:cubicBezTo>
                  <a:cubicBezTo>
                    <a:pt x="2375265" y="2400149"/>
                    <a:pt x="2310590" y="2412532"/>
                    <a:pt x="2254298" y="2438249"/>
                  </a:cubicBezTo>
                  <a:cubicBezTo>
                    <a:pt x="2077799" y="2517974"/>
                    <a:pt x="1927304" y="2627702"/>
                    <a:pt x="1781667" y="2733525"/>
                  </a:cubicBezTo>
                  <a:cubicBezTo>
                    <a:pt x="1591643" y="2872113"/>
                    <a:pt x="1412668" y="3002511"/>
                    <a:pt x="1241981" y="3002511"/>
                  </a:cubicBezTo>
                  <a:close/>
                  <a:moveTo>
                    <a:pt x="530368" y="397613"/>
                  </a:moveTo>
                  <a:cubicBezTo>
                    <a:pt x="409876" y="397613"/>
                    <a:pt x="277669" y="411520"/>
                    <a:pt x="210232" y="514390"/>
                  </a:cubicBezTo>
                  <a:cubicBezTo>
                    <a:pt x="58690" y="745943"/>
                    <a:pt x="225949" y="977400"/>
                    <a:pt x="511318" y="1336016"/>
                  </a:cubicBezTo>
                  <a:cubicBezTo>
                    <a:pt x="644668" y="1503371"/>
                    <a:pt x="782399" y="1676440"/>
                    <a:pt x="881459" y="1867607"/>
                  </a:cubicBezTo>
                  <a:cubicBezTo>
                    <a:pt x="987187" y="2071537"/>
                    <a:pt x="961850" y="2308424"/>
                    <a:pt x="941467" y="2498733"/>
                  </a:cubicBezTo>
                  <a:cubicBezTo>
                    <a:pt x="918130" y="2714569"/>
                    <a:pt x="908605" y="2850111"/>
                    <a:pt x="1003855" y="2912213"/>
                  </a:cubicBezTo>
                  <a:cubicBezTo>
                    <a:pt x="1086818" y="2966601"/>
                    <a:pt x="1164638" y="2992986"/>
                    <a:pt x="1241981" y="2992986"/>
                  </a:cubicBezTo>
                  <a:lnTo>
                    <a:pt x="1241981" y="2992986"/>
                  </a:lnTo>
                  <a:cubicBezTo>
                    <a:pt x="1409906" y="2992986"/>
                    <a:pt x="1587643" y="2863445"/>
                    <a:pt x="1775381" y="2726286"/>
                  </a:cubicBezTo>
                  <a:cubicBezTo>
                    <a:pt x="1921494" y="2619891"/>
                    <a:pt x="2072465" y="2509877"/>
                    <a:pt x="2249821" y="2429772"/>
                  </a:cubicBezTo>
                  <a:cubicBezTo>
                    <a:pt x="2306971" y="2403769"/>
                    <a:pt x="2373646" y="2391196"/>
                    <a:pt x="2451370" y="2391196"/>
                  </a:cubicBezTo>
                  <a:cubicBezTo>
                    <a:pt x="2582148" y="2391196"/>
                    <a:pt x="2725690" y="2426915"/>
                    <a:pt x="2864564" y="2461395"/>
                  </a:cubicBezTo>
                  <a:cubicBezTo>
                    <a:pt x="2978864" y="2489970"/>
                    <a:pt x="3086592" y="2516640"/>
                    <a:pt x="3160506" y="2516640"/>
                  </a:cubicBezTo>
                  <a:cubicBezTo>
                    <a:pt x="3171944" y="2516727"/>
                    <a:pt x="3183364" y="2515706"/>
                    <a:pt x="3194606" y="2513592"/>
                  </a:cubicBezTo>
                  <a:cubicBezTo>
                    <a:pt x="3194606" y="2512735"/>
                    <a:pt x="3194606" y="2511782"/>
                    <a:pt x="3194606" y="2510830"/>
                  </a:cubicBezTo>
                  <a:cubicBezTo>
                    <a:pt x="3243278" y="2159548"/>
                    <a:pt x="3380057" y="1915136"/>
                    <a:pt x="3500644" y="1699490"/>
                  </a:cubicBezTo>
                  <a:cubicBezTo>
                    <a:pt x="3602657" y="1517087"/>
                    <a:pt x="3676380" y="1385165"/>
                    <a:pt x="3665331" y="1248482"/>
                  </a:cubicBezTo>
                  <a:cubicBezTo>
                    <a:pt x="3649424" y="1050933"/>
                    <a:pt x="3560556" y="878054"/>
                    <a:pt x="3385391" y="704318"/>
                  </a:cubicBezTo>
                  <a:cubicBezTo>
                    <a:pt x="3221657" y="541631"/>
                    <a:pt x="3005439" y="400185"/>
                    <a:pt x="2776553" y="250357"/>
                  </a:cubicBezTo>
                  <a:lnTo>
                    <a:pt x="2755598" y="236641"/>
                  </a:lnTo>
                  <a:cubicBezTo>
                    <a:pt x="2675270" y="181755"/>
                    <a:pt x="2580282" y="152316"/>
                    <a:pt x="2482993" y="152154"/>
                  </a:cubicBezTo>
                  <a:cubicBezTo>
                    <a:pt x="2337927" y="152154"/>
                    <a:pt x="2174859" y="212828"/>
                    <a:pt x="2002171" y="277027"/>
                  </a:cubicBezTo>
                  <a:cubicBezTo>
                    <a:pt x="1831483" y="340558"/>
                    <a:pt x="1654889" y="406281"/>
                    <a:pt x="1448864" y="438952"/>
                  </a:cubicBezTo>
                  <a:cubicBezTo>
                    <a:pt x="1384758" y="448754"/>
                    <a:pt x="1319974" y="453436"/>
                    <a:pt x="1255125" y="452954"/>
                  </a:cubicBezTo>
                  <a:cubicBezTo>
                    <a:pt x="1127204" y="452954"/>
                    <a:pt x="995092" y="437999"/>
                    <a:pt x="867267" y="423521"/>
                  </a:cubicBezTo>
                  <a:cubicBezTo>
                    <a:pt x="746680" y="410472"/>
                    <a:pt x="633047" y="397613"/>
                    <a:pt x="530368" y="397613"/>
                  </a:cubicBezTo>
                  <a:close/>
                  <a:moveTo>
                    <a:pt x="1304941" y="2595412"/>
                  </a:moveTo>
                  <a:lnTo>
                    <a:pt x="1305798" y="2586363"/>
                  </a:lnTo>
                  <a:cubicBezTo>
                    <a:pt x="1307608" y="2568075"/>
                    <a:pt x="1309418" y="2551597"/>
                    <a:pt x="1310751" y="2539214"/>
                  </a:cubicBezTo>
                  <a:lnTo>
                    <a:pt x="1310751" y="2538262"/>
                  </a:lnTo>
                  <a:cubicBezTo>
                    <a:pt x="1333706" y="2323854"/>
                    <a:pt x="1368377" y="1999814"/>
                    <a:pt x="1211215" y="1696633"/>
                  </a:cubicBezTo>
                  <a:cubicBezTo>
                    <a:pt x="1095391" y="1473367"/>
                    <a:pt x="939467" y="1277533"/>
                    <a:pt x="801640" y="1104654"/>
                  </a:cubicBezTo>
                  <a:cubicBezTo>
                    <a:pt x="743442" y="1031597"/>
                    <a:pt x="622570" y="879769"/>
                    <a:pt x="561514" y="776899"/>
                  </a:cubicBezTo>
                  <a:lnTo>
                    <a:pt x="557133" y="769469"/>
                  </a:lnTo>
                  <a:lnTo>
                    <a:pt x="565801" y="769469"/>
                  </a:lnTo>
                  <a:cubicBezTo>
                    <a:pt x="640953" y="772136"/>
                    <a:pt x="730297" y="782233"/>
                    <a:pt x="824785" y="792901"/>
                  </a:cubicBezTo>
                  <a:cubicBezTo>
                    <a:pt x="956802" y="807950"/>
                    <a:pt x="1106059" y="824810"/>
                    <a:pt x="1254935" y="824810"/>
                  </a:cubicBezTo>
                  <a:cubicBezTo>
                    <a:pt x="1339476" y="825186"/>
                    <a:pt x="1423914" y="818816"/>
                    <a:pt x="1507442" y="805760"/>
                  </a:cubicBezTo>
                  <a:cubicBezTo>
                    <a:pt x="1749758" y="766993"/>
                    <a:pt x="1952546" y="691460"/>
                    <a:pt x="2131520" y="624785"/>
                  </a:cubicBezTo>
                  <a:cubicBezTo>
                    <a:pt x="2265728" y="574778"/>
                    <a:pt x="2404507" y="523153"/>
                    <a:pt x="2482802" y="523153"/>
                  </a:cubicBezTo>
                  <a:cubicBezTo>
                    <a:pt x="2499471" y="523153"/>
                    <a:pt x="2518521" y="524963"/>
                    <a:pt x="2551954" y="546870"/>
                  </a:cubicBezTo>
                  <a:lnTo>
                    <a:pt x="2572909" y="560586"/>
                  </a:lnTo>
                  <a:cubicBezTo>
                    <a:pt x="2785602" y="699841"/>
                    <a:pt x="2986389" y="831382"/>
                    <a:pt x="3123549" y="967399"/>
                  </a:cubicBezTo>
                  <a:cubicBezTo>
                    <a:pt x="3262805" y="1105702"/>
                    <a:pt x="3288141" y="1200380"/>
                    <a:pt x="3294999" y="1274771"/>
                  </a:cubicBezTo>
                  <a:lnTo>
                    <a:pt x="3294999" y="1275818"/>
                  </a:lnTo>
                  <a:cubicBezTo>
                    <a:pt x="3289284" y="1316299"/>
                    <a:pt x="3224228" y="1432695"/>
                    <a:pt x="3176699" y="1517658"/>
                  </a:cubicBezTo>
                  <a:cubicBezTo>
                    <a:pt x="3088021" y="1676059"/>
                    <a:pt x="2987723" y="1855415"/>
                    <a:pt x="2912761" y="2085253"/>
                  </a:cubicBezTo>
                  <a:lnTo>
                    <a:pt x="2911427" y="2089444"/>
                  </a:lnTo>
                  <a:lnTo>
                    <a:pt x="2907141" y="2088396"/>
                  </a:lnTo>
                  <a:cubicBezTo>
                    <a:pt x="2770267" y="2054773"/>
                    <a:pt x="2611009" y="2018864"/>
                    <a:pt x="2451465" y="2018864"/>
                  </a:cubicBezTo>
                  <a:cubicBezTo>
                    <a:pt x="2319544" y="2018864"/>
                    <a:pt x="2203815" y="2042200"/>
                    <a:pt x="2097135" y="2090301"/>
                  </a:cubicBezTo>
                  <a:cubicBezTo>
                    <a:pt x="1884728" y="2186218"/>
                    <a:pt x="1710610" y="2313091"/>
                    <a:pt x="1556877" y="2425105"/>
                  </a:cubicBezTo>
                  <a:cubicBezTo>
                    <a:pt x="1489154" y="2474445"/>
                    <a:pt x="1387046" y="2548930"/>
                    <a:pt x="1312847" y="2590078"/>
                  </a:cubicBezTo>
                  <a:close/>
                  <a:moveTo>
                    <a:pt x="574659" y="780042"/>
                  </a:moveTo>
                  <a:cubicBezTo>
                    <a:pt x="636667" y="882150"/>
                    <a:pt x="752872" y="1028168"/>
                    <a:pt x="809450" y="1099225"/>
                  </a:cubicBezTo>
                  <a:cubicBezTo>
                    <a:pt x="947277" y="1272294"/>
                    <a:pt x="1103487" y="1468604"/>
                    <a:pt x="1219692" y="1692728"/>
                  </a:cubicBezTo>
                  <a:cubicBezTo>
                    <a:pt x="1378283" y="1998480"/>
                    <a:pt x="1343517" y="2324235"/>
                    <a:pt x="1320276" y="2539786"/>
                  </a:cubicBezTo>
                  <a:lnTo>
                    <a:pt x="1320276" y="2540738"/>
                  </a:lnTo>
                  <a:cubicBezTo>
                    <a:pt x="1319228" y="2550930"/>
                    <a:pt x="1317800" y="2564075"/>
                    <a:pt x="1316276" y="2578838"/>
                  </a:cubicBezTo>
                  <a:cubicBezTo>
                    <a:pt x="1389237" y="2537119"/>
                    <a:pt x="1486297" y="2466348"/>
                    <a:pt x="1551257" y="2419009"/>
                  </a:cubicBezTo>
                  <a:cubicBezTo>
                    <a:pt x="1705467" y="2306709"/>
                    <a:pt x="1880060" y="2179455"/>
                    <a:pt x="2093230" y="2083157"/>
                  </a:cubicBezTo>
                  <a:cubicBezTo>
                    <a:pt x="2201053" y="2034485"/>
                    <a:pt x="2318306" y="2010863"/>
                    <a:pt x="2451560" y="2010863"/>
                  </a:cubicBezTo>
                  <a:cubicBezTo>
                    <a:pt x="2610437" y="2010863"/>
                    <a:pt x="2768838" y="2046105"/>
                    <a:pt x="2905236" y="2079633"/>
                  </a:cubicBezTo>
                  <a:cubicBezTo>
                    <a:pt x="2980293" y="1851033"/>
                    <a:pt x="3080115" y="1672344"/>
                    <a:pt x="3168316" y="1514705"/>
                  </a:cubicBezTo>
                  <a:cubicBezTo>
                    <a:pt x="3215370" y="1430599"/>
                    <a:pt x="3279664" y="1315728"/>
                    <a:pt x="3285569" y="1276580"/>
                  </a:cubicBezTo>
                  <a:cubicBezTo>
                    <a:pt x="3279188" y="1203905"/>
                    <a:pt x="3254041" y="1111417"/>
                    <a:pt x="3117263" y="975686"/>
                  </a:cubicBezTo>
                  <a:cubicBezTo>
                    <a:pt x="2980483" y="839954"/>
                    <a:pt x="2780363" y="708986"/>
                    <a:pt x="2568146" y="570111"/>
                  </a:cubicBezTo>
                  <a:lnTo>
                    <a:pt x="2547191" y="556395"/>
                  </a:lnTo>
                  <a:cubicBezTo>
                    <a:pt x="2515949" y="535916"/>
                    <a:pt x="2498423" y="534202"/>
                    <a:pt x="2483279" y="534202"/>
                  </a:cubicBezTo>
                  <a:cubicBezTo>
                    <a:pt x="2407079" y="534202"/>
                    <a:pt x="2268775" y="585541"/>
                    <a:pt x="2135330" y="635167"/>
                  </a:cubicBezTo>
                  <a:cubicBezTo>
                    <a:pt x="1955879" y="701842"/>
                    <a:pt x="1752616" y="777565"/>
                    <a:pt x="1509443" y="816142"/>
                  </a:cubicBezTo>
                  <a:cubicBezTo>
                    <a:pt x="1425413" y="829293"/>
                    <a:pt x="1340462" y="835664"/>
                    <a:pt x="1255411" y="835192"/>
                  </a:cubicBezTo>
                  <a:cubicBezTo>
                    <a:pt x="1105964" y="835192"/>
                    <a:pt x="956516" y="818237"/>
                    <a:pt x="824595" y="803283"/>
                  </a:cubicBezTo>
                  <a:cubicBezTo>
                    <a:pt x="733441" y="792424"/>
                    <a:pt x="647621" y="782709"/>
                    <a:pt x="574659" y="780042"/>
                  </a:cubicBezTo>
                  <a:close/>
                  <a:moveTo>
                    <a:pt x="1677559" y="1882942"/>
                  </a:moveTo>
                  <a:lnTo>
                    <a:pt x="1676130" y="1876465"/>
                  </a:lnTo>
                  <a:cubicBezTo>
                    <a:pt x="1649981" y="1752918"/>
                    <a:pt x="1607407" y="1633429"/>
                    <a:pt x="1549543" y="1521182"/>
                  </a:cubicBezTo>
                  <a:cubicBezTo>
                    <a:pt x="1493205" y="1413843"/>
                    <a:pt x="1430052" y="1310222"/>
                    <a:pt x="1360472" y="1210953"/>
                  </a:cubicBezTo>
                  <a:lnTo>
                    <a:pt x="1355614" y="1203905"/>
                  </a:lnTo>
                  <a:lnTo>
                    <a:pt x="1364186" y="1203905"/>
                  </a:lnTo>
                  <a:cubicBezTo>
                    <a:pt x="1432470" y="1200740"/>
                    <a:pt x="1500522" y="1193744"/>
                    <a:pt x="1568021" y="1182949"/>
                  </a:cubicBezTo>
                  <a:cubicBezTo>
                    <a:pt x="1847580" y="1138277"/>
                    <a:pt x="2078847" y="1052266"/>
                    <a:pt x="2264680" y="982924"/>
                  </a:cubicBezTo>
                  <a:cubicBezTo>
                    <a:pt x="2311638" y="965494"/>
                    <a:pt x="2375932" y="941491"/>
                    <a:pt x="2428319" y="924346"/>
                  </a:cubicBezTo>
                  <a:lnTo>
                    <a:pt x="2430415" y="923584"/>
                  </a:lnTo>
                  <a:lnTo>
                    <a:pt x="2432415" y="924917"/>
                  </a:lnTo>
                  <a:cubicBezTo>
                    <a:pt x="2592245" y="1029692"/>
                    <a:pt x="2756265" y="1140754"/>
                    <a:pt x="2855516" y="1239242"/>
                  </a:cubicBezTo>
                  <a:cubicBezTo>
                    <a:pt x="2863898" y="1247624"/>
                    <a:pt x="2871803" y="1255816"/>
                    <a:pt x="2878947" y="1263722"/>
                  </a:cubicBezTo>
                  <a:lnTo>
                    <a:pt x="2881233" y="1266198"/>
                  </a:lnTo>
                  <a:lnTo>
                    <a:pt x="2879614" y="1269246"/>
                  </a:lnTo>
                  <a:cubicBezTo>
                    <a:pt x="2866374" y="1293344"/>
                    <a:pt x="2853420" y="1316871"/>
                    <a:pt x="2844181" y="1332968"/>
                  </a:cubicBezTo>
                  <a:cubicBezTo>
                    <a:pt x="2792365" y="1425647"/>
                    <a:pt x="2733596" y="1530612"/>
                    <a:pt x="2676731" y="1651865"/>
                  </a:cubicBezTo>
                  <a:lnTo>
                    <a:pt x="2675207" y="1655008"/>
                  </a:lnTo>
                  <a:lnTo>
                    <a:pt x="2671778" y="1654532"/>
                  </a:lnTo>
                  <a:cubicBezTo>
                    <a:pt x="2598761" y="1644560"/>
                    <a:pt x="2525160" y="1639468"/>
                    <a:pt x="2451465" y="1639292"/>
                  </a:cubicBezTo>
                  <a:cubicBezTo>
                    <a:pt x="2264394" y="1639292"/>
                    <a:pt x="2097135" y="1673678"/>
                    <a:pt x="1940354" y="1744544"/>
                  </a:cubicBezTo>
                  <a:cubicBezTo>
                    <a:pt x="1852023" y="1784597"/>
                    <a:pt x="1766147" y="1829857"/>
                    <a:pt x="1683179" y="1880085"/>
                  </a:cubicBezTo>
                  <a:close/>
                  <a:moveTo>
                    <a:pt x="1372759" y="1212572"/>
                  </a:moveTo>
                  <a:cubicBezTo>
                    <a:pt x="1440723" y="1309973"/>
                    <a:pt x="1502442" y="1411587"/>
                    <a:pt x="1557544" y="1516801"/>
                  </a:cubicBezTo>
                  <a:cubicBezTo>
                    <a:pt x="1614806" y="1627790"/>
                    <a:pt x="1657207" y="1745835"/>
                    <a:pt x="1683655" y="1867892"/>
                  </a:cubicBezTo>
                  <a:cubicBezTo>
                    <a:pt x="1765142" y="1818882"/>
                    <a:pt x="1849387" y="1774613"/>
                    <a:pt x="1935972" y="1735304"/>
                  </a:cubicBezTo>
                  <a:cubicBezTo>
                    <a:pt x="2094087" y="1663867"/>
                    <a:pt x="2262584" y="1629196"/>
                    <a:pt x="2451084" y="1629196"/>
                  </a:cubicBezTo>
                  <a:cubicBezTo>
                    <a:pt x="2524038" y="1629373"/>
                    <a:pt x="2596902" y="1634337"/>
                    <a:pt x="2669207" y="1644055"/>
                  </a:cubicBezTo>
                  <a:cubicBezTo>
                    <a:pt x="2725785" y="1523849"/>
                    <a:pt x="2783983" y="1419741"/>
                    <a:pt x="2835513" y="1327825"/>
                  </a:cubicBezTo>
                  <a:cubicBezTo>
                    <a:pt x="2844276" y="1312013"/>
                    <a:pt x="2856563" y="1289725"/>
                    <a:pt x="2869232" y="1267055"/>
                  </a:cubicBezTo>
                  <a:cubicBezTo>
                    <a:pt x="2862850" y="1260102"/>
                    <a:pt x="2855801" y="1252768"/>
                    <a:pt x="2848372" y="1245433"/>
                  </a:cubicBezTo>
                  <a:cubicBezTo>
                    <a:pt x="2750645" y="1148374"/>
                    <a:pt x="2587577" y="1038360"/>
                    <a:pt x="2428700" y="933871"/>
                  </a:cubicBezTo>
                  <a:cubicBezTo>
                    <a:pt x="2376884" y="951016"/>
                    <a:pt x="2313829" y="974447"/>
                    <a:pt x="2267633" y="991688"/>
                  </a:cubicBezTo>
                  <a:cubicBezTo>
                    <a:pt x="2081419" y="1060934"/>
                    <a:pt x="1849580" y="1147136"/>
                    <a:pt x="1569069" y="1191713"/>
                  </a:cubicBezTo>
                  <a:cubicBezTo>
                    <a:pt x="1504185" y="1202210"/>
                    <a:pt x="1438779" y="1209173"/>
                    <a:pt x="1373140" y="1212572"/>
                  </a:cubicBezTo>
                  <a:close/>
                  <a:moveTo>
                    <a:pt x="1241981" y="2812011"/>
                  </a:moveTo>
                  <a:lnTo>
                    <a:pt x="1241981" y="2812011"/>
                  </a:lnTo>
                  <a:cubicBezTo>
                    <a:pt x="1203881" y="2812011"/>
                    <a:pt x="1161685" y="2797342"/>
                    <a:pt x="1113298" y="2767243"/>
                  </a:cubicBezTo>
                  <a:lnTo>
                    <a:pt x="1111679" y="2766195"/>
                  </a:lnTo>
                  <a:lnTo>
                    <a:pt x="1111679" y="2764290"/>
                  </a:lnTo>
                  <a:cubicBezTo>
                    <a:pt x="1100725" y="2718189"/>
                    <a:pt x="1114631" y="2587982"/>
                    <a:pt x="1122156" y="2518069"/>
                  </a:cubicBezTo>
                  <a:cubicBezTo>
                    <a:pt x="1143968" y="2314805"/>
                    <a:pt x="1173686" y="2036580"/>
                    <a:pt x="1042908" y="1784644"/>
                  </a:cubicBezTo>
                  <a:cubicBezTo>
                    <a:pt x="935656" y="1577856"/>
                    <a:pt x="792305" y="1397833"/>
                    <a:pt x="653717" y="1223621"/>
                  </a:cubicBezTo>
                  <a:cubicBezTo>
                    <a:pt x="524176" y="1060934"/>
                    <a:pt x="412829" y="916916"/>
                    <a:pt x="362442" y="803283"/>
                  </a:cubicBezTo>
                  <a:cubicBezTo>
                    <a:pt x="316246" y="698508"/>
                    <a:pt x="336058" y="654217"/>
                    <a:pt x="362442" y="613926"/>
                  </a:cubicBezTo>
                  <a:cubicBezTo>
                    <a:pt x="372824" y="598019"/>
                    <a:pt x="410638" y="578969"/>
                    <a:pt x="531130" y="578969"/>
                  </a:cubicBezTo>
                  <a:cubicBezTo>
                    <a:pt x="623617" y="578969"/>
                    <a:pt x="732488" y="591256"/>
                    <a:pt x="847741" y="604401"/>
                  </a:cubicBezTo>
                  <a:cubicBezTo>
                    <a:pt x="981091" y="619451"/>
                    <a:pt x="1117965" y="634976"/>
                    <a:pt x="1256077" y="634976"/>
                  </a:cubicBezTo>
                  <a:cubicBezTo>
                    <a:pt x="1330289" y="635230"/>
                    <a:pt x="1404404" y="629593"/>
                    <a:pt x="1477724" y="618117"/>
                  </a:cubicBezTo>
                  <a:cubicBezTo>
                    <a:pt x="1701371" y="582303"/>
                    <a:pt x="1886442" y="513342"/>
                    <a:pt x="2065417" y="446667"/>
                  </a:cubicBezTo>
                  <a:cubicBezTo>
                    <a:pt x="2222389" y="388279"/>
                    <a:pt x="2370693" y="333129"/>
                    <a:pt x="2483183" y="333129"/>
                  </a:cubicBezTo>
                  <a:cubicBezTo>
                    <a:pt x="2545231" y="333370"/>
                    <a:pt x="2605733" y="352508"/>
                    <a:pt x="2656633" y="387993"/>
                  </a:cubicBezTo>
                  <a:lnTo>
                    <a:pt x="2677589" y="401709"/>
                  </a:lnTo>
                  <a:cubicBezTo>
                    <a:pt x="2898569" y="546394"/>
                    <a:pt x="3107357" y="682982"/>
                    <a:pt x="3258137" y="832715"/>
                  </a:cubicBezTo>
                  <a:cubicBezTo>
                    <a:pt x="3402727" y="976257"/>
                    <a:pt x="3472736" y="1108940"/>
                    <a:pt x="3485213" y="1262960"/>
                  </a:cubicBezTo>
                  <a:cubicBezTo>
                    <a:pt x="3491786" y="1344970"/>
                    <a:pt x="3429302" y="1456603"/>
                    <a:pt x="3342910" y="1611098"/>
                  </a:cubicBezTo>
                  <a:cubicBezTo>
                    <a:pt x="3241659" y="1792073"/>
                    <a:pt x="3115548" y="2017435"/>
                    <a:pt x="3047635" y="2313662"/>
                  </a:cubicBezTo>
                  <a:lnTo>
                    <a:pt x="3046587" y="2318234"/>
                  </a:lnTo>
                  <a:lnTo>
                    <a:pt x="3041920" y="2317187"/>
                  </a:lnTo>
                  <a:cubicBezTo>
                    <a:pt x="2999819" y="2307662"/>
                    <a:pt x="2954195" y="2296708"/>
                    <a:pt x="2910094" y="2285754"/>
                  </a:cubicBezTo>
                  <a:lnTo>
                    <a:pt x="2908760" y="2285754"/>
                  </a:lnTo>
                  <a:cubicBezTo>
                    <a:pt x="2759313" y="2248512"/>
                    <a:pt x="2604817" y="2210126"/>
                    <a:pt x="2451560" y="2210126"/>
                  </a:cubicBezTo>
                  <a:cubicBezTo>
                    <a:pt x="2346785" y="2210126"/>
                    <a:pt x="2256965" y="2227937"/>
                    <a:pt x="2175335" y="2264704"/>
                  </a:cubicBezTo>
                  <a:cubicBezTo>
                    <a:pt x="1980835" y="2352524"/>
                    <a:pt x="1822148" y="2468158"/>
                    <a:pt x="1668796" y="2579886"/>
                  </a:cubicBezTo>
                  <a:cubicBezTo>
                    <a:pt x="1512490" y="2694567"/>
                    <a:pt x="1350661" y="2812011"/>
                    <a:pt x="1241981" y="2812011"/>
                  </a:cubicBezTo>
                  <a:close/>
                  <a:moveTo>
                    <a:pt x="1120060" y="2760195"/>
                  </a:moveTo>
                  <a:cubicBezTo>
                    <a:pt x="1166161" y="2788770"/>
                    <a:pt x="1205785" y="2802486"/>
                    <a:pt x="1241981" y="2802486"/>
                  </a:cubicBezTo>
                  <a:cubicBezTo>
                    <a:pt x="1347803" y="2802486"/>
                    <a:pt x="1508681" y="2685423"/>
                    <a:pt x="1663652" y="2572266"/>
                  </a:cubicBezTo>
                  <a:cubicBezTo>
                    <a:pt x="1817481" y="2460252"/>
                    <a:pt x="1976453" y="2344333"/>
                    <a:pt x="2171811" y="2256131"/>
                  </a:cubicBezTo>
                  <a:cubicBezTo>
                    <a:pt x="2254488" y="2218793"/>
                    <a:pt x="2346023" y="2200696"/>
                    <a:pt x="2451751" y="2200696"/>
                  </a:cubicBezTo>
                  <a:cubicBezTo>
                    <a:pt x="2605865" y="2200696"/>
                    <a:pt x="2761028" y="2239272"/>
                    <a:pt x="2910951" y="2276896"/>
                  </a:cubicBezTo>
                  <a:lnTo>
                    <a:pt x="2912284" y="2276896"/>
                  </a:lnTo>
                  <a:cubicBezTo>
                    <a:pt x="2954766" y="2287469"/>
                    <a:pt x="2998581" y="2298327"/>
                    <a:pt x="3039348" y="2307281"/>
                  </a:cubicBezTo>
                  <a:cubicBezTo>
                    <a:pt x="3108214" y="2012006"/>
                    <a:pt x="3233849" y="1787501"/>
                    <a:pt x="3334623" y="1606907"/>
                  </a:cubicBezTo>
                  <a:cubicBezTo>
                    <a:pt x="3420348" y="1453840"/>
                    <a:pt x="3482070" y="1343255"/>
                    <a:pt x="3475688" y="1264007"/>
                  </a:cubicBezTo>
                  <a:cubicBezTo>
                    <a:pt x="3463401" y="1112465"/>
                    <a:pt x="3394249" y="981591"/>
                    <a:pt x="3251374" y="839764"/>
                  </a:cubicBezTo>
                  <a:cubicBezTo>
                    <a:pt x="3101356" y="690793"/>
                    <a:pt x="2892949" y="554014"/>
                    <a:pt x="2672350" y="409996"/>
                  </a:cubicBezTo>
                  <a:lnTo>
                    <a:pt x="2651681" y="396375"/>
                  </a:lnTo>
                  <a:cubicBezTo>
                    <a:pt x="2602293" y="361923"/>
                    <a:pt x="2543590" y="343318"/>
                    <a:pt x="2483374" y="343035"/>
                  </a:cubicBezTo>
                  <a:cubicBezTo>
                    <a:pt x="2372598" y="343035"/>
                    <a:pt x="2225056" y="397899"/>
                    <a:pt x="2069036" y="456002"/>
                  </a:cubicBezTo>
                  <a:cubicBezTo>
                    <a:pt x="1889490" y="522677"/>
                    <a:pt x="1704038" y="591733"/>
                    <a:pt x="1479343" y="627452"/>
                  </a:cubicBezTo>
                  <a:cubicBezTo>
                    <a:pt x="1405286" y="638862"/>
                    <a:pt x="1330436" y="644340"/>
                    <a:pt x="1255506" y="643835"/>
                  </a:cubicBezTo>
                  <a:cubicBezTo>
                    <a:pt x="1116917" y="643835"/>
                    <a:pt x="979281" y="628214"/>
                    <a:pt x="845931" y="613164"/>
                  </a:cubicBezTo>
                  <a:cubicBezTo>
                    <a:pt x="730869" y="600115"/>
                    <a:pt x="622284" y="587828"/>
                    <a:pt x="530272" y="587828"/>
                  </a:cubicBezTo>
                  <a:cubicBezTo>
                    <a:pt x="403304" y="587828"/>
                    <a:pt x="375586" y="609259"/>
                    <a:pt x="369490" y="618498"/>
                  </a:cubicBezTo>
                  <a:cubicBezTo>
                    <a:pt x="344630" y="656598"/>
                    <a:pt x="326056" y="698794"/>
                    <a:pt x="370348" y="798806"/>
                  </a:cubicBezTo>
                  <a:cubicBezTo>
                    <a:pt x="420163" y="911392"/>
                    <a:pt x="531130" y="1054838"/>
                    <a:pt x="660289" y="1217049"/>
                  </a:cubicBezTo>
                  <a:cubicBezTo>
                    <a:pt x="799163" y="1391547"/>
                    <a:pt x="942800" y="1571951"/>
                    <a:pt x="1050814" y="1779596"/>
                  </a:cubicBezTo>
                  <a:cubicBezTo>
                    <a:pt x="1182926" y="2034485"/>
                    <a:pt x="1152922" y="2314329"/>
                    <a:pt x="1131110" y="2518736"/>
                  </a:cubicBezTo>
                  <a:cubicBezTo>
                    <a:pt x="1124061" y="2582648"/>
                    <a:pt x="1110059" y="2713617"/>
                    <a:pt x="1119775" y="2760195"/>
                  </a:cubicBezTo>
                  <a:close/>
                  <a:moveTo>
                    <a:pt x="1521444" y="2216507"/>
                  </a:moveTo>
                  <a:lnTo>
                    <a:pt x="1521444" y="2207458"/>
                  </a:lnTo>
                  <a:cubicBezTo>
                    <a:pt x="1517539" y="1979525"/>
                    <a:pt x="1471533" y="1783787"/>
                    <a:pt x="1380855" y="1608907"/>
                  </a:cubicBezTo>
                  <a:cubicBezTo>
                    <a:pt x="1257030" y="1370021"/>
                    <a:pt x="1090628" y="1161232"/>
                    <a:pt x="969280" y="1008261"/>
                  </a:cubicBezTo>
                  <a:lnTo>
                    <a:pt x="962326" y="999593"/>
                  </a:lnTo>
                  <a:lnTo>
                    <a:pt x="973471" y="1000641"/>
                  </a:lnTo>
                  <a:cubicBezTo>
                    <a:pt x="1081675" y="1010833"/>
                    <a:pt x="1171400" y="1015595"/>
                    <a:pt x="1255792" y="1015595"/>
                  </a:cubicBezTo>
                  <a:cubicBezTo>
                    <a:pt x="1350405" y="1016123"/>
                    <a:pt x="1444908" y="1009084"/>
                    <a:pt x="1538398" y="994545"/>
                  </a:cubicBezTo>
                  <a:cubicBezTo>
                    <a:pt x="1799288" y="952730"/>
                    <a:pt x="2011505" y="873863"/>
                    <a:pt x="2198767" y="804045"/>
                  </a:cubicBezTo>
                  <a:cubicBezTo>
                    <a:pt x="2279063" y="774232"/>
                    <a:pt x="2400506" y="728988"/>
                    <a:pt x="2461752" y="717368"/>
                  </a:cubicBezTo>
                  <a:lnTo>
                    <a:pt x="2463562" y="717368"/>
                  </a:lnTo>
                  <a:lnTo>
                    <a:pt x="2469372" y="721082"/>
                  </a:lnTo>
                  <a:cubicBezTo>
                    <a:pt x="2673683" y="854908"/>
                    <a:pt x="2866755" y="981305"/>
                    <a:pt x="2990199" y="1103797"/>
                  </a:cubicBezTo>
                  <a:cubicBezTo>
                    <a:pt x="3050588" y="1163804"/>
                    <a:pt x="3086402" y="1214001"/>
                    <a:pt x="3099451" y="1257340"/>
                  </a:cubicBezTo>
                  <a:lnTo>
                    <a:pt x="3099927" y="1259149"/>
                  </a:lnTo>
                  <a:lnTo>
                    <a:pt x="3099165" y="1260769"/>
                  </a:lnTo>
                  <a:cubicBezTo>
                    <a:pt x="3080115" y="1301631"/>
                    <a:pt x="3042015" y="1370402"/>
                    <a:pt x="3010964" y="1425551"/>
                  </a:cubicBezTo>
                  <a:cubicBezTo>
                    <a:pt x="2945336" y="1542899"/>
                    <a:pt x="2863898" y="1688537"/>
                    <a:pt x="2792555" y="1863701"/>
                  </a:cubicBezTo>
                  <a:lnTo>
                    <a:pt x="2791127" y="1867321"/>
                  </a:lnTo>
                  <a:lnTo>
                    <a:pt x="2787221" y="1866559"/>
                  </a:lnTo>
                  <a:cubicBezTo>
                    <a:pt x="2677007" y="1842848"/>
                    <a:pt x="2564673" y="1830370"/>
                    <a:pt x="2451941" y="1829316"/>
                  </a:cubicBezTo>
                  <a:cubicBezTo>
                    <a:pt x="2292398" y="1829316"/>
                    <a:pt x="2150856" y="1857891"/>
                    <a:pt x="2019221" y="1917708"/>
                  </a:cubicBezTo>
                  <a:cubicBezTo>
                    <a:pt x="1827101" y="2004386"/>
                    <a:pt x="1670129" y="2110018"/>
                    <a:pt x="1528969" y="2211364"/>
                  </a:cubicBezTo>
                  <a:close/>
                  <a:moveTo>
                    <a:pt x="983186" y="1011119"/>
                  </a:moveTo>
                  <a:cubicBezTo>
                    <a:pt x="1104154" y="1163519"/>
                    <a:pt x="1266841" y="1369354"/>
                    <a:pt x="1388856" y="1604526"/>
                  </a:cubicBezTo>
                  <a:cubicBezTo>
                    <a:pt x="1478963" y="1778453"/>
                    <a:pt x="1525349" y="1972667"/>
                    <a:pt x="1530302" y="2198220"/>
                  </a:cubicBezTo>
                  <a:cubicBezTo>
                    <a:pt x="1669939" y="2098302"/>
                    <a:pt x="1825577" y="1994384"/>
                    <a:pt x="2014839" y="1908850"/>
                  </a:cubicBezTo>
                  <a:cubicBezTo>
                    <a:pt x="2147713" y="1848842"/>
                    <a:pt x="2290588" y="1819696"/>
                    <a:pt x="2451465" y="1819696"/>
                  </a:cubicBezTo>
                  <a:cubicBezTo>
                    <a:pt x="2563603" y="1820681"/>
                    <a:pt x="2675357" y="1832966"/>
                    <a:pt x="2785031" y="1856367"/>
                  </a:cubicBezTo>
                  <a:cubicBezTo>
                    <a:pt x="2856182" y="1682155"/>
                    <a:pt x="2937431" y="1537375"/>
                    <a:pt x="3002391" y="1420884"/>
                  </a:cubicBezTo>
                  <a:cubicBezTo>
                    <a:pt x="3032871" y="1366306"/>
                    <a:pt x="3070590" y="1298869"/>
                    <a:pt x="3089640" y="1258102"/>
                  </a:cubicBezTo>
                  <a:cubicBezTo>
                    <a:pt x="3076591" y="1216763"/>
                    <a:pt x="3042015" y="1168281"/>
                    <a:pt x="2983246" y="1110274"/>
                  </a:cubicBezTo>
                  <a:cubicBezTo>
                    <a:pt x="2860564" y="988449"/>
                    <a:pt x="2667873" y="862624"/>
                    <a:pt x="2463943" y="728797"/>
                  </a:cubicBezTo>
                  <a:lnTo>
                    <a:pt x="2461466" y="727178"/>
                  </a:lnTo>
                  <a:cubicBezTo>
                    <a:pt x="2400316" y="739275"/>
                    <a:pt x="2281063" y="783662"/>
                    <a:pt x="2201910" y="812903"/>
                  </a:cubicBezTo>
                  <a:cubicBezTo>
                    <a:pt x="2014267" y="882722"/>
                    <a:pt x="1801860" y="961779"/>
                    <a:pt x="1539732" y="1003403"/>
                  </a:cubicBezTo>
                  <a:cubicBezTo>
                    <a:pt x="1445740" y="1018054"/>
                    <a:pt x="1350726" y="1025157"/>
                    <a:pt x="1255601" y="1024644"/>
                  </a:cubicBezTo>
                  <a:cubicBezTo>
                    <a:pt x="1173591" y="1025120"/>
                    <a:pt x="1086818" y="1020644"/>
                    <a:pt x="983186" y="1011119"/>
                  </a:cubicBezTo>
                  <a:close/>
                  <a:moveTo>
                    <a:pt x="1793573" y="1602431"/>
                  </a:moveTo>
                  <a:lnTo>
                    <a:pt x="1791764" y="1597573"/>
                  </a:lnTo>
                  <a:cubicBezTo>
                    <a:pt x="1770470" y="1541513"/>
                    <a:pt x="1745917" y="1486746"/>
                    <a:pt x="1718231" y="1433552"/>
                  </a:cubicBezTo>
                  <a:cubicBezTo>
                    <a:pt x="1706039" y="1409930"/>
                    <a:pt x="1693180" y="1385927"/>
                    <a:pt x="1680131" y="1362591"/>
                  </a:cubicBezTo>
                  <a:lnTo>
                    <a:pt x="1676892" y="1356876"/>
                  </a:lnTo>
                  <a:lnTo>
                    <a:pt x="1683369" y="1355638"/>
                  </a:lnTo>
                  <a:cubicBezTo>
                    <a:pt x="1942354" y="1305727"/>
                    <a:pt x="2157619" y="1225622"/>
                    <a:pt x="2330593" y="1161328"/>
                  </a:cubicBezTo>
                  <a:cubicBezTo>
                    <a:pt x="2346976" y="1155232"/>
                    <a:pt x="2373074" y="1145516"/>
                    <a:pt x="2401364" y="1135229"/>
                  </a:cubicBezTo>
                  <a:lnTo>
                    <a:pt x="2403649" y="1134372"/>
                  </a:lnTo>
                  <a:lnTo>
                    <a:pt x="2405650" y="1135706"/>
                  </a:lnTo>
                  <a:cubicBezTo>
                    <a:pt x="2509663" y="1205238"/>
                    <a:pt x="2581386" y="1256387"/>
                    <a:pt x="2638250" y="1301726"/>
                  </a:cubicBezTo>
                  <a:lnTo>
                    <a:pt x="2641394" y="1304203"/>
                  </a:lnTo>
                  <a:lnTo>
                    <a:pt x="2639489" y="1307727"/>
                  </a:lnTo>
                  <a:cubicBezTo>
                    <a:pt x="2610056" y="1360972"/>
                    <a:pt x="2586053" y="1405930"/>
                    <a:pt x="2563860" y="1448983"/>
                  </a:cubicBezTo>
                  <a:lnTo>
                    <a:pt x="2562431" y="1451745"/>
                  </a:lnTo>
                  <a:lnTo>
                    <a:pt x="2559383" y="1451745"/>
                  </a:lnTo>
                  <a:cubicBezTo>
                    <a:pt x="2523283" y="1449554"/>
                    <a:pt x="2486898" y="1448411"/>
                    <a:pt x="2451084" y="1448411"/>
                  </a:cubicBezTo>
                  <a:cubicBezTo>
                    <a:pt x="2236391" y="1448411"/>
                    <a:pt x="2043509" y="1488321"/>
                    <a:pt x="1861582" y="1570522"/>
                  </a:cubicBezTo>
                  <a:cubicBezTo>
                    <a:pt x="1840341" y="1580047"/>
                    <a:pt x="1818910" y="1590143"/>
                    <a:pt x="1797860" y="1600335"/>
                  </a:cubicBezTo>
                  <a:close/>
                  <a:moveTo>
                    <a:pt x="1691942" y="1363734"/>
                  </a:moveTo>
                  <a:cubicBezTo>
                    <a:pt x="1704038" y="1385356"/>
                    <a:pt x="1715754" y="1407358"/>
                    <a:pt x="1727089" y="1429171"/>
                  </a:cubicBezTo>
                  <a:cubicBezTo>
                    <a:pt x="1754027" y="1481263"/>
                    <a:pt x="1777974" y="1534849"/>
                    <a:pt x="1798812" y="1589667"/>
                  </a:cubicBezTo>
                  <a:cubicBezTo>
                    <a:pt x="1818434" y="1580142"/>
                    <a:pt x="1838341" y="1570617"/>
                    <a:pt x="1858057" y="1562045"/>
                  </a:cubicBezTo>
                  <a:cubicBezTo>
                    <a:pt x="2041319" y="1479272"/>
                    <a:pt x="2235343" y="1439077"/>
                    <a:pt x="2451465" y="1439077"/>
                  </a:cubicBezTo>
                  <a:cubicBezTo>
                    <a:pt x="2486422" y="1439077"/>
                    <a:pt x="2521950" y="1440124"/>
                    <a:pt x="2557192" y="1442220"/>
                  </a:cubicBezTo>
                  <a:cubicBezTo>
                    <a:pt x="2578529" y="1400882"/>
                    <a:pt x="2601579" y="1357733"/>
                    <a:pt x="2629583" y="1307060"/>
                  </a:cubicBezTo>
                  <a:cubicBezTo>
                    <a:pt x="2573766" y="1262769"/>
                    <a:pt x="2503472" y="1212763"/>
                    <a:pt x="2402792" y="1145135"/>
                  </a:cubicBezTo>
                  <a:cubicBezTo>
                    <a:pt x="2375360" y="1154660"/>
                    <a:pt x="2350309" y="1164185"/>
                    <a:pt x="2334403" y="1170281"/>
                  </a:cubicBezTo>
                  <a:cubicBezTo>
                    <a:pt x="2162477" y="1234194"/>
                    <a:pt x="1948926" y="1313442"/>
                    <a:pt x="1691942" y="1363734"/>
                  </a:cubicBezTo>
                  <a:close/>
                  <a:moveTo>
                    <a:pt x="1819196" y="1537470"/>
                  </a:moveTo>
                  <a:lnTo>
                    <a:pt x="1817386" y="1532898"/>
                  </a:lnTo>
                  <a:cubicBezTo>
                    <a:pt x="1800146" y="1491560"/>
                    <a:pt x="1781191" y="1450793"/>
                    <a:pt x="1760902" y="1411645"/>
                  </a:cubicBezTo>
                  <a:lnTo>
                    <a:pt x="1749949" y="1390785"/>
                  </a:lnTo>
                  <a:lnTo>
                    <a:pt x="1756331" y="1389642"/>
                  </a:lnTo>
                  <a:cubicBezTo>
                    <a:pt x="1990931" y="1338874"/>
                    <a:pt x="2188766" y="1265246"/>
                    <a:pt x="2347738" y="1206190"/>
                  </a:cubicBezTo>
                  <a:cubicBezTo>
                    <a:pt x="2359644" y="1201714"/>
                    <a:pt x="2376313" y="1195427"/>
                    <a:pt x="2395363" y="1188474"/>
                  </a:cubicBezTo>
                  <a:lnTo>
                    <a:pt x="2397649" y="1187617"/>
                  </a:lnTo>
                  <a:lnTo>
                    <a:pt x="2399649" y="1188950"/>
                  </a:lnTo>
                  <a:cubicBezTo>
                    <a:pt x="2472896" y="1238290"/>
                    <a:pt x="2530999" y="1279343"/>
                    <a:pt x="2577290" y="1314490"/>
                  </a:cubicBezTo>
                  <a:lnTo>
                    <a:pt x="2580529" y="1316966"/>
                  </a:lnTo>
                  <a:lnTo>
                    <a:pt x="2578624" y="1320586"/>
                  </a:lnTo>
                  <a:cubicBezTo>
                    <a:pt x="2562908" y="1349161"/>
                    <a:pt x="2549096" y="1375259"/>
                    <a:pt x="2536142" y="1400024"/>
                  </a:cubicBezTo>
                  <a:lnTo>
                    <a:pt x="2534714" y="1402691"/>
                  </a:lnTo>
                  <a:lnTo>
                    <a:pt x="2531666" y="1402691"/>
                  </a:lnTo>
                  <a:cubicBezTo>
                    <a:pt x="2504900" y="1401453"/>
                    <a:pt x="2477849" y="1400882"/>
                    <a:pt x="2451465" y="1400882"/>
                  </a:cubicBezTo>
                  <a:cubicBezTo>
                    <a:pt x="2229914" y="1400882"/>
                    <a:pt x="2030650" y="1442220"/>
                    <a:pt x="1841865" y="1527183"/>
                  </a:cubicBezTo>
                  <a:lnTo>
                    <a:pt x="1823291" y="1535660"/>
                  </a:lnTo>
                  <a:close/>
                  <a:moveTo>
                    <a:pt x="1764236" y="1397357"/>
                  </a:moveTo>
                  <a:lnTo>
                    <a:pt x="1769380" y="1406882"/>
                  </a:lnTo>
                  <a:cubicBezTo>
                    <a:pt x="1789001" y="1444982"/>
                    <a:pt x="1807480" y="1484321"/>
                    <a:pt x="1824244" y="1524326"/>
                  </a:cubicBezTo>
                  <a:lnTo>
                    <a:pt x="1838436" y="1517848"/>
                  </a:lnTo>
                  <a:cubicBezTo>
                    <a:pt x="2027983" y="1432123"/>
                    <a:pt x="2228485" y="1390690"/>
                    <a:pt x="2451465" y="1390690"/>
                  </a:cubicBezTo>
                  <a:cubicBezTo>
                    <a:pt x="2476992" y="1390690"/>
                    <a:pt x="2503091" y="1391261"/>
                    <a:pt x="2529094" y="1392404"/>
                  </a:cubicBezTo>
                  <a:cubicBezTo>
                    <a:pt x="2541095" y="1369354"/>
                    <a:pt x="2553954" y="1345351"/>
                    <a:pt x="2568241" y="1319062"/>
                  </a:cubicBezTo>
                  <a:cubicBezTo>
                    <a:pt x="2523093" y="1284867"/>
                    <a:pt x="2466800" y="1245148"/>
                    <a:pt x="2396315" y="1197713"/>
                  </a:cubicBezTo>
                  <a:lnTo>
                    <a:pt x="2350976" y="1214477"/>
                  </a:lnTo>
                  <a:cubicBezTo>
                    <a:pt x="2193052" y="1273628"/>
                    <a:pt x="1996932" y="1346589"/>
                    <a:pt x="1764236" y="1397357"/>
                  </a:cubicBezTo>
                  <a:close/>
                  <a:moveTo>
                    <a:pt x="1843865" y="1474129"/>
                  </a:moveTo>
                  <a:lnTo>
                    <a:pt x="1841960" y="1469843"/>
                  </a:lnTo>
                  <a:cubicBezTo>
                    <a:pt x="1835610" y="1456127"/>
                    <a:pt x="1829260" y="1442538"/>
                    <a:pt x="1822910" y="1429076"/>
                  </a:cubicBezTo>
                  <a:lnTo>
                    <a:pt x="1820339" y="1423741"/>
                  </a:lnTo>
                  <a:lnTo>
                    <a:pt x="1826054" y="1422313"/>
                  </a:lnTo>
                  <a:cubicBezTo>
                    <a:pt x="2037889" y="1371926"/>
                    <a:pt x="2218769" y="1304679"/>
                    <a:pt x="2364216" y="1250863"/>
                  </a:cubicBezTo>
                  <a:lnTo>
                    <a:pt x="2391172" y="1241338"/>
                  </a:lnTo>
                  <a:lnTo>
                    <a:pt x="2393267" y="1242671"/>
                  </a:lnTo>
                  <a:cubicBezTo>
                    <a:pt x="2440892" y="1274961"/>
                    <a:pt x="2480992" y="1303060"/>
                    <a:pt x="2515759" y="1328396"/>
                  </a:cubicBezTo>
                  <a:lnTo>
                    <a:pt x="2519092" y="1330873"/>
                  </a:lnTo>
                  <a:lnTo>
                    <a:pt x="2506520" y="1354399"/>
                  </a:lnTo>
                  <a:lnTo>
                    <a:pt x="2503567" y="1354399"/>
                  </a:lnTo>
                  <a:cubicBezTo>
                    <a:pt x="2486041" y="1353923"/>
                    <a:pt x="2468515" y="1353638"/>
                    <a:pt x="2451465" y="1353638"/>
                  </a:cubicBezTo>
                  <a:cubicBezTo>
                    <a:pt x="2232390" y="1353638"/>
                    <a:pt x="2035318" y="1392690"/>
                    <a:pt x="1848152" y="1472986"/>
                  </a:cubicBezTo>
                  <a:close/>
                  <a:moveTo>
                    <a:pt x="1834340" y="1430219"/>
                  </a:moveTo>
                  <a:cubicBezTo>
                    <a:pt x="1839293" y="1440696"/>
                    <a:pt x="1843865" y="1451173"/>
                    <a:pt x="1849009" y="1461746"/>
                  </a:cubicBezTo>
                  <a:cubicBezTo>
                    <a:pt x="2036080" y="1382117"/>
                    <a:pt x="2233247" y="1343446"/>
                    <a:pt x="2451751" y="1343446"/>
                  </a:cubicBezTo>
                  <a:cubicBezTo>
                    <a:pt x="2467943" y="1343446"/>
                    <a:pt x="2484612" y="1343446"/>
                    <a:pt x="2501186" y="1344113"/>
                  </a:cubicBezTo>
                  <a:lnTo>
                    <a:pt x="2507091" y="1333064"/>
                  </a:lnTo>
                  <a:cubicBezTo>
                    <a:pt x="2473658" y="1308680"/>
                    <a:pt x="2435368" y="1281819"/>
                    <a:pt x="2390219" y="1251148"/>
                  </a:cubicBezTo>
                  <a:lnTo>
                    <a:pt x="2367740" y="1259531"/>
                  </a:lnTo>
                  <a:cubicBezTo>
                    <a:pt x="2223056" y="1313442"/>
                    <a:pt x="2043890" y="1380117"/>
                    <a:pt x="1834055" y="1430219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40000"/>
                    <a:lumOff val="60000"/>
                    <a:alpha val="41000"/>
                  </a:schemeClr>
                </a:gs>
                <a:gs pos="100000">
                  <a:schemeClr val="accent1"/>
                </a:gs>
              </a:gsLst>
              <a:lin ang="2729382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04" name="图片 103" descr="健康检查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2475" r="2475"/>
            <a:stretch>
              <a:fillRect/>
            </a:stretch>
          </p:blipFill>
          <p:spPr>
            <a:xfrm>
              <a:off x="2764" y="4409"/>
              <a:ext cx="13410" cy="1038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09" h="8520">
                  <a:moveTo>
                    <a:pt x="8419" y="0"/>
                  </a:moveTo>
                  <a:cubicBezTo>
                    <a:pt x="9077" y="-4"/>
                    <a:pt x="9711" y="264"/>
                    <a:pt x="10314" y="1103"/>
                  </a:cubicBezTo>
                  <a:cubicBezTo>
                    <a:pt x="11227" y="2373"/>
                    <a:pt x="11192" y="4207"/>
                    <a:pt x="10490" y="5633"/>
                  </a:cubicBezTo>
                  <a:cubicBezTo>
                    <a:pt x="9424" y="7801"/>
                    <a:pt x="7361" y="8652"/>
                    <a:pt x="5566" y="8504"/>
                  </a:cubicBezTo>
                  <a:cubicBezTo>
                    <a:pt x="3730" y="8352"/>
                    <a:pt x="1829" y="7176"/>
                    <a:pt x="709" y="5068"/>
                  </a:cubicBezTo>
                  <a:cubicBezTo>
                    <a:pt x="192" y="4097"/>
                    <a:pt x="-392" y="2371"/>
                    <a:pt x="356" y="1328"/>
                  </a:cubicBezTo>
                  <a:cubicBezTo>
                    <a:pt x="906" y="565"/>
                    <a:pt x="1886" y="810"/>
                    <a:pt x="2586" y="885"/>
                  </a:cubicBezTo>
                  <a:cubicBezTo>
                    <a:pt x="3564" y="989"/>
                    <a:pt x="4540" y="1045"/>
                    <a:pt x="5509" y="805"/>
                  </a:cubicBezTo>
                  <a:cubicBezTo>
                    <a:pt x="6511" y="557"/>
                    <a:pt x="7488" y="6"/>
                    <a:pt x="8419" y="0"/>
                  </a:cubicBezTo>
                  <a:close/>
                </a:path>
              </a:pathLst>
            </a:custGeom>
            <a:effectLst/>
          </p:spPr>
        </p:pic>
      </p:grpSp>
      <p:sp>
        <p:nvSpPr>
          <p:cNvPr id="9" name="矩形 8"/>
          <p:cNvSpPr/>
          <p:nvPr/>
        </p:nvSpPr>
        <p:spPr bwMode="auto">
          <a:xfrm>
            <a:off x="7587836" y="3403770"/>
            <a:ext cx="263144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457200">
              <a:lnSpc>
                <a:spcPct val="100000"/>
              </a:lnSpc>
              <a:buNone/>
            </a:pPr>
            <a:r>
              <a:rPr lang="zh-CN" altLang="en-US" sz="4800" b="1" kern="100" dirty="0">
                <a:solidFill>
                  <a:srgbClr val="003E87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模型调参</a:t>
            </a:r>
            <a:endParaRPr lang="zh-CN" altLang="en-US" sz="4800" b="1" kern="100" dirty="0">
              <a:solidFill>
                <a:srgbClr val="003E87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522845" y="2334260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 defTabSz="457200">
              <a:lnSpc>
                <a:spcPct val="15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03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pic>
        <p:nvPicPr>
          <p:cNvPr id="30" name="图片 1" descr="http://www.gzu.edu.cn/gzu/biaoshi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7690" y="73660"/>
            <a:ext cx="90106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30" descr="贵大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755" y="19050"/>
            <a:ext cx="1833245" cy="785495"/>
          </a:xfrm>
          <a:prstGeom prst="rect">
            <a:avLst/>
          </a:prstGeom>
        </p:spPr>
      </p:pic>
      <p:sp>
        <p:nvSpPr>
          <p:cNvPr id="105" name="流程图: 可选过程 104"/>
          <p:cNvSpPr/>
          <p:nvPr/>
        </p:nvSpPr>
        <p:spPr>
          <a:xfrm rot="19020000">
            <a:off x="-2320290" y="-626110"/>
            <a:ext cx="4852035" cy="3648710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6" name="流程图: 可选过程 105"/>
          <p:cNvSpPr/>
          <p:nvPr/>
        </p:nvSpPr>
        <p:spPr>
          <a:xfrm rot="19020000">
            <a:off x="-684530" y="3819525"/>
            <a:ext cx="2685415" cy="2512695"/>
          </a:xfrm>
          <a:prstGeom prst="flowChartAlternateProcess">
            <a:avLst/>
          </a:prstGeom>
          <a:solidFill>
            <a:srgbClr val="C2D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7" name="流程图: 可选过程 106"/>
          <p:cNvSpPr/>
          <p:nvPr/>
        </p:nvSpPr>
        <p:spPr>
          <a:xfrm rot="19020000">
            <a:off x="1064895" y="5755640"/>
            <a:ext cx="2685415" cy="2531745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9310" y="193675"/>
            <a:ext cx="404685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3.1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模型选型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2" name="Text 6"/>
          <p:cNvSpPr/>
          <p:nvPr>
            <p:custDataLst>
              <p:tags r:id="rId3"/>
            </p:custDataLst>
          </p:nvPr>
        </p:nvSpPr>
        <p:spPr>
          <a:xfrm>
            <a:off x="2296795" y="3938270"/>
            <a:ext cx="225615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/>
          </a:p>
        </p:txBody>
      </p:sp>
      <p:sp>
        <p:nvSpPr>
          <p:cNvPr id="16" name="Text 11"/>
          <p:cNvSpPr/>
          <p:nvPr>
            <p:custDataLst>
              <p:tags r:id="rId4"/>
            </p:custDataLst>
          </p:nvPr>
        </p:nvSpPr>
        <p:spPr>
          <a:xfrm>
            <a:off x="2642870" y="4660265"/>
            <a:ext cx="2194560" cy="123634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93" name="任意多边形 92"/>
          <p:cNvSpPr/>
          <p:nvPr>
            <p:custDataLst>
              <p:tags r:id="rId5"/>
            </p:custDataLst>
          </p:nvPr>
        </p:nvSpPr>
        <p:spPr>
          <a:xfrm>
            <a:off x="2296795" y="1109345"/>
            <a:ext cx="2051050" cy="1341120"/>
          </a:xfrm>
          <a:custGeom>
            <a:avLst/>
            <a:gdLst>
              <a:gd name="sw" fmla="*/ 1 w 3655"/>
              <a:gd name="sh" fmla="*/ 1 h 4065"/>
              <a:gd name="mins" fmla="min sw sh"/>
              <a:gd name="dsw" fmla="+- 0 sw mins"/>
              <a:gd name="dsh" fmla="+- 0 sh mins"/>
              <a:gd name="p0x0" fmla="*/ 150 w 3655"/>
              <a:gd name="p0y0" fmla="*/ 0 h 4065"/>
              <a:gd name="p0x1" fmla="*/ 3505 w 3655"/>
              <a:gd name="p0y1" fmla="*/ 0 h 4065"/>
              <a:gd name="p0x2" fmla="*/ 3588 w 3655"/>
              <a:gd name="p0y2" fmla="*/ 0 h 4065"/>
              <a:gd name="p0x3" fmla="*/ 3655 w 3655"/>
              <a:gd name="p0y3" fmla="*/ 67 h 4065"/>
              <a:gd name="p0x4" fmla="*/ 3655 w 3655"/>
              <a:gd name="p0y4" fmla="*/ 150 h 4065"/>
              <a:gd name="p0x5" fmla="*/ 3655 w 3655"/>
              <a:gd name="p0y5" fmla="*/ 3915 h 4065"/>
              <a:gd name="p0x6" fmla="*/ 3655 w 3655"/>
              <a:gd name="p0y6" fmla="*/ 3997 h 4065"/>
              <a:gd name="p0x7" fmla="*/ 3588 w 3655"/>
              <a:gd name="p0y7" fmla="*/ 4065 h 4065"/>
              <a:gd name="p0x8" fmla="*/ 3505 w 3655"/>
              <a:gd name="p0y8" fmla="*/ 4065 h 4065"/>
              <a:gd name="p0x9" fmla="*/ 150 w 3655"/>
              <a:gd name="p0y9" fmla="*/ 4065 h 4065"/>
              <a:gd name="p0x10" fmla="*/ 67 w 3655"/>
              <a:gd name="p0y10" fmla="*/ 4065 h 4065"/>
              <a:gd name="p0x11" fmla="*/ 0 w 3655"/>
              <a:gd name="p0y11" fmla="*/ 3997 h 4065"/>
              <a:gd name="p0x12" fmla="*/ 0 w 3655"/>
              <a:gd name="p0y12" fmla="*/ 3915 h 4065"/>
              <a:gd name="p0x13" fmla="*/ 0 w 3655"/>
              <a:gd name="p0y13" fmla="*/ 150 h 4065"/>
              <a:gd name="p0x14" fmla="*/ 0 w 3655"/>
              <a:gd name="p0y14" fmla="*/ 67 h 4065"/>
              <a:gd name="p0x15" fmla="*/ 67 w 3655"/>
              <a:gd name="p0y15" fmla="*/ 0 h 4065"/>
              <a:gd name="p0x16" fmla="*/ 150 w 365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>
            <p:custDataLst>
              <p:tags r:id="rId6"/>
            </p:custDataLst>
          </p:nvPr>
        </p:nvSpPr>
        <p:spPr>
          <a:xfrm>
            <a:off x="2467610" y="1188720"/>
            <a:ext cx="370205" cy="40132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5" name="图片 9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2527935" y="1266190"/>
            <a:ext cx="248285" cy="241935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10"/>
            </p:custDataLst>
          </p:nvPr>
        </p:nvSpPr>
        <p:spPr>
          <a:xfrm>
            <a:off x="2938780" y="1238250"/>
            <a:ext cx="1009650" cy="298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选用模型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11"/>
            </p:custDataLst>
          </p:nvPr>
        </p:nvSpPr>
        <p:spPr>
          <a:xfrm>
            <a:off x="2467610" y="1771015"/>
            <a:ext cx="1759585" cy="28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多项</a:t>
            </a:r>
            <a:r>
              <a:rPr lang="en-US" alt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Softmax </a:t>
            </a: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逻辑回归</a:t>
            </a:r>
            <a:endParaRPr lang="zh-CN" altLang="en-US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12"/>
            </p:custDataLst>
          </p:nvPr>
        </p:nvSpPr>
        <p:spPr>
          <a:xfrm>
            <a:off x="2296795" y="2640965"/>
            <a:ext cx="2051050" cy="1676400"/>
          </a:xfrm>
          <a:custGeom>
            <a:avLst/>
            <a:gdLst>
              <a:gd name="sw" fmla="*/ 1 w 3655"/>
              <a:gd name="sh" fmla="*/ 1 h 4065"/>
              <a:gd name="mins" fmla="min sw sh"/>
              <a:gd name="dsw" fmla="+- 0 sw mins"/>
              <a:gd name="dsh" fmla="+- 0 sh mins"/>
              <a:gd name="p0x0" fmla="*/ 150 w 3655"/>
              <a:gd name="p0y0" fmla="*/ 0 h 4065"/>
              <a:gd name="p0x1" fmla="*/ 3505 w 3655"/>
              <a:gd name="p0y1" fmla="*/ 0 h 4065"/>
              <a:gd name="p0x2" fmla="*/ 3588 w 3655"/>
              <a:gd name="p0y2" fmla="*/ 0 h 4065"/>
              <a:gd name="p0x3" fmla="*/ 3655 w 3655"/>
              <a:gd name="p0y3" fmla="*/ 67 h 4065"/>
              <a:gd name="p0x4" fmla="*/ 3655 w 3655"/>
              <a:gd name="p0y4" fmla="*/ 150 h 4065"/>
              <a:gd name="p0x5" fmla="*/ 3655 w 3655"/>
              <a:gd name="p0y5" fmla="*/ 3915 h 4065"/>
              <a:gd name="p0x6" fmla="*/ 3655 w 3655"/>
              <a:gd name="p0y6" fmla="*/ 3997 h 4065"/>
              <a:gd name="p0x7" fmla="*/ 3588 w 3655"/>
              <a:gd name="p0y7" fmla="*/ 4065 h 4065"/>
              <a:gd name="p0x8" fmla="*/ 3505 w 3655"/>
              <a:gd name="p0y8" fmla="*/ 4065 h 4065"/>
              <a:gd name="p0x9" fmla="*/ 150 w 3655"/>
              <a:gd name="p0y9" fmla="*/ 4065 h 4065"/>
              <a:gd name="p0x10" fmla="*/ 67 w 3655"/>
              <a:gd name="p0y10" fmla="*/ 4065 h 4065"/>
              <a:gd name="p0x11" fmla="*/ 0 w 3655"/>
              <a:gd name="p0y11" fmla="*/ 3997 h 4065"/>
              <a:gd name="p0x12" fmla="*/ 0 w 3655"/>
              <a:gd name="p0y12" fmla="*/ 3915 h 4065"/>
              <a:gd name="p0x13" fmla="*/ 0 w 3655"/>
              <a:gd name="p0y13" fmla="*/ 150 h 4065"/>
              <a:gd name="p0x14" fmla="*/ 0 w 3655"/>
              <a:gd name="p0y14" fmla="*/ 67 h 4065"/>
              <a:gd name="p0x15" fmla="*/ 67 w 3655"/>
              <a:gd name="p0y15" fmla="*/ 0 h 4065"/>
              <a:gd name="p0x16" fmla="*/ 150 w 365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任意多边形 99"/>
          <p:cNvSpPr/>
          <p:nvPr>
            <p:custDataLst>
              <p:tags r:id="rId13"/>
            </p:custDataLst>
          </p:nvPr>
        </p:nvSpPr>
        <p:spPr>
          <a:xfrm>
            <a:off x="2469515" y="3173095"/>
            <a:ext cx="370205" cy="40132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2557780" y="3250565"/>
            <a:ext cx="193675" cy="241935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17"/>
            </p:custDataLst>
          </p:nvPr>
        </p:nvSpPr>
        <p:spPr>
          <a:xfrm>
            <a:off x="2409825" y="2828925"/>
            <a:ext cx="1878965" cy="572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正则（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Lasso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18"/>
            </p:custDataLst>
          </p:nvPr>
        </p:nvSpPr>
        <p:spPr>
          <a:xfrm>
            <a:off x="2521585" y="3202940"/>
            <a:ext cx="1757680" cy="28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λΣ|w|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，弱特征系数归零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19"/>
            </p:custDataLst>
          </p:nvPr>
        </p:nvSpPr>
        <p:spPr>
          <a:xfrm>
            <a:off x="2521585" y="3769995"/>
            <a:ext cx="1705610" cy="5473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稀疏可解释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590415" y="2641600"/>
            <a:ext cx="2050415" cy="1675765"/>
            <a:chOff x="7125" y="1747"/>
            <a:chExt cx="3229" cy="2639"/>
          </a:xfrm>
        </p:grpSpPr>
        <p:sp>
          <p:nvSpPr>
            <p:cNvPr id="105" name="任意多边形 104"/>
            <p:cNvSpPr/>
            <p:nvPr>
              <p:custDataLst>
                <p:tags r:id="rId20"/>
              </p:custDataLst>
            </p:nvPr>
          </p:nvSpPr>
          <p:spPr>
            <a:xfrm>
              <a:off x="7125" y="1747"/>
              <a:ext cx="3229" cy="2639"/>
            </a:xfrm>
            <a:custGeom>
              <a:avLst/>
              <a:gdLst>
                <a:gd name="sw" fmla="*/ 1 w 3655"/>
                <a:gd name="sh" fmla="*/ 1 h 4065"/>
                <a:gd name="mins" fmla="min sw sh"/>
                <a:gd name="dsw" fmla="+- 0 sw mins"/>
                <a:gd name="dsh" fmla="+- 0 sh mins"/>
                <a:gd name="p0x0" fmla="*/ 150 w 3655"/>
                <a:gd name="p0y0" fmla="*/ 0 h 4065"/>
                <a:gd name="p0x1" fmla="*/ 3505 w 3655"/>
                <a:gd name="p0y1" fmla="*/ 0 h 4065"/>
                <a:gd name="p0x2" fmla="*/ 3588 w 3655"/>
                <a:gd name="p0y2" fmla="*/ 0 h 4065"/>
                <a:gd name="p0x3" fmla="*/ 3655 w 3655"/>
                <a:gd name="p0y3" fmla="*/ 67 h 4065"/>
                <a:gd name="p0x4" fmla="*/ 3655 w 3655"/>
                <a:gd name="p0y4" fmla="*/ 150 h 4065"/>
                <a:gd name="p0x5" fmla="*/ 3655 w 3655"/>
                <a:gd name="p0y5" fmla="*/ 3915 h 4065"/>
                <a:gd name="p0x6" fmla="*/ 3655 w 3655"/>
                <a:gd name="p0y6" fmla="*/ 3997 h 4065"/>
                <a:gd name="p0x7" fmla="*/ 3588 w 3655"/>
                <a:gd name="p0y7" fmla="*/ 4065 h 4065"/>
                <a:gd name="p0x8" fmla="*/ 3505 w 3655"/>
                <a:gd name="p0y8" fmla="*/ 4065 h 4065"/>
                <a:gd name="p0x9" fmla="*/ 150 w 3655"/>
                <a:gd name="p0y9" fmla="*/ 4065 h 4065"/>
                <a:gd name="p0x10" fmla="*/ 67 w 3655"/>
                <a:gd name="p0y10" fmla="*/ 4065 h 4065"/>
                <a:gd name="p0x11" fmla="*/ 0 w 3655"/>
                <a:gd name="p0y11" fmla="*/ 3997 h 4065"/>
                <a:gd name="p0x12" fmla="*/ 0 w 3655"/>
                <a:gd name="p0y12" fmla="*/ 3915 h 4065"/>
                <a:gd name="p0x13" fmla="*/ 0 w 3655"/>
                <a:gd name="p0y13" fmla="*/ 150 h 4065"/>
                <a:gd name="p0x14" fmla="*/ 0 w 3655"/>
                <a:gd name="p0y14" fmla="*/ 67 h 4065"/>
                <a:gd name="p0x15" fmla="*/ 67 w 3655"/>
                <a:gd name="p0y15" fmla="*/ 0 h 4065"/>
                <a:gd name="p0x16" fmla="*/ 150 w 3655"/>
                <a:gd name="p0y16" fmla="*/ 0 h 40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C69D6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任意多边形 105"/>
            <p:cNvSpPr/>
            <p:nvPr>
              <p:custDataLst>
                <p:tags r:id="rId21"/>
              </p:custDataLst>
            </p:nvPr>
          </p:nvSpPr>
          <p:spPr>
            <a:xfrm>
              <a:off x="7396" y="2585"/>
              <a:ext cx="583" cy="632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50 w 660"/>
                <a:gd name="p0y0" fmla="*/ 0 h 660"/>
                <a:gd name="p0x1" fmla="*/ 510 w 660"/>
                <a:gd name="p0y1" fmla="*/ 0 h 660"/>
                <a:gd name="p0x2" fmla="*/ 592 w 660"/>
                <a:gd name="p0y2" fmla="*/ 0 h 660"/>
                <a:gd name="p0x3" fmla="*/ 660 w 660"/>
                <a:gd name="p0y3" fmla="*/ 67 h 660"/>
                <a:gd name="p0x4" fmla="*/ 660 w 660"/>
                <a:gd name="p0y4" fmla="*/ 150 h 660"/>
                <a:gd name="p0x5" fmla="*/ 660 w 660"/>
                <a:gd name="p0y5" fmla="*/ 510 h 660"/>
                <a:gd name="p0x6" fmla="*/ 660 w 660"/>
                <a:gd name="p0y6" fmla="*/ 592 h 660"/>
                <a:gd name="p0x7" fmla="*/ 592 w 660"/>
                <a:gd name="p0y7" fmla="*/ 660 h 660"/>
                <a:gd name="p0x8" fmla="*/ 510 w 660"/>
                <a:gd name="p0y8" fmla="*/ 660 h 660"/>
                <a:gd name="p0x9" fmla="*/ 150 w 660"/>
                <a:gd name="p0y9" fmla="*/ 660 h 660"/>
                <a:gd name="p0x10" fmla="*/ 67 w 660"/>
                <a:gd name="p0y10" fmla="*/ 660 h 660"/>
                <a:gd name="p0x11" fmla="*/ 0 w 660"/>
                <a:gd name="p0y11" fmla="*/ 592 h 660"/>
                <a:gd name="p0x12" fmla="*/ 0 w 660"/>
                <a:gd name="p0y12" fmla="*/ 510 h 660"/>
                <a:gd name="p0x13" fmla="*/ 0 w 660"/>
                <a:gd name="p0y13" fmla="*/ 150 h 660"/>
                <a:gd name="p0x14" fmla="*/ 0 w 660"/>
                <a:gd name="p0y14" fmla="*/ 67 h 660"/>
                <a:gd name="p0x15" fmla="*/ 67 w 660"/>
                <a:gd name="p0y15" fmla="*/ 0 h 660"/>
                <a:gd name="p0x16" fmla="*/ 15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07" name="图片 106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l="-2000" t="-19825" r="-2000" b="-19825"/>
            <a:stretch>
              <a:fillRect/>
            </a:stretch>
          </p:blipFill>
          <p:spPr>
            <a:xfrm>
              <a:off x="7515" y="2707"/>
              <a:ext cx="345" cy="381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>
              <p:custDataLst>
                <p:tags r:id="rId25"/>
              </p:custDataLst>
            </p:nvPr>
          </p:nvSpPr>
          <p:spPr>
            <a:xfrm>
              <a:off x="7396" y="2042"/>
              <a:ext cx="2838" cy="9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altLang="en-US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L2 </a:t>
              </a:r>
              <a:r>
                <a:rPr lang="zh-CN" altLang="en-US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正则（</a:t>
              </a:r>
              <a:r>
                <a:rPr lang="en-US" altLang="zh-CN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Ridge</a:t>
              </a:r>
              <a:r>
                <a:rPr lang="zh-CN" altLang="en-US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26"/>
              </p:custDataLst>
            </p:nvPr>
          </p:nvSpPr>
          <p:spPr>
            <a:xfrm>
              <a:off x="7396" y="2640"/>
              <a:ext cx="2686" cy="4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λΣw²</a:t>
              </a:r>
              <a:r>
                <a:rPr lang="zh-CN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，系数整体收缩</a:t>
              </a:r>
              <a:endPara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27"/>
              </p:custDataLst>
            </p:nvPr>
          </p:nvSpPr>
          <p:spPr>
            <a:xfrm>
              <a:off x="7396" y="3133"/>
              <a:ext cx="2686" cy="8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抗共线性（如糖分</a:t>
              </a:r>
              <a:r>
                <a:rPr lang="en-US" altLang="zh-CN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vs </a:t>
              </a:r>
              <a:r>
                <a:rPr lang="zh-CN" altLang="en-US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碳水）</a:t>
              </a:r>
              <a:r>
                <a:rPr lang="en-US" altLang="zh-CN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</a:t>
              </a:r>
              <a:r>
                <a:rPr lang="zh-CN" altLang="en-US" sz="135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在线推荐</a:t>
              </a:r>
              <a:endPara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4590415" y="1109345"/>
            <a:ext cx="2050415" cy="2079625"/>
            <a:chOff x="7125" y="5941"/>
            <a:chExt cx="3229" cy="3275"/>
          </a:xfrm>
        </p:grpSpPr>
        <p:sp>
          <p:nvSpPr>
            <p:cNvPr id="111" name="任意多边形 110"/>
            <p:cNvSpPr/>
            <p:nvPr>
              <p:custDataLst>
                <p:tags r:id="rId28"/>
              </p:custDataLst>
            </p:nvPr>
          </p:nvSpPr>
          <p:spPr>
            <a:xfrm>
              <a:off x="7125" y="5941"/>
              <a:ext cx="3229" cy="2114"/>
            </a:xfrm>
            <a:custGeom>
              <a:avLst/>
              <a:gdLst>
                <a:gd name="sw" fmla="*/ 1 w 3655"/>
                <a:gd name="sh" fmla="*/ 1 h 4065"/>
                <a:gd name="mins" fmla="min sw sh"/>
                <a:gd name="dsw" fmla="+- 0 sw mins"/>
                <a:gd name="dsh" fmla="+- 0 sh mins"/>
                <a:gd name="p0x0" fmla="*/ 150 w 3655"/>
                <a:gd name="p0y0" fmla="*/ 0 h 4065"/>
                <a:gd name="p0x1" fmla="*/ 3505 w 3655"/>
                <a:gd name="p0y1" fmla="*/ 0 h 4065"/>
                <a:gd name="p0x2" fmla="*/ 3588 w 3655"/>
                <a:gd name="p0y2" fmla="*/ 0 h 4065"/>
                <a:gd name="p0x3" fmla="*/ 3655 w 3655"/>
                <a:gd name="p0y3" fmla="*/ 67 h 4065"/>
                <a:gd name="p0x4" fmla="*/ 3655 w 3655"/>
                <a:gd name="p0y4" fmla="*/ 150 h 4065"/>
                <a:gd name="p0x5" fmla="*/ 3655 w 3655"/>
                <a:gd name="p0y5" fmla="*/ 3915 h 4065"/>
                <a:gd name="p0x6" fmla="*/ 3655 w 3655"/>
                <a:gd name="p0y6" fmla="*/ 3997 h 4065"/>
                <a:gd name="p0x7" fmla="*/ 3588 w 3655"/>
                <a:gd name="p0y7" fmla="*/ 4065 h 4065"/>
                <a:gd name="p0x8" fmla="*/ 3505 w 3655"/>
                <a:gd name="p0y8" fmla="*/ 4065 h 4065"/>
                <a:gd name="p0x9" fmla="*/ 150 w 3655"/>
                <a:gd name="p0y9" fmla="*/ 4065 h 4065"/>
                <a:gd name="p0x10" fmla="*/ 67 w 3655"/>
                <a:gd name="p0y10" fmla="*/ 4065 h 4065"/>
                <a:gd name="p0x11" fmla="*/ 0 w 3655"/>
                <a:gd name="p0y11" fmla="*/ 3997 h 4065"/>
                <a:gd name="p0x12" fmla="*/ 0 w 3655"/>
                <a:gd name="p0y12" fmla="*/ 3915 h 4065"/>
                <a:gd name="p0x13" fmla="*/ 0 w 3655"/>
                <a:gd name="p0y13" fmla="*/ 150 h 4065"/>
                <a:gd name="p0x14" fmla="*/ 0 w 3655"/>
                <a:gd name="p0y14" fmla="*/ 67 h 4065"/>
                <a:gd name="p0x15" fmla="*/ 67 w 3655"/>
                <a:gd name="p0y15" fmla="*/ 0 h 4065"/>
                <a:gd name="p0x16" fmla="*/ 150 w 3655"/>
                <a:gd name="p0y16" fmla="*/ 0 h 40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任意多边形 111"/>
            <p:cNvSpPr/>
            <p:nvPr>
              <p:custDataLst>
                <p:tags r:id="rId29"/>
              </p:custDataLst>
            </p:nvPr>
          </p:nvSpPr>
          <p:spPr>
            <a:xfrm>
              <a:off x="7396" y="6058"/>
              <a:ext cx="583" cy="632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50 w 660"/>
                <a:gd name="p0y0" fmla="*/ 0 h 660"/>
                <a:gd name="p0x1" fmla="*/ 510 w 660"/>
                <a:gd name="p0y1" fmla="*/ 0 h 660"/>
                <a:gd name="p0x2" fmla="*/ 592 w 660"/>
                <a:gd name="p0y2" fmla="*/ 0 h 660"/>
                <a:gd name="p0x3" fmla="*/ 660 w 660"/>
                <a:gd name="p0y3" fmla="*/ 67 h 660"/>
                <a:gd name="p0x4" fmla="*/ 660 w 660"/>
                <a:gd name="p0y4" fmla="*/ 150 h 660"/>
                <a:gd name="p0x5" fmla="*/ 660 w 660"/>
                <a:gd name="p0y5" fmla="*/ 510 h 660"/>
                <a:gd name="p0x6" fmla="*/ 660 w 660"/>
                <a:gd name="p0y6" fmla="*/ 592 h 660"/>
                <a:gd name="p0x7" fmla="*/ 592 w 660"/>
                <a:gd name="p0y7" fmla="*/ 660 h 660"/>
                <a:gd name="p0x8" fmla="*/ 510 w 660"/>
                <a:gd name="p0y8" fmla="*/ 660 h 660"/>
                <a:gd name="p0x9" fmla="*/ 150 w 660"/>
                <a:gd name="p0y9" fmla="*/ 660 h 660"/>
                <a:gd name="p0x10" fmla="*/ 67 w 660"/>
                <a:gd name="p0y10" fmla="*/ 660 h 660"/>
                <a:gd name="p0x11" fmla="*/ 0 w 660"/>
                <a:gd name="p0y11" fmla="*/ 592 h 660"/>
                <a:gd name="p0x12" fmla="*/ 0 w 660"/>
                <a:gd name="p0y12" fmla="*/ 510 h 660"/>
                <a:gd name="p0x13" fmla="*/ 0 w 660"/>
                <a:gd name="p0y13" fmla="*/ 150 h 660"/>
                <a:gd name="p0x14" fmla="*/ 0 w 660"/>
                <a:gd name="p0y14" fmla="*/ 67 h 660"/>
                <a:gd name="p0x15" fmla="*/ 67 w 660"/>
                <a:gd name="p0y15" fmla="*/ 0 h 660"/>
                <a:gd name="p0x16" fmla="*/ 15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3" name="图片 112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 l="-2000" t="-3067" r="-2000" b="-3067"/>
            <a:stretch>
              <a:fillRect/>
            </a:stretch>
          </p:blipFill>
          <p:spPr>
            <a:xfrm>
              <a:off x="7515" y="6180"/>
              <a:ext cx="346" cy="381"/>
            </a:xfrm>
            <a:prstGeom prst="rect">
              <a:avLst/>
            </a:prstGeom>
          </p:spPr>
        </p:pic>
        <p:sp>
          <p:nvSpPr>
            <p:cNvPr id="115" name="文本框 114"/>
            <p:cNvSpPr txBox="1"/>
            <p:nvPr>
              <p:custDataLst>
                <p:tags r:id="rId33"/>
              </p:custDataLst>
            </p:nvPr>
          </p:nvSpPr>
          <p:spPr>
            <a:xfrm>
              <a:off x="8134" y="6136"/>
              <a:ext cx="1598" cy="4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对比原则</a:t>
              </a:r>
              <a:endPara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34"/>
              </p:custDataLst>
            </p:nvPr>
          </p:nvSpPr>
          <p:spPr>
            <a:xfrm>
              <a:off x="7396" y="6840"/>
              <a:ext cx="2686" cy="8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</a:rPr>
                <a:t>同数据、同预处理、同优化策略</a:t>
              </a:r>
              <a:endPara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文本框 116"/>
            <p:cNvSpPr txBox="1"/>
            <p:nvPr>
              <p:custDataLst>
                <p:tags r:id="rId35"/>
              </p:custDataLst>
            </p:nvPr>
          </p:nvSpPr>
          <p:spPr>
            <a:xfrm>
              <a:off x="7396" y="8354"/>
              <a:ext cx="2686" cy="8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endPara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8" name="任意多边形 117"/>
          <p:cNvSpPr/>
          <p:nvPr>
            <p:custDataLst>
              <p:tags r:id="rId36"/>
            </p:custDataLst>
          </p:nvPr>
        </p:nvSpPr>
        <p:spPr>
          <a:xfrm>
            <a:off x="2183130" y="4446270"/>
            <a:ext cx="4457700" cy="231838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150 w 9324"/>
              <a:gd name="p0y0" fmla="*/ 0 h 8445"/>
              <a:gd name="p0x1" fmla="*/ 9174 w 9324"/>
              <a:gd name="p0y1" fmla="*/ 0 h 8445"/>
              <a:gd name="p0x2" fmla="*/ 9256 w 9324"/>
              <a:gd name="p0y2" fmla="*/ 0 h 8445"/>
              <a:gd name="p0x3" fmla="*/ 9324 w 9324"/>
              <a:gd name="p0y3" fmla="*/ 67 h 8445"/>
              <a:gd name="p0x4" fmla="*/ 9324 w 9324"/>
              <a:gd name="p0y4" fmla="*/ 150 h 8445"/>
              <a:gd name="p0x5" fmla="*/ 9324 w 9324"/>
              <a:gd name="p0y5" fmla="*/ 8295 h 8445"/>
              <a:gd name="p0x6" fmla="*/ 9324 w 9324"/>
              <a:gd name="p0y6" fmla="*/ 8377 h 8445"/>
              <a:gd name="p0x7" fmla="*/ 9256 w 9324"/>
              <a:gd name="p0y7" fmla="*/ 8445 h 8445"/>
              <a:gd name="p0x8" fmla="*/ 9174 w 9324"/>
              <a:gd name="p0y8" fmla="*/ 8445 h 8445"/>
              <a:gd name="p0x9" fmla="*/ 150 w 9324"/>
              <a:gd name="p0y9" fmla="*/ 8445 h 8445"/>
              <a:gd name="p0x10" fmla="*/ 67 w 9324"/>
              <a:gd name="p0y10" fmla="*/ 8445 h 8445"/>
              <a:gd name="p0x11" fmla="*/ 0 w 9324"/>
              <a:gd name="p0y11" fmla="*/ 8377 h 8445"/>
              <a:gd name="p0x12" fmla="*/ 0 w 9324"/>
              <a:gd name="p0y12" fmla="*/ 8295 h 8445"/>
              <a:gd name="p0x13" fmla="*/ 0 w 9324"/>
              <a:gd name="p0y13" fmla="*/ 150 h 8445"/>
              <a:gd name="p0x14" fmla="*/ 0 w 9324"/>
              <a:gd name="p0y14" fmla="*/ 67 h 8445"/>
              <a:gd name="p0x15" fmla="*/ 67 w 9324"/>
              <a:gd name="p0y15" fmla="*/ 0 h 8445"/>
              <a:gd name="p0x16" fmla="*/ 15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任意多边形 118"/>
          <p:cNvSpPr/>
          <p:nvPr>
            <p:custDataLst>
              <p:tags r:id="rId37"/>
            </p:custDataLst>
          </p:nvPr>
        </p:nvSpPr>
        <p:spPr>
          <a:xfrm>
            <a:off x="2370455" y="4491990"/>
            <a:ext cx="437515" cy="474345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0" name="图片 11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174" t="-5172" r="-2174" b="-5172"/>
          <a:stretch>
            <a:fillRect/>
          </a:stretch>
        </p:blipFill>
        <p:spPr>
          <a:xfrm>
            <a:off x="2487930" y="4583430"/>
            <a:ext cx="201930" cy="292100"/>
          </a:xfrm>
          <a:prstGeom prst="rect">
            <a:avLst/>
          </a:prstGeom>
        </p:spPr>
      </p:pic>
      <p:sp>
        <p:nvSpPr>
          <p:cNvPr id="121" name="文本框 120"/>
          <p:cNvSpPr txBox="1"/>
          <p:nvPr>
            <p:custDataLst>
              <p:tags r:id="rId41"/>
            </p:custDataLst>
          </p:nvPr>
        </p:nvSpPr>
        <p:spPr>
          <a:xfrm>
            <a:off x="2909570" y="4554220"/>
            <a:ext cx="1177925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选型理由</a:t>
            </a:r>
            <a:endParaRPr sz="2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任意多边形 121"/>
          <p:cNvSpPr/>
          <p:nvPr>
            <p:custDataLst>
              <p:tags r:id="rId42"/>
            </p:custDataLst>
          </p:nvPr>
        </p:nvSpPr>
        <p:spPr>
          <a:xfrm>
            <a:off x="2370455" y="5112385"/>
            <a:ext cx="235585" cy="25527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3" name="图片 12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t="-7143" b="-7143"/>
          <a:stretch>
            <a:fillRect/>
          </a:stretch>
        </p:blipFill>
        <p:spPr>
          <a:xfrm>
            <a:off x="2412365" y="5166995"/>
            <a:ext cx="151765" cy="146050"/>
          </a:xfrm>
          <a:prstGeom prst="rect">
            <a:avLst/>
          </a:prstGeom>
        </p:spPr>
      </p:pic>
      <p:sp>
        <p:nvSpPr>
          <p:cNvPr id="124" name="文本框 123"/>
          <p:cNvSpPr txBox="1"/>
          <p:nvPr>
            <p:custDataLst>
              <p:tags r:id="rId46"/>
            </p:custDataLst>
          </p:nvPr>
        </p:nvSpPr>
        <p:spPr>
          <a:xfrm>
            <a:off x="2707640" y="5098415"/>
            <a:ext cx="3028950" cy="250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可解释性强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47"/>
            </p:custDataLst>
          </p:nvPr>
        </p:nvSpPr>
        <p:spPr>
          <a:xfrm>
            <a:off x="2707640" y="5361940"/>
            <a:ext cx="4119245" cy="28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系数直接对应特征贡献，便于业务理解和决策</a:t>
            </a:r>
            <a:endParaRPr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任意多边形 125"/>
          <p:cNvSpPr/>
          <p:nvPr>
            <p:custDataLst>
              <p:tags r:id="rId48"/>
            </p:custDataLst>
          </p:nvPr>
        </p:nvSpPr>
        <p:spPr>
          <a:xfrm>
            <a:off x="2371090" y="5653405"/>
            <a:ext cx="285115" cy="25527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7" name="图片 126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3125" r="-3125"/>
          <a:stretch>
            <a:fillRect/>
          </a:stretch>
        </p:blipFill>
        <p:spPr>
          <a:xfrm>
            <a:off x="2429510" y="5713730"/>
            <a:ext cx="142875" cy="146050"/>
          </a:xfrm>
          <a:prstGeom prst="rect">
            <a:avLst/>
          </a:prstGeom>
        </p:spPr>
      </p:pic>
      <p:sp>
        <p:nvSpPr>
          <p:cNvPr id="128" name="文本框 127"/>
          <p:cNvSpPr txBox="1"/>
          <p:nvPr>
            <p:custDataLst>
              <p:tags r:id="rId52"/>
            </p:custDataLst>
          </p:nvPr>
        </p:nvSpPr>
        <p:spPr>
          <a:xfrm>
            <a:off x="2707640" y="5645785"/>
            <a:ext cx="4191000" cy="250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训练速度快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/>
          <p:cNvSpPr txBox="1"/>
          <p:nvPr>
            <p:custDataLst>
              <p:tags r:id="rId53"/>
            </p:custDataLst>
          </p:nvPr>
        </p:nvSpPr>
        <p:spPr>
          <a:xfrm>
            <a:off x="2707640" y="5909310"/>
            <a:ext cx="4557395" cy="28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小批量</a:t>
            </a:r>
            <a:r>
              <a:rPr lang="en-US" alt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SGD </a:t>
            </a: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优化，迭代收敛高效，适合大规模数据</a:t>
            </a:r>
            <a:endParaRPr lang="zh-CN" altLang="en-US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任意多边形 129"/>
          <p:cNvSpPr/>
          <p:nvPr>
            <p:custDataLst>
              <p:tags r:id="rId54"/>
            </p:custDataLst>
          </p:nvPr>
        </p:nvSpPr>
        <p:spPr>
          <a:xfrm>
            <a:off x="2320925" y="6212205"/>
            <a:ext cx="285115" cy="24511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1" name="图片 130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>
            <a:fillRect/>
          </a:stretch>
        </p:blipFill>
        <p:spPr>
          <a:xfrm>
            <a:off x="2419985" y="6261735"/>
            <a:ext cx="121920" cy="140335"/>
          </a:xfrm>
          <a:prstGeom prst="rect">
            <a:avLst/>
          </a:prstGeom>
        </p:spPr>
      </p:pic>
      <p:sp>
        <p:nvSpPr>
          <p:cNvPr id="132" name="文本框 131"/>
          <p:cNvSpPr txBox="1"/>
          <p:nvPr>
            <p:custDataLst>
              <p:tags r:id="rId58"/>
            </p:custDataLst>
          </p:nvPr>
        </p:nvSpPr>
        <p:spPr>
          <a:xfrm>
            <a:off x="2689860" y="6193790"/>
            <a:ext cx="3486785" cy="241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系数可审计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/>
          <p:cNvSpPr txBox="1"/>
          <p:nvPr>
            <p:custDataLst>
              <p:tags r:id="rId59"/>
            </p:custDataLst>
          </p:nvPr>
        </p:nvSpPr>
        <p:spPr>
          <a:xfrm>
            <a:off x="2689860" y="6457315"/>
            <a:ext cx="3669665" cy="273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模型参数透明可追溯，满足合规与调试需求</a:t>
            </a:r>
            <a:endParaRPr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 rot="0">
            <a:off x="6990715" y="5720715"/>
            <a:ext cx="4885690" cy="337185"/>
            <a:chOff x="9275" y="9330"/>
            <a:chExt cx="8710" cy="554"/>
          </a:xfrm>
        </p:grpSpPr>
        <p:sp>
          <p:nvSpPr>
            <p:cNvPr id="135" name="任意多边形 134"/>
            <p:cNvSpPr/>
            <p:nvPr>
              <p:custDataLst>
                <p:tags r:id="rId60"/>
              </p:custDataLst>
            </p:nvPr>
          </p:nvSpPr>
          <p:spPr>
            <a:xfrm>
              <a:off x="9275" y="9330"/>
              <a:ext cx="8710" cy="555"/>
            </a:xfrm>
            <a:custGeom>
              <a:avLst/>
              <a:gdLst>
                <a:gd name="sw" fmla="*/ 1 w 8709"/>
                <a:gd name="sh" fmla="*/ 1 h 555"/>
                <a:gd name="mins" fmla="min sw sh"/>
                <a:gd name="dsw" fmla="+- 0 sw mins"/>
                <a:gd name="dsh" fmla="+- 0 sh mins"/>
                <a:gd name="p0x0" fmla="*/ 0 w 8709"/>
                <a:gd name="p0y0" fmla="*/ 0 h 555"/>
                <a:gd name="p0x1" fmla="*/ 8709 w 8709"/>
                <a:gd name="p0y1" fmla="*/ 0 h 555"/>
                <a:gd name="p0x2" fmla="*/ 8709 w 8709"/>
                <a:gd name="p0y2" fmla="*/ 555 h 555"/>
                <a:gd name="p0x3" fmla="*/ 0 w 8709"/>
                <a:gd name="p0y3" fmla="*/ 555 h 555"/>
                <a:gd name="p0x4" fmla="*/ 0 w 8709"/>
                <a:gd name="p0y4" fmla="*/ 0 h 5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6" name="任意多边形 135"/>
            <p:cNvSpPr/>
            <p:nvPr>
              <p:custDataLst>
                <p:tags r:id="rId61"/>
              </p:custDataLst>
            </p:nvPr>
          </p:nvSpPr>
          <p:spPr>
            <a:xfrm>
              <a:off x="9275" y="9330"/>
              <a:ext cx="8710" cy="15"/>
            </a:xfrm>
            <a:custGeom>
              <a:avLst/>
              <a:gdLst>
                <a:gd name="sw" fmla="*/ 1 w 8709"/>
                <a:gd name="sh" fmla="*/ 1 h 15"/>
                <a:gd name="mins" fmla="min sw sh"/>
                <a:gd name="dsw" fmla="+- 0 sw mins"/>
                <a:gd name="dsh" fmla="+- 0 sh mins"/>
                <a:gd name="p0x0" fmla="*/ 0 w 8709"/>
                <a:gd name="p0y0" fmla="*/ 0 h 15"/>
                <a:gd name="p0x1" fmla="*/ 8709 w 8709"/>
                <a:gd name="p0y1" fmla="*/ 0 h 15"/>
                <a:gd name="p0x2" fmla="*/ 8709 w 8709"/>
                <a:gd name="p0y2" fmla="*/ 15 h 15"/>
                <a:gd name="p0x3" fmla="*/ 0 w 8709"/>
                <a:gd name="p0y3" fmla="*/ 15 h 15"/>
                <a:gd name="p0x4" fmla="*/ 0 w 8709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AEAF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42" name="图片 141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265035" y="1488440"/>
            <a:ext cx="4060190" cy="4371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3.2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优化策略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3"/>
            </p:custDataLst>
          </p:nvPr>
        </p:nvSpPr>
        <p:spPr>
          <a:xfrm>
            <a:off x="6964045" y="988060"/>
            <a:ext cx="5010150" cy="4942205"/>
          </a:xfrm>
          <a:custGeom>
            <a:avLst/>
            <a:gdLst>
              <a:gd name="sw" fmla="*/ 1 w 8475"/>
              <a:gd name="sh" fmla="*/ 1 h 8589"/>
              <a:gd name="mins" fmla="min sw sh"/>
              <a:gd name="dsw" fmla="+- 0 sw mins"/>
              <a:gd name="dsh" fmla="+- 0 sh mins"/>
              <a:gd name="p0x0" fmla="*/ 150 w 8475"/>
              <a:gd name="p0y0" fmla="*/ 0 h 8589"/>
              <a:gd name="p0x1" fmla="*/ 8325 w 8475"/>
              <a:gd name="p0y1" fmla="*/ 0 h 8589"/>
              <a:gd name="p0x2" fmla="*/ 8407 w 8475"/>
              <a:gd name="p0y2" fmla="*/ 0 h 8589"/>
              <a:gd name="p0x3" fmla="*/ 8475 w 8475"/>
              <a:gd name="p0y3" fmla="*/ 67 h 8589"/>
              <a:gd name="p0x4" fmla="*/ 8475 w 8475"/>
              <a:gd name="p0y4" fmla="*/ 150 h 8589"/>
              <a:gd name="p0x5" fmla="*/ 8475 w 8475"/>
              <a:gd name="p0y5" fmla="*/ 8439 h 8589"/>
              <a:gd name="p0x6" fmla="*/ 8475 w 8475"/>
              <a:gd name="p0y6" fmla="*/ 8521 h 8589"/>
              <a:gd name="p0x7" fmla="*/ 8407 w 8475"/>
              <a:gd name="p0y7" fmla="*/ 8589 h 8589"/>
              <a:gd name="p0x8" fmla="*/ 8325 w 8475"/>
              <a:gd name="p0y8" fmla="*/ 8589 h 8589"/>
              <a:gd name="p0x9" fmla="*/ 150 w 8475"/>
              <a:gd name="p0y9" fmla="*/ 8589 h 8589"/>
              <a:gd name="p0x10" fmla="*/ 67 w 8475"/>
              <a:gd name="p0y10" fmla="*/ 8589 h 8589"/>
              <a:gd name="p0x11" fmla="*/ 0 w 8475"/>
              <a:gd name="p0y11" fmla="*/ 8521 h 8589"/>
              <a:gd name="p0x12" fmla="*/ 0 w 8475"/>
              <a:gd name="p0y12" fmla="*/ 8439 h 8589"/>
              <a:gd name="p0x13" fmla="*/ 0 w 8475"/>
              <a:gd name="p0y13" fmla="*/ 150 h 8589"/>
              <a:gd name="p0x14" fmla="*/ 0 w 8475"/>
              <a:gd name="p0y14" fmla="*/ 67 h 8589"/>
              <a:gd name="p0x15" fmla="*/ 67 w 8475"/>
              <a:gd name="p0y15" fmla="*/ 0 h 8589"/>
              <a:gd name="p0x16" fmla="*/ 150 w 8475"/>
              <a:gd name="p0y16" fmla="*/ 0 h 85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7077075" y="1303655"/>
            <a:ext cx="636270" cy="689610"/>
            <a:chOff x="11842" y="2793"/>
            <a:chExt cx="432" cy="464"/>
          </a:xfrm>
        </p:grpSpPr>
        <p:sp>
          <p:nvSpPr>
            <p:cNvPr id="30" name="任意多边形 29"/>
            <p:cNvSpPr/>
            <p:nvPr>
              <p:custDataLst>
                <p:tags r:id="rId4"/>
              </p:custDataLst>
            </p:nvPr>
          </p:nvSpPr>
          <p:spPr>
            <a:xfrm>
              <a:off x="11842" y="2793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1" name="图片 3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-2473" t="-2933" r="-2473" b="-2933"/>
            <a:stretch>
              <a:fillRect/>
            </a:stretch>
          </p:blipFill>
          <p:spPr>
            <a:xfrm>
              <a:off x="11845" y="2836"/>
              <a:ext cx="426" cy="373"/>
            </a:xfrm>
            <a:prstGeom prst="rect">
              <a:avLst/>
            </a:prstGeom>
          </p:spPr>
        </p:pic>
      </p:grp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7876540" y="130365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温和权重优化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7870190" y="1639570"/>
            <a:ext cx="4017645" cy="336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强逆频率权重</a:t>
            </a: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导致「多吃」误报过多；采用</a:t>
            </a:r>
            <a:r>
              <a:rPr 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mild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温和权重（</a:t>
            </a: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α≈0.52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，有效平衡</a:t>
            </a:r>
            <a:r>
              <a:rPr lang="en-US" alt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Macro F1 </a:t>
            </a:r>
            <a:r>
              <a:rPr lang="zh-CN" alt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与精确率</a:t>
            </a:r>
            <a:endParaRPr lang="zh-CN" altLang="en-US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7105015" y="2425700"/>
            <a:ext cx="622935" cy="643890"/>
            <a:chOff x="11842" y="4445"/>
            <a:chExt cx="432" cy="464"/>
          </a:xfrm>
        </p:grpSpPr>
        <p:sp>
          <p:nvSpPr>
            <p:cNvPr id="34" name="任意多边形 33"/>
            <p:cNvSpPr/>
            <p:nvPr>
              <p:custDataLst>
                <p:tags r:id="rId10"/>
              </p:custDataLst>
            </p:nvPr>
          </p:nvSpPr>
          <p:spPr>
            <a:xfrm>
              <a:off x="11842" y="4445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5" name="图片 3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-2000" t="-7536" r="-2000" b="-7536"/>
            <a:stretch>
              <a:fillRect/>
            </a:stretch>
          </p:blipFill>
          <p:spPr>
            <a:xfrm>
              <a:off x="11888" y="4488"/>
              <a:ext cx="341" cy="373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876540" y="241617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阈值校准机制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7852410" y="2766695"/>
            <a:ext cx="3952240" cy="341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argmax</a:t>
            </a: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曾致「多吃」召回</a:t>
            </a:r>
            <a:r>
              <a:rPr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0%</a:t>
            </a: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；通过</a:t>
            </a:r>
            <a:r>
              <a:rPr 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 </a:t>
            </a: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校准集</a:t>
            </a: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搜索门槛，最终确定</a:t>
            </a:r>
            <a:r>
              <a:rPr 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门槛</a:t>
            </a: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28%</a:t>
            </a: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门槛</a:t>
            </a: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30%</a:t>
            </a:r>
            <a:endParaRPr lang="en-US" altLang="zh-CN" sz="1400" b="1" spc="-1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66280" y="3506470"/>
            <a:ext cx="686435" cy="662305"/>
            <a:chOff x="11842" y="6110"/>
            <a:chExt cx="432" cy="464"/>
          </a:xfrm>
        </p:grpSpPr>
        <p:sp>
          <p:nvSpPr>
            <p:cNvPr id="38" name="任意多边形 37"/>
            <p:cNvSpPr/>
            <p:nvPr>
              <p:custDataLst>
                <p:tags r:id="rId16"/>
              </p:custDataLst>
            </p:nvPr>
          </p:nvSpPr>
          <p:spPr>
            <a:xfrm>
              <a:off x="11842" y="6110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 l="-2273" t="-3067" r="-2273" b="-3067"/>
            <a:stretch>
              <a:fillRect/>
            </a:stretch>
          </p:blipFill>
          <p:spPr>
            <a:xfrm>
              <a:off x="11908" y="6152"/>
              <a:ext cx="301" cy="374"/>
            </a:xfrm>
            <a:prstGeom prst="rect">
              <a:avLst/>
            </a:prstGeom>
          </p:spPr>
        </p:pic>
      </p:grpSp>
      <p:sp>
        <p:nvSpPr>
          <p:cNvPr id="40" name="文本框 39"/>
          <p:cNvSpPr txBox="1"/>
          <p:nvPr>
            <p:custDataLst>
              <p:tags r:id="rId20"/>
            </p:custDataLst>
          </p:nvPr>
        </p:nvSpPr>
        <p:spPr>
          <a:xfrm>
            <a:off x="7870190" y="356425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实验设计严谨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21"/>
            </p:custDataLst>
          </p:nvPr>
        </p:nvSpPr>
        <p:spPr>
          <a:xfrm>
            <a:off x="7860665" y="3825240"/>
            <a:ext cx="401764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共设计</a:t>
            </a:r>
            <a:r>
              <a:rPr 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</a:t>
            </a: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A/B/C/D </a:t>
            </a: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对照实验</a:t>
            </a:r>
            <a:r>
              <a:rPr lang="zh-CN" alt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组为答辩默认配置，</a:t>
            </a:r>
            <a:r>
              <a:rPr lang="en-US" alt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B/C/D </a:t>
            </a:r>
            <a:r>
              <a:rPr lang="zh-CN" alt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组用于敏感性分析</a:t>
            </a:r>
            <a:endParaRPr lang="zh-CN" altLang="en-US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7052945" y="4758690"/>
            <a:ext cx="699770" cy="718185"/>
            <a:chOff x="11842" y="7750"/>
            <a:chExt cx="432" cy="464"/>
          </a:xfrm>
        </p:grpSpPr>
        <p:sp>
          <p:nvSpPr>
            <p:cNvPr id="45" name="任意多边形 44"/>
            <p:cNvSpPr/>
            <p:nvPr>
              <p:custDataLst>
                <p:tags r:id="rId22"/>
              </p:custDataLst>
            </p:nvPr>
          </p:nvSpPr>
          <p:spPr>
            <a:xfrm>
              <a:off x="11842" y="7750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6" name="图片 45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l="-2000" t="-1026" r="-2000" b="-1026"/>
            <a:stretch>
              <a:fillRect/>
            </a:stretch>
          </p:blipFill>
          <p:spPr>
            <a:xfrm>
              <a:off x="11888" y="7792"/>
              <a:ext cx="341" cy="374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>
            <p:custDataLst>
              <p:tags r:id="rId26"/>
            </p:custDataLst>
          </p:nvPr>
        </p:nvSpPr>
        <p:spPr>
          <a:xfrm>
            <a:off x="7870190" y="479869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工程保障落地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27"/>
            </p:custDataLst>
          </p:nvPr>
        </p:nvSpPr>
        <p:spPr>
          <a:xfrm>
            <a:off x="9746615" y="5069840"/>
            <a:ext cx="233045" cy="172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28"/>
            </p:custDataLst>
          </p:nvPr>
        </p:nvSpPr>
        <p:spPr>
          <a:xfrm>
            <a:off x="7935595" y="4991735"/>
            <a:ext cx="119824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2813685" algn="l">
              <a:lnSpc>
                <a:spcPct val="104000"/>
              </a:lnSpc>
            </a:pPr>
            <a:endParaRPr lang="zh-CN" altLang="en-US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" name="图片 55" descr="微信图片_20251021001935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83485" y="1017905"/>
            <a:ext cx="4387850" cy="525018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30"/>
            </p:custDataLst>
          </p:nvPr>
        </p:nvSpPr>
        <p:spPr>
          <a:xfrm>
            <a:off x="7876540" y="5276215"/>
            <a:ext cx="401764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模型训练后自动保存，重启后自动刷新指标。</a:t>
            </a:r>
            <a:endParaRPr lang="zh-CN" altLang="en-US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1" name="图片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595" y="4387850"/>
            <a:ext cx="5871845" cy="23431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贵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3.3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实验设计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graphicFrame>
        <p:nvGraphicFramePr>
          <p:cNvPr id="86" name="表格 85"/>
          <p:cNvGraphicFramePr/>
          <p:nvPr>
            <p:custDataLst>
              <p:tags r:id="rId4"/>
            </p:custDataLst>
          </p:nvPr>
        </p:nvGraphicFramePr>
        <p:xfrm>
          <a:off x="2347595" y="1092200"/>
          <a:ext cx="8905875" cy="3046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605"/>
                <a:gridCol w="1030605"/>
                <a:gridCol w="3434715"/>
                <a:gridCol w="3409950"/>
              </a:tblGrid>
              <a:tr h="358140"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组别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实验内容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观察指标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74D4"/>
                    </a:solidFill>
                  </a:tcPr>
                </a:tc>
              </a:tr>
              <a:tr h="671830">
                <a:tc>
                  <a:txBody>
                    <a:bodyPr wrap="square"/>
                    <a:p>
                      <a:pPr algn="ctr"/>
                      <a:r>
                        <a:rPr lang="en-US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 </a:t>
                      </a:r>
                      <a:r>
                        <a:rPr lang="zh-CN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415" b="1" spc="-14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 / L2 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调优配置对比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定最终推荐模型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2465">
                <a:tc>
                  <a:txBody>
                    <a:bodyPr wrap="square"/>
                    <a:p>
                      <a:pPr algn="ctr"/>
                      <a:r>
                        <a:rPr lang="en-US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</a:t>
                      </a:r>
                      <a:r>
                        <a:rPr lang="zh-CN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415" b="1" spc="-14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λ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0.001 / 0.05 / 0.5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过拟合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欠拟合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</a:tr>
              <a:tr h="671195">
                <a:tc>
                  <a:txBody>
                    <a:bodyPr wrap="square"/>
                    <a:p>
                      <a:pPr algn="ctr"/>
                      <a:r>
                        <a:rPr lang="en-US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 </a:t>
                      </a:r>
                      <a:r>
                        <a:rPr lang="zh-CN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415" b="1" spc="-14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lr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 / 0.15 / 0.4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收敛速度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震荡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2465">
                <a:tc>
                  <a:txBody>
                    <a:bodyPr wrap="square"/>
                    <a:p>
                      <a:pPr algn="ctr"/>
                      <a:r>
                        <a:rPr lang="en-US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 </a:t>
                      </a:r>
                      <a:r>
                        <a:rPr lang="zh-CN" sz="1415" b="1" spc="-14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415" b="1" spc="-14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Batch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～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梯度噪声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稳定性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E"/>
                    </a:solidFill>
                  </a:tcPr>
                </a:tc>
              </a:tr>
            </a:tbl>
          </a:graphicData>
        </a:graphic>
      </p:graphicFrame>
      <p:sp>
        <p:nvSpPr>
          <p:cNvPr id="90" name="文本框 89"/>
          <p:cNvSpPr txBox="1"/>
          <p:nvPr>
            <p:custDataLst>
              <p:tags r:id="rId5"/>
            </p:custDataLst>
          </p:nvPr>
        </p:nvSpPr>
        <p:spPr>
          <a:xfrm>
            <a:off x="3211859" y="5979319"/>
            <a:ext cx="660640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研判标准：只看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Phase03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Macro F1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，不用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Phase02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训练准确率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5149215"/>
            <a:ext cx="4527550" cy="13208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贵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菱形 7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3.4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结果分析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1" name="Text 6"/>
          <p:cNvSpPr/>
          <p:nvPr>
            <p:custDataLst>
              <p:tags r:id="rId4"/>
            </p:custDataLst>
          </p:nvPr>
        </p:nvSpPr>
        <p:spPr>
          <a:xfrm>
            <a:off x="2296795" y="5069840"/>
            <a:ext cx="225615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/>
          </a:p>
        </p:txBody>
      </p:sp>
      <p:sp>
        <p:nvSpPr>
          <p:cNvPr id="15" name="Text 11"/>
          <p:cNvSpPr/>
          <p:nvPr>
            <p:custDataLst>
              <p:tags r:id="rId5"/>
            </p:custDataLst>
          </p:nvPr>
        </p:nvSpPr>
        <p:spPr>
          <a:xfrm>
            <a:off x="7263130" y="1464945"/>
            <a:ext cx="2194560" cy="123634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2296795" y="5289531"/>
            <a:ext cx="504825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2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sz="142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组实验结果（定模型）</a:t>
            </a:r>
            <a:endParaRPr lang="zh-CN" sz="142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7"/>
            </p:custDataLst>
          </p:nvPr>
        </p:nvGraphicFramePr>
        <p:xfrm>
          <a:off x="2306320" y="5612765"/>
          <a:ext cx="5038724" cy="923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749"/>
                <a:gridCol w="604614"/>
                <a:gridCol w="705370"/>
                <a:gridCol w="604614"/>
                <a:gridCol w="604614"/>
                <a:gridCol w="1763763"/>
              </a:tblGrid>
              <a:tr h="419100"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准确率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Macro F1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多吃</a:t>
                      </a:r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</a:t>
                      </a:r>
                      <a:endParaRPr lang="en-US" altLang="zh-CN"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多吃</a:t>
                      </a:r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  <a:endParaRPr lang="en-US" altLang="zh-CN"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</a:tr>
              <a:tr h="252412">
                <a:tc>
                  <a:txBody>
                    <a:bodyPr wrap="square"/>
                    <a:p>
                      <a:pPr algn="l"/>
                      <a:r>
                        <a:rPr lang="en-US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</a:t>
                      </a:r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A1</a:t>
                      </a:r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67.9%</a:t>
                      </a:r>
                      <a:endParaRPr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63.0%</a:t>
                      </a:r>
                      <a:endParaRPr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34.0%</a:t>
                      </a:r>
                      <a:endParaRPr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75.8%</a:t>
                      </a:r>
                      <a:endParaRPr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过预测，作解释</a:t>
                      </a:r>
                      <a:endParaRPr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412">
                <a:tc>
                  <a:txBody>
                    <a:bodyPr wrap="square"/>
                    <a:p>
                      <a:pPr algn="l"/>
                      <a:r>
                        <a:rPr lang="en-US" altLang="en-US"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</a:t>
                      </a:r>
                      <a:r>
                        <a:rPr lang="zh-CN" altLang="en-US"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A2</a:t>
                      </a:r>
                      <a:r>
                        <a:rPr lang="zh-CN" altLang="en-US"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50" b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74.9%</a:t>
                      </a:r>
                      <a:endParaRPr sz="1050" b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69.9%</a:t>
                      </a:r>
                      <a:endParaRPr sz="1050" b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72.1%</a:t>
                      </a:r>
                      <a:endParaRPr sz="1050" b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49.5%</a:t>
                      </a:r>
                      <a:endParaRPr sz="1050" b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综合最优，作推荐</a:t>
                      </a:r>
                      <a:endParaRPr sz="1050" b="1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9205" y="804545"/>
            <a:ext cx="7080250" cy="23863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1025" y="901700"/>
            <a:ext cx="2470150" cy="209804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982470" y="1530350"/>
            <a:ext cx="50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L2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2023745" y="4217670"/>
            <a:ext cx="50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L1</a:t>
            </a:r>
            <a:endParaRPr lang="en-US" altLang="zh-CN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rcRect t="14333"/>
          <a:stretch>
            <a:fillRect/>
          </a:stretch>
        </p:blipFill>
        <p:spPr>
          <a:xfrm>
            <a:off x="2472055" y="3152775"/>
            <a:ext cx="7137400" cy="212153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0090" y="2999740"/>
            <a:ext cx="2292350" cy="2149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" name="任意多边形 103"/>
          <p:cNvSpPr/>
          <p:nvPr>
            <p:custDataLst>
              <p:tags r:id="rId1"/>
            </p:custDataLst>
          </p:nvPr>
        </p:nvSpPr>
        <p:spPr>
          <a:xfrm>
            <a:off x="6791325" y="960755"/>
            <a:ext cx="5324475" cy="3565525"/>
          </a:xfrm>
          <a:custGeom>
            <a:avLst/>
            <a:gdLst>
              <a:gd name="sw" fmla="*/ 1 w 2604"/>
              <a:gd name="sh" fmla="*/ 1 h 3735"/>
              <a:gd name="mins" fmla="min sw sh"/>
              <a:gd name="dsw" fmla="+- 0 sw mins"/>
              <a:gd name="dsh" fmla="+- 0 sh mins"/>
              <a:gd name="p0x0" fmla="*/ 150 w 2604"/>
              <a:gd name="p0y0" fmla="*/ 0 h 3735"/>
              <a:gd name="p0x1" fmla="*/ 2454 w 2604"/>
              <a:gd name="p0y1" fmla="*/ 0 h 3735"/>
              <a:gd name="p0x2" fmla="*/ 2537 w 2604"/>
              <a:gd name="p0y2" fmla="*/ 0 h 3735"/>
              <a:gd name="p0x3" fmla="*/ 2604 w 2604"/>
              <a:gd name="p0y3" fmla="*/ 67 h 3735"/>
              <a:gd name="p0x4" fmla="*/ 2604 w 2604"/>
              <a:gd name="p0y4" fmla="*/ 150 h 3735"/>
              <a:gd name="p0x5" fmla="*/ 2604 w 2604"/>
              <a:gd name="p0y5" fmla="*/ 3585 h 3735"/>
              <a:gd name="p0x6" fmla="*/ 2604 w 2604"/>
              <a:gd name="p0y6" fmla="*/ 3667 h 3735"/>
              <a:gd name="p0x7" fmla="*/ 2537 w 2604"/>
              <a:gd name="p0y7" fmla="*/ 3735 h 3735"/>
              <a:gd name="p0x8" fmla="*/ 2454 w 2604"/>
              <a:gd name="p0y8" fmla="*/ 3735 h 3735"/>
              <a:gd name="p0x9" fmla="*/ 150 w 2604"/>
              <a:gd name="p0y9" fmla="*/ 3735 h 3735"/>
              <a:gd name="p0x10" fmla="*/ 67 w 2604"/>
              <a:gd name="p0y10" fmla="*/ 3735 h 3735"/>
              <a:gd name="p0x11" fmla="*/ 0 w 2604"/>
              <a:gd name="p0y11" fmla="*/ 3667 h 3735"/>
              <a:gd name="p0x12" fmla="*/ 0 w 2604"/>
              <a:gd name="p0y12" fmla="*/ 3585 h 3735"/>
              <a:gd name="p0x13" fmla="*/ 0 w 2604"/>
              <a:gd name="p0y13" fmla="*/ 150 h 3735"/>
              <a:gd name="p0x14" fmla="*/ 0 w 2604"/>
              <a:gd name="p0y14" fmla="*/ 67 h 3735"/>
              <a:gd name="p0x15" fmla="*/ 67 w 2604"/>
              <a:gd name="p0y15" fmla="*/ 0 h 3735"/>
              <a:gd name="p0x16" fmla="*/ 150 w 2604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贵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菱形 7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3.4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结果分析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1" name="Text 6"/>
          <p:cNvSpPr/>
          <p:nvPr>
            <p:custDataLst>
              <p:tags r:id="rId4"/>
            </p:custDataLst>
          </p:nvPr>
        </p:nvSpPr>
        <p:spPr>
          <a:xfrm>
            <a:off x="2296795" y="5069840"/>
            <a:ext cx="225615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/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6974840" y="4715491"/>
            <a:ext cx="49720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B/C/D </a:t>
            </a:r>
            <a:r>
              <a:rPr lang="zh-CN" sz="1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组说明</a:t>
            </a:r>
            <a:endParaRPr lang="zh-CN" sz="10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9" name="表格 28"/>
          <p:cNvGraphicFramePr/>
          <p:nvPr>
            <p:custDataLst>
              <p:tags r:id="rId6"/>
            </p:custDataLst>
          </p:nvPr>
        </p:nvGraphicFramePr>
        <p:xfrm>
          <a:off x="6984365" y="4977130"/>
          <a:ext cx="4962523" cy="117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461"/>
                <a:gridCol w="893191"/>
                <a:gridCol w="2084260"/>
                <a:gridCol w="1389611"/>
              </a:tblGrid>
              <a:tr h="252412"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组别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实验内容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主要发现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意义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</a:tr>
              <a:tr h="419100">
                <a:tc>
                  <a:txBody>
                    <a:bodyPr wrap="square"/>
                    <a:p>
                      <a:pPr algn="l"/>
                      <a:r>
                        <a:rPr 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</a:t>
                      </a:r>
                      <a:r>
                        <a:rPr 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λ</a:t>
                      </a:r>
                      <a:endParaRPr lang="en-US" alt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λ </a:t>
                      </a:r>
                      <a:r>
                        <a:rPr 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过大欠拟合，过小易过拟合</a:t>
                      </a:r>
                      <a:endParaRPr 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支撑选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λ=0.006/0.01</a:t>
                      </a:r>
                      <a:endParaRPr lang="en-US" alt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412">
                <a:tc>
                  <a:txBody>
                    <a:bodyPr wrap="square"/>
                    <a:p>
                      <a:pPr algn="l"/>
                      <a:r>
                        <a:rPr 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 </a:t>
                      </a:r>
                      <a:r>
                        <a:rPr 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lr</a:t>
                      </a:r>
                      <a:endParaRPr lang="en-US" alt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lr </a:t>
                      </a:r>
                      <a:r>
                        <a:rPr 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过大震荡，过小收敛慢</a:t>
                      </a:r>
                      <a:endParaRPr 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支撑选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lr=0.05</a:t>
                      </a:r>
                      <a:endParaRPr lang="en-US" alt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412">
                <a:tc>
                  <a:txBody>
                    <a:bodyPr wrap="square"/>
                    <a:p>
                      <a:pPr algn="l"/>
                      <a:r>
                        <a:rPr 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 </a:t>
                      </a:r>
                      <a:r>
                        <a:rPr 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Batch</a:t>
                      </a:r>
                      <a:endParaRPr lang="en-US" alt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Batch=16 </a:t>
                      </a:r>
                      <a:r>
                        <a:rPr 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收敛最稳</a:t>
                      </a:r>
                      <a:endParaRPr 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支撑选</a:t>
                      </a:r>
                      <a:r>
                        <a:rPr lang="en-US" altLang="zh-CN" sz="10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Batch=16</a:t>
                      </a:r>
                      <a:endParaRPr lang="en-US" altLang="zh-CN" sz="10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0765" y="829945"/>
            <a:ext cx="4311650" cy="17399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9495" y="4467225"/>
            <a:ext cx="4273550" cy="16891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0465" y="2569845"/>
            <a:ext cx="4171950" cy="154305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4213860" y="2485390"/>
            <a:ext cx="50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B1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4213860" y="3982720"/>
            <a:ext cx="50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B3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4223385" y="6049010"/>
            <a:ext cx="50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B2</a:t>
            </a:r>
            <a:endParaRPr lang="en-US" altLang="zh-CN"/>
          </a:p>
        </p:txBody>
      </p:sp>
      <p:grpSp>
        <p:nvGrpSpPr>
          <p:cNvPr id="89" name="组合 88"/>
          <p:cNvGrpSpPr/>
          <p:nvPr/>
        </p:nvGrpSpPr>
        <p:grpSpPr>
          <a:xfrm>
            <a:off x="7077075" y="1303655"/>
            <a:ext cx="636270" cy="689610"/>
            <a:chOff x="11842" y="2793"/>
            <a:chExt cx="432" cy="464"/>
          </a:xfrm>
        </p:grpSpPr>
        <p:sp>
          <p:nvSpPr>
            <p:cNvPr id="90" name="任意多边形 89"/>
            <p:cNvSpPr/>
            <p:nvPr>
              <p:custDataLst>
                <p:tags r:id="rId10"/>
              </p:custDataLst>
            </p:nvPr>
          </p:nvSpPr>
          <p:spPr>
            <a:xfrm>
              <a:off x="11842" y="2793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1" name="图片 9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-2473" t="-2933" r="-2473" b="-2933"/>
            <a:stretch>
              <a:fillRect/>
            </a:stretch>
          </p:blipFill>
          <p:spPr>
            <a:xfrm>
              <a:off x="11845" y="2836"/>
              <a:ext cx="426" cy="373"/>
            </a:xfrm>
            <a:prstGeom prst="rect">
              <a:avLst/>
            </a:prstGeom>
          </p:spPr>
        </p:pic>
      </p:grpSp>
      <p:sp>
        <p:nvSpPr>
          <p:cNvPr id="92" name="文本框 91"/>
          <p:cNvSpPr txBox="1"/>
          <p:nvPr>
            <p:custDataLst>
              <p:tags r:id="rId14"/>
            </p:custDataLst>
          </p:nvPr>
        </p:nvSpPr>
        <p:spPr>
          <a:xfrm>
            <a:off x="7876540" y="130365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实验内容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15"/>
            </p:custDataLst>
          </p:nvPr>
        </p:nvSpPr>
        <p:spPr>
          <a:xfrm>
            <a:off x="7870190" y="1639570"/>
            <a:ext cx="4017645" cy="336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 </a:t>
            </a:r>
            <a:r>
              <a:rPr lang="en-US" altLang="zh-CN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λ（B1=0.001 / B2=0.05 / B3=0.5）</a:t>
            </a:r>
            <a:endParaRPr lang="en-US" altLang="zh-CN" sz="140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7080885" y="2085340"/>
            <a:ext cx="622935" cy="643890"/>
            <a:chOff x="11842" y="4445"/>
            <a:chExt cx="432" cy="464"/>
          </a:xfrm>
        </p:grpSpPr>
        <p:sp>
          <p:nvSpPr>
            <p:cNvPr id="95" name="任意多边形 94"/>
            <p:cNvSpPr/>
            <p:nvPr>
              <p:custDataLst>
                <p:tags r:id="rId16"/>
              </p:custDataLst>
            </p:nvPr>
          </p:nvSpPr>
          <p:spPr>
            <a:xfrm>
              <a:off x="11842" y="4445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6" name="图片 9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 l="-2000" t="-7536" r="-2000" b="-7536"/>
            <a:stretch>
              <a:fillRect/>
            </a:stretch>
          </p:blipFill>
          <p:spPr>
            <a:xfrm>
              <a:off x="11888" y="4488"/>
              <a:ext cx="341" cy="373"/>
            </a:xfrm>
            <a:prstGeom prst="rect">
              <a:avLst/>
            </a:prstGeom>
          </p:spPr>
        </p:pic>
      </p:grpSp>
      <p:sp>
        <p:nvSpPr>
          <p:cNvPr id="97" name="文本框 96"/>
          <p:cNvSpPr txBox="1"/>
          <p:nvPr>
            <p:custDataLst>
              <p:tags r:id="rId20"/>
            </p:custDataLst>
          </p:nvPr>
        </p:nvSpPr>
        <p:spPr>
          <a:xfrm>
            <a:off x="7852410" y="207581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主要发现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21"/>
            </p:custDataLst>
          </p:nvPr>
        </p:nvSpPr>
        <p:spPr>
          <a:xfrm>
            <a:off x="7828280" y="2426335"/>
            <a:ext cx="3952240" cy="341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过大（</a:t>
            </a: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B3）：Loss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难以下降、震荡；准确率约 50%，接近只预测「适量」，属 欠拟合。</a:t>
            </a:r>
            <a:endParaRPr lang="zh-CN" altLang="en-US" sz="1400" b="1" spc="-1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较小（</a:t>
            </a: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B1/B2）：Loss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平稳收敛；训练准确率约 75%，说明 </a:t>
            </a:r>
            <a:r>
              <a:rPr lang="en-US" altLang="zh-CN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</a:t>
            </a:r>
            <a:r>
              <a:rPr lang="zh-CN" altLang="en-US" sz="1400" b="1" spc="-1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不宜过大。</a:t>
            </a:r>
            <a:endParaRPr lang="zh-CN" altLang="en-US" sz="1400" b="1" spc="-1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7066280" y="3506470"/>
            <a:ext cx="686435" cy="662305"/>
            <a:chOff x="11842" y="6110"/>
            <a:chExt cx="432" cy="464"/>
          </a:xfrm>
        </p:grpSpPr>
        <p:sp>
          <p:nvSpPr>
            <p:cNvPr id="100" name="任意多边形 99"/>
            <p:cNvSpPr/>
            <p:nvPr>
              <p:custDataLst>
                <p:tags r:id="rId22"/>
              </p:custDataLst>
            </p:nvPr>
          </p:nvSpPr>
          <p:spPr>
            <a:xfrm>
              <a:off x="11842" y="6110"/>
              <a:ext cx="432" cy="465"/>
            </a:xfrm>
            <a:custGeom>
              <a:avLst/>
              <a:gdLst>
                <a:gd name="sw" fmla="*/ 1 w 495"/>
                <a:gd name="sh" fmla="*/ 1 h 495"/>
                <a:gd name="mins" fmla="min sw sh"/>
                <a:gd name="dsw" fmla="+- 0 sw mins"/>
                <a:gd name="dsh" fmla="+- 0 sh mins"/>
                <a:gd name="p0x0" fmla="*/ 150 w 495"/>
                <a:gd name="p0y0" fmla="*/ 0 h 495"/>
                <a:gd name="p0x1" fmla="*/ 345 w 495"/>
                <a:gd name="p0y1" fmla="*/ 0 h 495"/>
                <a:gd name="p0x2" fmla="*/ 427 w 495"/>
                <a:gd name="p0y2" fmla="*/ 0 h 495"/>
                <a:gd name="p0x3" fmla="*/ 495 w 495"/>
                <a:gd name="p0y3" fmla="*/ 67 h 495"/>
                <a:gd name="p0x4" fmla="*/ 495 w 495"/>
                <a:gd name="p0y4" fmla="*/ 150 h 495"/>
                <a:gd name="p0x5" fmla="*/ 495 w 495"/>
                <a:gd name="p0y5" fmla="*/ 345 h 495"/>
                <a:gd name="p0x6" fmla="*/ 495 w 495"/>
                <a:gd name="p0y6" fmla="*/ 427 h 495"/>
                <a:gd name="p0x7" fmla="*/ 427 w 495"/>
                <a:gd name="p0y7" fmla="*/ 495 h 495"/>
                <a:gd name="p0x8" fmla="*/ 345 w 495"/>
                <a:gd name="p0y8" fmla="*/ 495 h 495"/>
                <a:gd name="p0x9" fmla="*/ 150 w 495"/>
                <a:gd name="p0y9" fmla="*/ 495 h 495"/>
                <a:gd name="p0x10" fmla="*/ 67 w 495"/>
                <a:gd name="p0y10" fmla="*/ 495 h 495"/>
                <a:gd name="p0x11" fmla="*/ 0 w 495"/>
                <a:gd name="p0y11" fmla="*/ 427 h 495"/>
                <a:gd name="p0x12" fmla="*/ 0 w 495"/>
                <a:gd name="p0y12" fmla="*/ 345 h 495"/>
                <a:gd name="p0x13" fmla="*/ 0 w 495"/>
                <a:gd name="p0y13" fmla="*/ 150 h 495"/>
                <a:gd name="p0x14" fmla="*/ 0 w 495"/>
                <a:gd name="p0y14" fmla="*/ 67 h 495"/>
                <a:gd name="p0x15" fmla="*/ 67 w 495"/>
                <a:gd name="p0y15" fmla="*/ 0 h 495"/>
                <a:gd name="p0x16" fmla="*/ 150 w 495"/>
                <a:gd name="p0y16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01" name="图片 10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l="-2273" t="-3067" r="-2273" b="-3067"/>
            <a:stretch>
              <a:fillRect/>
            </a:stretch>
          </p:blipFill>
          <p:spPr>
            <a:xfrm>
              <a:off x="11908" y="6152"/>
              <a:ext cx="301" cy="374"/>
            </a:xfrm>
            <a:prstGeom prst="rect">
              <a:avLst/>
            </a:prstGeom>
          </p:spPr>
        </p:pic>
      </p:grpSp>
      <p:sp>
        <p:nvSpPr>
          <p:cNvPr id="102" name="文本框 101"/>
          <p:cNvSpPr txBox="1"/>
          <p:nvPr>
            <p:custDataLst>
              <p:tags r:id="rId26"/>
            </p:custDataLst>
          </p:nvPr>
        </p:nvSpPr>
        <p:spPr>
          <a:xfrm>
            <a:off x="7870190" y="3564255"/>
            <a:ext cx="4017645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实验结论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27"/>
            </p:custDataLst>
          </p:nvPr>
        </p:nvSpPr>
        <p:spPr>
          <a:xfrm>
            <a:off x="7876540" y="3945255"/>
            <a:ext cx="401764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zh-CN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</a:t>
            </a: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组验证：</a:t>
            </a:r>
            <a:r>
              <a:rPr lang="en-US" altLang="zh-CN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</a:t>
            </a: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过大欠拟合，过小易过拟合。</a:t>
            </a:r>
            <a:endParaRPr lang="zh-CN" altLang="en-US" sz="140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 </a:t>
            </a:r>
            <a:r>
              <a:rPr lang="en-US" altLang="zh-CN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组取中间值：</a:t>
            </a:r>
            <a:r>
              <a:rPr lang="en-US" altLang="zh-CN" sz="14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λ=0.006，L2 λ=0.01。</a:t>
            </a:r>
            <a:endParaRPr lang="en-US" altLang="zh-CN" sz="140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3.5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实验结论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22" name="菱形 21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0" name="表格 49"/>
          <p:cNvGraphicFramePr/>
          <p:nvPr>
            <p:custDataLst>
              <p:tags r:id="rId3"/>
            </p:custDataLst>
          </p:nvPr>
        </p:nvGraphicFramePr>
        <p:xfrm>
          <a:off x="2689860" y="1114425"/>
          <a:ext cx="8930640" cy="300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185"/>
                <a:gridCol w="3662045"/>
                <a:gridCol w="3661410"/>
              </a:tblGrid>
              <a:tr h="455930"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</a:t>
                      </a:r>
                      <a:r>
                        <a:rPr 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（解释用）</a:t>
                      </a:r>
                      <a:endParaRPr 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</a:t>
                      </a:r>
                      <a:r>
                        <a:rPr 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（推荐用）</a:t>
                      </a:r>
                      <a:endParaRPr 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</a:tr>
              <a:tr h="425450"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Lasso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Ridge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>
                        <a:alpha val="14118"/>
                      </a:srgbClr>
                    </a:solidFill>
                  </a:tcPr>
                </a:tc>
              </a:tr>
              <a:tr h="425450"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λ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0.006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0.01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>
                        <a:alpha val="14118"/>
                      </a:srgbClr>
                    </a:solidFill>
                  </a:tcPr>
                </a:tc>
              </a:tr>
              <a:tr h="425450"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lr / Epoch / Batch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0.05 / 160 / 16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0.05 / 160 / 16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>
                        <a:alpha val="14118"/>
                      </a:srgbClr>
                    </a:solidFill>
                  </a:tcPr>
                </a:tc>
              </a:tr>
              <a:tr h="425450"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类别权重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温和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温和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>
                        <a:alpha val="14118"/>
                      </a:srgbClr>
                    </a:solidFill>
                  </a:tcPr>
                </a:tc>
              </a:tr>
              <a:tr h="424815"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阈值校准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开启（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30%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开启（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28%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>
                        <a:alpha val="14118"/>
                      </a:srgbClr>
                    </a:solidFill>
                  </a:tcPr>
                </a:tc>
              </a:tr>
              <a:tr h="426085"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Phase04 </a:t>
                      </a:r>
                      <a:r>
                        <a:rPr 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系数解释</a:t>
                      </a:r>
                      <a:endParaRPr 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演示页在线推荐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>
                        <a:alpha val="14118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02" name="组合 101"/>
          <p:cNvGrpSpPr/>
          <p:nvPr/>
        </p:nvGrpSpPr>
        <p:grpSpPr>
          <a:xfrm>
            <a:off x="2689225" y="4326255"/>
            <a:ext cx="9194800" cy="1917700"/>
            <a:chOff x="2092" y="12783"/>
            <a:chExt cx="17385" cy="3537"/>
          </a:xfrm>
        </p:grpSpPr>
        <p:sp>
          <p:nvSpPr>
            <p:cNvPr id="51" name="任意多边形 50"/>
            <p:cNvSpPr/>
            <p:nvPr>
              <p:custDataLst>
                <p:tags r:id="rId4"/>
              </p:custDataLst>
            </p:nvPr>
          </p:nvSpPr>
          <p:spPr>
            <a:xfrm>
              <a:off x="2092" y="12783"/>
              <a:ext cx="6978" cy="1611"/>
            </a:xfrm>
            <a:custGeom>
              <a:avLst/>
              <a:gdLst>
                <a:gd name="sw" fmla="*/ 1 w 6978"/>
                <a:gd name="sh" fmla="*/ 1 h 1611"/>
                <a:gd name="mins" fmla="min sw sh"/>
                <a:gd name="dsw" fmla="+- 0 sw mins"/>
                <a:gd name="dsh" fmla="+- 0 sh mins"/>
                <a:gd name="p0x0" fmla="*/ 150 w 6978"/>
                <a:gd name="p0y0" fmla="*/ 0 h 1611"/>
                <a:gd name="p0x1" fmla="*/ 6828 w 6978"/>
                <a:gd name="p0y1" fmla="*/ 0 h 1611"/>
                <a:gd name="p0x2" fmla="*/ 6911 w 6978"/>
                <a:gd name="p0y2" fmla="*/ 0 h 1611"/>
                <a:gd name="p0x3" fmla="*/ 6978 w 6978"/>
                <a:gd name="p0y3" fmla="*/ 67 h 1611"/>
                <a:gd name="p0x4" fmla="*/ 6978 w 6978"/>
                <a:gd name="p0y4" fmla="*/ 150 h 1611"/>
                <a:gd name="p0x5" fmla="*/ 6978 w 6978"/>
                <a:gd name="p0y5" fmla="*/ 1461 h 1611"/>
                <a:gd name="p0x6" fmla="*/ 6978 w 6978"/>
                <a:gd name="p0y6" fmla="*/ 1544 h 1611"/>
                <a:gd name="p0x7" fmla="*/ 6911 w 6978"/>
                <a:gd name="p0y7" fmla="*/ 1611 h 1611"/>
                <a:gd name="p0x8" fmla="*/ 6828 w 6978"/>
                <a:gd name="p0y8" fmla="*/ 1611 h 1611"/>
                <a:gd name="p0x9" fmla="*/ 150 w 6978"/>
                <a:gd name="p0y9" fmla="*/ 1611 h 1611"/>
                <a:gd name="p0x10" fmla="*/ 67 w 6978"/>
                <a:gd name="p0y10" fmla="*/ 1611 h 1611"/>
                <a:gd name="p0x11" fmla="*/ 0 w 6978"/>
                <a:gd name="p0y11" fmla="*/ 1544 h 1611"/>
                <a:gd name="p0x12" fmla="*/ 0 w 6978"/>
                <a:gd name="p0y12" fmla="*/ 1461 h 1611"/>
                <a:gd name="p0x13" fmla="*/ 0 w 6978"/>
                <a:gd name="p0y13" fmla="*/ 150 h 1611"/>
                <a:gd name="p0x14" fmla="*/ 0 w 6978"/>
                <a:gd name="p0y14" fmla="*/ 67 h 1611"/>
                <a:gd name="p0x15" fmla="*/ 67 w 6978"/>
                <a:gd name="p0y15" fmla="*/ 0 h 1611"/>
                <a:gd name="p0x16" fmla="*/ 150 w 6978"/>
                <a:gd name="p0y16" fmla="*/ 0 h 16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>
              <p:custDataLst>
                <p:tags r:id="rId5"/>
              </p:custDataLst>
            </p:nvPr>
          </p:nvSpPr>
          <p:spPr>
            <a:xfrm>
              <a:off x="2400" y="13258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50 w 660"/>
                <a:gd name="p0y0" fmla="*/ 0 h 660"/>
                <a:gd name="p0x1" fmla="*/ 510 w 660"/>
                <a:gd name="p0y1" fmla="*/ 0 h 660"/>
                <a:gd name="p0x2" fmla="*/ 592 w 660"/>
                <a:gd name="p0y2" fmla="*/ 0 h 660"/>
                <a:gd name="p0x3" fmla="*/ 660 w 660"/>
                <a:gd name="p0y3" fmla="*/ 67 h 660"/>
                <a:gd name="p0x4" fmla="*/ 660 w 660"/>
                <a:gd name="p0y4" fmla="*/ 150 h 660"/>
                <a:gd name="p0x5" fmla="*/ 660 w 660"/>
                <a:gd name="p0y5" fmla="*/ 510 h 660"/>
                <a:gd name="p0x6" fmla="*/ 660 w 660"/>
                <a:gd name="p0y6" fmla="*/ 592 h 660"/>
                <a:gd name="p0x7" fmla="*/ 592 w 660"/>
                <a:gd name="p0y7" fmla="*/ 660 h 660"/>
                <a:gd name="p0x8" fmla="*/ 510 w 660"/>
                <a:gd name="p0y8" fmla="*/ 660 h 660"/>
                <a:gd name="p0x9" fmla="*/ 150 w 660"/>
                <a:gd name="p0y9" fmla="*/ 660 h 660"/>
                <a:gd name="p0x10" fmla="*/ 67 w 660"/>
                <a:gd name="p0y10" fmla="*/ 660 h 660"/>
                <a:gd name="p0x11" fmla="*/ 0 w 660"/>
                <a:gd name="p0y11" fmla="*/ 592 h 660"/>
                <a:gd name="p0x12" fmla="*/ 0 w 660"/>
                <a:gd name="p0y12" fmla="*/ 510 h 660"/>
                <a:gd name="p0x13" fmla="*/ 0 w 660"/>
                <a:gd name="p0y13" fmla="*/ 150 h 660"/>
                <a:gd name="p0x14" fmla="*/ 0 w 660"/>
                <a:gd name="p0y14" fmla="*/ 67 h 660"/>
                <a:gd name="p0x15" fmla="*/ 67 w 660"/>
                <a:gd name="p0y15" fmla="*/ 0 h 660"/>
                <a:gd name="p0x16" fmla="*/ 15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53" name="图片 5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-2000" t="-2933" r="-2000" b="-2933"/>
            <a:stretch>
              <a:fillRect/>
            </a:stretch>
          </p:blipFill>
          <p:spPr>
            <a:xfrm>
              <a:off x="2535" y="13386"/>
              <a:ext cx="390" cy="397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>
              <p:custDataLst>
                <p:tags r:id="rId9"/>
              </p:custDataLst>
            </p:nvPr>
          </p:nvSpPr>
          <p:spPr>
            <a:xfrm>
              <a:off x="3300" y="13070"/>
              <a:ext cx="4357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最佳模型</a:t>
              </a:r>
              <a:endPara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文本框 85"/>
            <p:cNvSpPr txBox="1"/>
            <p:nvPr>
              <p:custDataLst>
                <p:tags r:id="rId10"/>
              </p:custDataLst>
            </p:nvPr>
          </p:nvSpPr>
          <p:spPr>
            <a:xfrm>
              <a:off x="3300" y="13582"/>
              <a:ext cx="7044" cy="5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altLang="en-US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L2</a:t>
              </a:r>
              <a:r>
                <a:rPr lang="zh-CN" altLang="en-US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，测试集</a:t>
              </a:r>
              <a:r>
                <a:rPr lang="en-US" altLang="zh-CN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Macro F1 =</a:t>
              </a:r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69.9%</a:t>
              </a:r>
              <a:endPara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7" name="任意多边形 86"/>
            <p:cNvSpPr/>
            <p:nvPr>
              <p:custDataLst>
                <p:tags r:id="rId11"/>
              </p:custDataLst>
            </p:nvPr>
          </p:nvSpPr>
          <p:spPr>
            <a:xfrm>
              <a:off x="2092" y="14709"/>
              <a:ext cx="6929" cy="1611"/>
            </a:xfrm>
            <a:custGeom>
              <a:avLst/>
              <a:gdLst>
                <a:gd name="sw" fmla="*/ 1 w 6929"/>
                <a:gd name="sh" fmla="*/ 1 h 1611"/>
                <a:gd name="mins" fmla="min sw sh"/>
                <a:gd name="dsw" fmla="+- 0 sw mins"/>
                <a:gd name="dsh" fmla="+- 0 sh mins"/>
                <a:gd name="p0x0" fmla="*/ 150 w 6929"/>
                <a:gd name="p0y0" fmla="*/ 0 h 1611"/>
                <a:gd name="p0x1" fmla="*/ 6779 w 6929"/>
                <a:gd name="p0y1" fmla="*/ 0 h 1611"/>
                <a:gd name="p0x2" fmla="*/ 6862 w 6929"/>
                <a:gd name="p0y2" fmla="*/ 0 h 1611"/>
                <a:gd name="p0x3" fmla="*/ 6929 w 6929"/>
                <a:gd name="p0y3" fmla="*/ 67 h 1611"/>
                <a:gd name="p0x4" fmla="*/ 6929 w 6929"/>
                <a:gd name="p0y4" fmla="*/ 150 h 1611"/>
                <a:gd name="p0x5" fmla="*/ 6929 w 6929"/>
                <a:gd name="p0y5" fmla="*/ 1461 h 1611"/>
                <a:gd name="p0x6" fmla="*/ 6929 w 6929"/>
                <a:gd name="p0y6" fmla="*/ 1544 h 1611"/>
                <a:gd name="p0x7" fmla="*/ 6862 w 6929"/>
                <a:gd name="p0y7" fmla="*/ 1611 h 1611"/>
                <a:gd name="p0x8" fmla="*/ 6779 w 6929"/>
                <a:gd name="p0y8" fmla="*/ 1611 h 1611"/>
                <a:gd name="p0x9" fmla="*/ 150 w 6929"/>
                <a:gd name="p0y9" fmla="*/ 1611 h 1611"/>
                <a:gd name="p0x10" fmla="*/ 67 w 6929"/>
                <a:gd name="p0y10" fmla="*/ 1611 h 1611"/>
                <a:gd name="p0x11" fmla="*/ 0 w 6929"/>
                <a:gd name="p0y11" fmla="*/ 1544 h 1611"/>
                <a:gd name="p0x12" fmla="*/ 0 w 6929"/>
                <a:gd name="p0y12" fmla="*/ 1461 h 1611"/>
                <a:gd name="p0x13" fmla="*/ 0 w 6929"/>
                <a:gd name="p0y13" fmla="*/ 150 h 1611"/>
                <a:gd name="p0x14" fmla="*/ 0 w 6929"/>
                <a:gd name="p0y14" fmla="*/ 67 h 1611"/>
                <a:gd name="p0x15" fmla="*/ 67 w 6929"/>
                <a:gd name="p0y15" fmla="*/ 0 h 1611"/>
                <a:gd name="p0x16" fmla="*/ 150 w 6929"/>
                <a:gd name="p0y16" fmla="*/ 0 h 16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>
              <p:custDataLst>
                <p:tags r:id="rId12"/>
              </p:custDataLst>
            </p:nvPr>
          </p:nvSpPr>
          <p:spPr>
            <a:xfrm>
              <a:off x="2400" y="15184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50 w 660"/>
                <a:gd name="p0y0" fmla="*/ 0 h 660"/>
                <a:gd name="p0x1" fmla="*/ 510 w 660"/>
                <a:gd name="p0y1" fmla="*/ 0 h 660"/>
                <a:gd name="p0x2" fmla="*/ 592 w 660"/>
                <a:gd name="p0y2" fmla="*/ 0 h 660"/>
                <a:gd name="p0x3" fmla="*/ 660 w 660"/>
                <a:gd name="p0y3" fmla="*/ 67 h 660"/>
                <a:gd name="p0x4" fmla="*/ 660 w 660"/>
                <a:gd name="p0y4" fmla="*/ 150 h 660"/>
                <a:gd name="p0x5" fmla="*/ 660 w 660"/>
                <a:gd name="p0y5" fmla="*/ 510 h 660"/>
                <a:gd name="p0x6" fmla="*/ 660 w 660"/>
                <a:gd name="p0y6" fmla="*/ 592 h 660"/>
                <a:gd name="p0x7" fmla="*/ 592 w 660"/>
                <a:gd name="p0y7" fmla="*/ 660 h 660"/>
                <a:gd name="p0x8" fmla="*/ 510 w 660"/>
                <a:gd name="p0y8" fmla="*/ 660 h 660"/>
                <a:gd name="p0x9" fmla="*/ 150 w 660"/>
                <a:gd name="p0y9" fmla="*/ 660 h 660"/>
                <a:gd name="p0x10" fmla="*/ 67 w 660"/>
                <a:gd name="p0y10" fmla="*/ 660 h 660"/>
                <a:gd name="p0x11" fmla="*/ 0 w 660"/>
                <a:gd name="p0y11" fmla="*/ 592 h 660"/>
                <a:gd name="p0x12" fmla="*/ 0 w 660"/>
                <a:gd name="p0y12" fmla="*/ 510 h 660"/>
                <a:gd name="p0x13" fmla="*/ 0 w 660"/>
                <a:gd name="p0y13" fmla="*/ 150 h 660"/>
                <a:gd name="p0x14" fmla="*/ 0 w 660"/>
                <a:gd name="p0y14" fmla="*/ 67 h 660"/>
                <a:gd name="p0x15" fmla="*/ 67 w 660"/>
                <a:gd name="p0y15" fmla="*/ 0 h 660"/>
                <a:gd name="p0x16" fmla="*/ 15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89" name="图片 8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-2000" t="-5139" r="-2000" b="-5139"/>
            <a:stretch>
              <a:fillRect/>
            </a:stretch>
          </p:blipFill>
          <p:spPr>
            <a:xfrm>
              <a:off x="2535" y="15312"/>
              <a:ext cx="390" cy="397"/>
            </a:xfrm>
            <a:prstGeom prst="rect">
              <a:avLst/>
            </a:prstGeom>
          </p:spPr>
        </p:pic>
        <p:sp>
          <p:nvSpPr>
            <p:cNvPr id="90" name="文本框 89"/>
            <p:cNvSpPr txBox="1"/>
            <p:nvPr>
              <p:custDataLst>
                <p:tags r:id="rId16"/>
              </p:custDataLst>
            </p:nvPr>
          </p:nvSpPr>
          <p:spPr>
            <a:xfrm>
              <a:off x="3300" y="14996"/>
              <a:ext cx="360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 </a:t>
              </a:r>
              <a:r>
                <a:rPr lang="zh-CN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保留用途</a:t>
              </a:r>
              <a:endParaRPr lang="zh-CN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1" name="文本框 90"/>
            <p:cNvSpPr txBox="1"/>
            <p:nvPr>
              <p:custDataLst>
                <p:tags r:id="rId17"/>
              </p:custDataLst>
            </p:nvPr>
          </p:nvSpPr>
          <p:spPr>
            <a:xfrm>
              <a:off x="3300" y="15507"/>
              <a:ext cx="513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</a:rPr>
                <a:t>用于</a:t>
              </a:r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系数解释</a:t>
              </a:r>
              <a:r>
                <a:rPr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</a:rPr>
                <a:t>，不作主推荐</a:t>
              </a:r>
              <a:endPara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任意多边形 91"/>
            <p:cNvSpPr/>
            <p:nvPr>
              <p:custDataLst>
                <p:tags r:id="rId18"/>
              </p:custDataLst>
            </p:nvPr>
          </p:nvSpPr>
          <p:spPr>
            <a:xfrm>
              <a:off x="9396" y="12783"/>
              <a:ext cx="10081" cy="1611"/>
            </a:xfrm>
            <a:custGeom>
              <a:avLst/>
              <a:gdLst>
                <a:gd name="sw" fmla="*/ 1 w 10080"/>
                <a:gd name="sh" fmla="*/ 1 h 1611"/>
                <a:gd name="mins" fmla="min sw sh"/>
                <a:gd name="dsw" fmla="+- 0 sw mins"/>
                <a:gd name="dsh" fmla="+- 0 sh mins"/>
                <a:gd name="p0x0" fmla="*/ 150 w 10080"/>
                <a:gd name="p0y0" fmla="*/ 0 h 1611"/>
                <a:gd name="p0x1" fmla="*/ 9930 w 10080"/>
                <a:gd name="p0y1" fmla="*/ 0 h 1611"/>
                <a:gd name="p0x2" fmla="*/ 10013 w 10080"/>
                <a:gd name="p0y2" fmla="*/ 0 h 1611"/>
                <a:gd name="p0x3" fmla="*/ 10080 w 10080"/>
                <a:gd name="p0y3" fmla="*/ 67 h 1611"/>
                <a:gd name="p0x4" fmla="*/ 10080 w 10080"/>
                <a:gd name="p0y4" fmla="*/ 150 h 1611"/>
                <a:gd name="p0x5" fmla="*/ 10080 w 10080"/>
                <a:gd name="p0y5" fmla="*/ 1461 h 1611"/>
                <a:gd name="p0x6" fmla="*/ 10080 w 10080"/>
                <a:gd name="p0y6" fmla="*/ 1544 h 1611"/>
                <a:gd name="p0x7" fmla="*/ 10013 w 10080"/>
                <a:gd name="p0y7" fmla="*/ 1611 h 1611"/>
                <a:gd name="p0x8" fmla="*/ 9930 w 10080"/>
                <a:gd name="p0y8" fmla="*/ 1611 h 1611"/>
                <a:gd name="p0x9" fmla="*/ 150 w 10080"/>
                <a:gd name="p0y9" fmla="*/ 1611 h 1611"/>
                <a:gd name="p0x10" fmla="*/ 67 w 10080"/>
                <a:gd name="p0y10" fmla="*/ 1611 h 1611"/>
                <a:gd name="p0x11" fmla="*/ 0 w 10080"/>
                <a:gd name="p0y11" fmla="*/ 1544 h 1611"/>
                <a:gd name="p0x12" fmla="*/ 0 w 10080"/>
                <a:gd name="p0y12" fmla="*/ 1461 h 1611"/>
                <a:gd name="p0x13" fmla="*/ 0 w 10080"/>
                <a:gd name="p0y13" fmla="*/ 150 h 1611"/>
                <a:gd name="p0x14" fmla="*/ 0 w 10080"/>
                <a:gd name="p0y14" fmla="*/ 67 h 1611"/>
                <a:gd name="p0x15" fmla="*/ 67 w 10080"/>
                <a:gd name="p0y15" fmla="*/ 0 h 1611"/>
                <a:gd name="p0x16" fmla="*/ 150 w 10080"/>
                <a:gd name="p0y16" fmla="*/ 0 h 16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任意多边形 92"/>
            <p:cNvSpPr/>
            <p:nvPr>
              <p:custDataLst>
                <p:tags r:id="rId19"/>
              </p:custDataLst>
            </p:nvPr>
          </p:nvSpPr>
          <p:spPr>
            <a:xfrm>
              <a:off x="9704" y="13258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50 w 660"/>
                <a:gd name="p0y0" fmla="*/ 0 h 660"/>
                <a:gd name="p0x1" fmla="*/ 510 w 660"/>
                <a:gd name="p0y1" fmla="*/ 0 h 660"/>
                <a:gd name="p0x2" fmla="*/ 592 w 660"/>
                <a:gd name="p0y2" fmla="*/ 0 h 660"/>
                <a:gd name="p0x3" fmla="*/ 660 w 660"/>
                <a:gd name="p0y3" fmla="*/ 67 h 660"/>
                <a:gd name="p0x4" fmla="*/ 660 w 660"/>
                <a:gd name="p0y4" fmla="*/ 150 h 660"/>
                <a:gd name="p0x5" fmla="*/ 660 w 660"/>
                <a:gd name="p0y5" fmla="*/ 510 h 660"/>
                <a:gd name="p0x6" fmla="*/ 660 w 660"/>
                <a:gd name="p0y6" fmla="*/ 592 h 660"/>
                <a:gd name="p0x7" fmla="*/ 592 w 660"/>
                <a:gd name="p0y7" fmla="*/ 660 h 660"/>
                <a:gd name="p0x8" fmla="*/ 510 w 660"/>
                <a:gd name="p0y8" fmla="*/ 660 h 660"/>
                <a:gd name="p0x9" fmla="*/ 150 w 660"/>
                <a:gd name="p0y9" fmla="*/ 660 h 660"/>
                <a:gd name="p0x10" fmla="*/ 67 w 660"/>
                <a:gd name="p0y10" fmla="*/ 660 h 660"/>
                <a:gd name="p0x11" fmla="*/ 0 w 660"/>
                <a:gd name="p0y11" fmla="*/ 592 h 660"/>
                <a:gd name="p0x12" fmla="*/ 0 w 660"/>
                <a:gd name="p0y12" fmla="*/ 510 h 660"/>
                <a:gd name="p0x13" fmla="*/ 0 w 660"/>
                <a:gd name="p0y13" fmla="*/ 150 h 660"/>
                <a:gd name="p0x14" fmla="*/ 0 w 660"/>
                <a:gd name="p0y14" fmla="*/ 67 h 660"/>
                <a:gd name="p0x15" fmla="*/ 67 w 660"/>
                <a:gd name="p0y15" fmla="*/ 0 h 660"/>
                <a:gd name="p0x16" fmla="*/ 15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4" name="图片 9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l="-2619" t="-38222" r="-2619" b="-38222"/>
            <a:stretch>
              <a:fillRect/>
            </a:stretch>
          </p:blipFill>
          <p:spPr>
            <a:xfrm>
              <a:off x="9813" y="13386"/>
              <a:ext cx="442" cy="397"/>
            </a:xfrm>
            <a:prstGeom prst="rect">
              <a:avLst/>
            </a:prstGeom>
          </p:spPr>
        </p:pic>
        <p:sp>
          <p:nvSpPr>
            <p:cNvPr id="95" name="文本框 94"/>
            <p:cNvSpPr txBox="1"/>
            <p:nvPr>
              <p:custDataLst>
                <p:tags r:id="rId23"/>
              </p:custDataLst>
            </p:nvPr>
          </p:nvSpPr>
          <p:spPr>
            <a:xfrm>
              <a:off x="10604" y="13070"/>
              <a:ext cx="4672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优化有效</a:t>
              </a:r>
              <a:endPara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6" name="文本框 95"/>
            <p:cNvSpPr txBox="1"/>
            <p:nvPr>
              <p:custDataLst>
                <p:tags r:id="rId24"/>
              </p:custDataLst>
            </p:nvPr>
          </p:nvSpPr>
          <p:spPr>
            <a:xfrm>
              <a:off x="10604" y="13582"/>
              <a:ext cx="6393" cy="3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</a:rPr>
                <a:t>「多吃」召回由</a:t>
              </a:r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0%</a:t>
              </a:r>
              <a:r>
                <a:rPr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</a:rPr>
                <a:t>提升至</a:t>
              </a:r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49.5%</a:t>
              </a:r>
              <a:endPara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7" name="任意多边形 96"/>
            <p:cNvSpPr/>
            <p:nvPr>
              <p:custDataLst>
                <p:tags r:id="rId25"/>
              </p:custDataLst>
            </p:nvPr>
          </p:nvSpPr>
          <p:spPr>
            <a:xfrm>
              <a:off x="9396" y="14709"/>
              <a:ext cx="10081" cy="1611"/>
            </a:xfrm>
            <a:custGeom>
              <a:avLst/>
              <a:gdLst>
                <a:gd name="sw" fmla="*/ 1 w 10080"/>
                <a:gd name="sh" fmla="*/ 1 h 1611"/>
                <a:gd name="mins" fmla="min sw sh"/>
                <a:gd name="dsw" fmla="+- 0 sw mins"/>
                <a:gd name="dsh" fmla="+- 0 sh mins"/>
                <a:gd name="p0x0" fmla="*/ 150 w 10080"/>
                <a:gd name="p0y0" fmla="*/ 0 h 1611"/>
                <a:gd name="p0x1" fmla="*/ 9930 w 10080"/>
                <a:gd name="p0y1" fmla="*/ 0 h 1611"/>
                <a:gd name="p0x2" fmla="*/ 10013 w 10080"/>
                <a:gd name="p0y2" fmla="*/ 0 h 1611"/>
                <a:gd name="p0x3" fmla="*/ 10080 w 10080"/>
                <a:gd name="p0y3" fmla="*/ 67 h 1611"/>
                <a:gd name="p0x4" fmla="*/ 10080 w 10080"/>
                <a:gd name="p0y4" fmla="*/ 150 h 1611"/>
                <a:gd name="p0x5" fmla="*/ 10080 w 10080"/>
                <a:gd name="p0y5" fmla="*/ 1461 h 1611"/>
                <a:gd name="p0x6" fmla="*/ 10080 w 10080"/>
                <a:gd name="p0y6" fmla="*/ 1544 h 1611"/>
                <a:gd name="p0x7" fmla="*/ 10013 w 10080"/>
                <a:gd name="p0y7" fmla="*/ 1611 h 1611"/>
                <a:gd name="p0x8" fmla="*/ 9930 w 10080"/>
                <a:gd name="p0y8" fmla="*/ 1611 h 1611"/>
                <a:gd name="p0x9" fmla="*/ 150 w 10080"/>
                <a:gd name="p0y9" fmla="*/ 1611 h 1611"/>
                <a:gd name="p0x10" fmla="*/ 67 w 10080"/>
                <a:gd name="p0y10" fmla="*/ 1611 h 1611"/>
                <a:gd name="p0x11" fmla="*/ 0 w 10080"/>
                <a:gd name="p0y11" fmla="*/ 1544 h 1611"/>
                <a:gd name="p0x12" fmla="*/ 0 w 10080"/>
                <a:gd name="p0y12" fmla="*/ 1461 h 1611"/>
                <a:gd name="p0x13" fmla="*/ 0 w 10080"/>
                <a:gd name="p0y13" fmla="*/ 150 h 1611"/>
                <a:gd name="p0x14" fmla="*/ 0 w 10080"/>
                <a:gd name="p0y14" fmla="*/ 67 h 1611"/>
                <a:gd name="p0x15" fmla="*/ 67 w 10080"/>
                <a:gd name="p0y15" fmla="*/ 0 h 1611"/>
                <a:gd name="p0x16" fmla="*/ 150 w 10080"/>
                <a:gd name="p0y16" fmla="*/ 0 h 16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 w="9525" cmpd="sng">
              <a:solidFill>
                <a:srgbClr val="B8D4F0"/>
              </a:solidFill>
              <a:prstDash val="solid"/>
            </a:ln>
            <a:effectLst>
              <a:outerShdw blurRad="85725" dist="19050" dir="5399999" algn="ctr" rotWithShape="0">
                <a:srgbClr val="102346">
                  <a:alpha val="10196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任意多边形 97"/>
            <p:cNvSpPr/>
            <p:nvPr>
              <p:custDataLst>
                <p:tags r:id="rId26"/>
              </p:custDataLst>
            </p:nvPr>
          </p:nvSpPr>
          <p:spPr>
            <a:xfrm>
              <a:off x="9704" y="15184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50 w 660"/>
                <a:gd name="p0y0" fmla="*/ 0 h 660"/>
                <a:gd name="p0x1" fmla="*/ 510 w 660"/>
                <a:gd name="p0y1" fmla="*/ 0 h 660"/>
                <a:gd name="p0x2" fmla="*/ 592 w 660"/>
                <a:gd name="p0y2" fmla="*/ 0 h 660"/>
                <a:gd name="p0x3" fmla="*/ 660 w 660"/>
                <a:gd name="p0y3" fmla="*/ 67 h 660"/>
                <a:gd name="p0x4" fmla="*/ 660 w 660"/>
                <a:gd name="p0y4" fmla="*/ 150 h 660"/>
                <a:gd name="p0x5" fmla="*/ 660 w 660"/>
                <a:gd name="p0y5" fmla="*/ 510 h 660"/>
                <a:gd name="p0x6" fmla="*/ 660 w 660"/>
                <a:gd name="p0y6" fmla="*/ 592 h 660"/>
                <a:gd name="p0x7" fmla="*/ 592 w 660"/>
                <a:gd name="p0y7" fmla="*/ 660 h 660"/>
                <a:gd name="p0x8" fmla="*/ 510 w 660"/>
                <a:gd name="p0y8" fmla="*/ 660 h 660"/>
                <a:gd name="p0x9" fmla="*/ 150 w 660"/>
                <a:gd name="p0y9" fmla="*/ 660 h 660"/>
                <a:gd name="p0x10" fmla="*/ 67 w 660"/>
                <a:gd name="p0y10" fmla="*/ 660 h 660"/>
                <a:gd name="p0x11" fmla="*/ 0 w 660"/>
                <a:gd name="p0y11" fmla="*/ 592 h 660"/>
                <a:gd name="p0x12" fmla="*/ 0 w 660"/>
                <a:gd name="p0y12" fmla="*/ 510 h 660"/>
                <a:gd name="p0x13" fmla="*/ 0 w 660"/>
                <a:gd name="p0y13" fmla="*/ 150 h 660"/>
                <a:gd name="p0x14" fmla="*/ 0 w 660"/>
                <a:gd name="p0y14" fmla="*/ 67 h 660"/>
                <a:gd name="p0x15" fmla="*/ 67 w 660"/>
                <a:gd name="p0y15" fmla="*/ 0 h 660"/>
                <a:gd name="p0x16" fmla="*/ 15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4574D4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9" name="图片 9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l="-2000" t="-7536" r="-2000" b="-7536"/>
            <a:stretch>
              <a:fillRect/>
            </a:stretch>
          </p:blipFill>
          <p:spPr>
            <a:xfrm>
              <a:off x="9839" y="15312"/>
              <a:ext cx="390" cy="397"/>
            </a:xfrm>
            <a:prstGeom prst="rect">
              <a:avLst/>
            </a:prstGeom>
          </p:spPr>
        </p:pic>
        <p:sp>
          <p:nvSpPr>
            <p:cNvPr id="100" name="文本框 99"/>
            <p:cNvSpPr txBox="1"/>
            <p:nvPr>
              <p:custDataLst>
                <p:tags r:id="rId30"/>
              </p:custDataLst>
            </p:nvPr>
          </p:nvSpPr>
          <p:spPr>
            <a:xfrm>
              <a:off x="10604" y="14996"/>
              <a:ext cx="7411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阈值校准成效</a:t>
              </a:r>
              <a:endPara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1" name="文本框 100"/>
            <p:cNvSpPr txBox="1"/>
            <p:nvPr>
              <p:custDataLst>
                <p:tags r:id="rId31"/>
              </p:custDataLst>
            </p:nvPr>
          </p:nvSpPr>
          <p:spPr>
            <a:xfrm>
              <a:off x="10604" y="15507"/>
              <a:ext cx="863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L2 </a:t>
              </a:r>
              <a:r>
                <a:rPr lang="zh-CN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阈值</a:t>
              </a:r>
              <a:r>
                <a:rPr sz="1500" b="1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rPr>
                <a:t>28%</a:t>
              </a:r>
              <a:r>
                <a:rPr lang="zh-CN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实现最优平衡，</a:t>
              </a:r>
              <a:r>
                <a:rPr lang="en-US" altLang="zh-CN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 </a:t>
              </a:r>
              <a:r>
                <a:rPr lang="zh-CN" altLang="en-US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阈值</a:t>
              </a:r>
              <a:r>
                <a:rPr lang="en-US" altLang="zh-CN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30% </a:t>
              </a:r>
              <a:r>
                <a:rPr lang="zh-CN" altLang="en-US" sz="1500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侧重解释性</a:t>
              </a:r>
              <a:endParaRPr lang="zh-CN" alt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圆角矩形 112"/>
          <p:cNvSpPr/>
          <p:nvPr/>
        </p:nvSpPr>
        <p:spPr>
          <a:xfrm>
            <a:off x="7350125" y="2647950"/>
            <a:ext cx="3145790" cy="702310"/>
          </a:xfrm>
          <a:prstGeom prst="roundRect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grpSp>
        <p:nvGrpSpPr>
          <p:cNvPr id="102" name="组合 101"/>
          <p:cNvGrpSpPr/>
          <p:nvPr>
            <p:custDataLst>
              <p:tags r:id="rId1"/>
            </p:custDataLst>
          </p:nvPr>
        </p:nvGrpSpPr>
        <p:grpSpPr>
          <a:xfrm rot="0">
            <a:off x="2310130" y="1511935"/>
            <a:ext cx="4457997" cy="3781731"/>
            <a:chOff x="2102" y="3422"/>
            <a:chExt cx="14997" cy="12359"/>
          </a:xfrm>
        </p:grpSpPr>
        <p:sp>
          <p:nvSpPr>
            <p:cNvPr id="103" name="任意多边形: 形状 2678"/>
            <p:cNvSpPr/>
            <p:nvPr>
              <p:custDataLst>
                <p:tags r:id="rId2"/>
              </p:custDataLst>
            </p:nvPr>
          </p:nvSpPr>
          <p:spPr>
            <a:xfrm>
              <a:off x="2102" y="3422"/>
              <a:ext cx="14997" cy="12359"/>
            </a:xfrm>
            <a:custGeom>
              <a:avLst/>
              <a:gdLst>
                <a:gd name="connsiteX0" fmla="*/ 1242647 w 3819074"/>
                <a:gd name="connsiteY0" fmla="*/ 3146242 h 3146477"/>
                <a:gd name="connsiteX1" fmla="*/ 920417 w 3819074"/>
                <a:gd name="connsiteY1" fmla="*/ 3039753 h 3146477"/>
                <a:gd name="connsiteX2" fmla="*/ 789924 w 3819074"/>
                <a:gd name="connsiteY2" fmla="*/ 2482445 h 3146477"/>
                <a:gd name="connsiteX3" fmla="*/ 746204 w 3819074"/>
                <a:gd name="connsiteY3" fmla="*/ 1937806 h 3146477"/>
                <a:gd name="connsiteX4" fmla="*/ 392065 w 3819074"/>
                <a:gd name="connsiteY4" fmla="*/ 1430885 h 3146477"/>
                <a:gd name="connsiteX5" fmla="*/ 82788 w 3819074"/>
                <a:gd name="connsiteY5" fmla="*/ 430760 h 3146477"/>
                <a:gd name="connsiteX6" fmla="*/ 884602 w 3819074"/>
                <a:gd name="connsiteY6" fmla="*/ 272550 h 3146477"/>
                <a:gd name="connsiteX7" fmla="*/ 1425051 w 3819074"/>
                <a:gd name="connsiteY7" fmla="*/ 288933 h 3146477"/>
                <a:gd name="connsiteX8" fmla="*/ 1948926 w 3819074"/>
                <a:gd name="connsiteY8" fmla="*/ 134438 h 3146477"/>
                <a:gd name="connsiteX9" fmla="*/ 2838942 w 3819074"/>
                <a:gd name="connsiteY9" fmla="*/ 109292 h 3146477"/>
                <a:gd name="connsiteX10" fmla="*/ 2859802 w 3819074"/>
                <a:gd name="connsiteY10" fmla="*/ 123008 h 3146477"/>
                <a:gd name="connsiteX11" fmla="*/ 3817445 w 3819074"/>
                <a:gd name="connsiteY11" fmla="*/ 1236575 h 3146477"/>
                <a:gd name="connsiteX12" fmla="*/ 3633803 w 3819074"/>
                <a:gd name="connsiteY12" fmla="*/ 1774262 h 3146477"/>
                <a:gd name="connsiteX13" fmla="*/ 3345672 w 3819074"/>
                <a:gd name="connsiteY13" fmla="*/ 2532071 h 3146477"/>
                <a:gd name="connsiteX14" fmla="*/ 3285760 w 3819074"/>
                <a:gd name="connsiteY14" fmla="*/ 2638655 h 3146477"/>
                <a:gd name="connsiteX15" fmla="*/ 2827893 w 3819074"/>
                <a:gd name="connsiteY15" fmla="*/ 2609318 h 3146477"/>
                <a:gd name="connsiteX16" fmla="*/ 2312686 w 3819074"/>
                <a:gd name="connsiteY16" fmla="*/ 2568647 h 3146477"/>
                <a:gd name="connsiteX17" fmla="*/ 1865011 w 3819074"/>
                <a:gd name="connsiteY17" fmla="*/ 2849444 h 3146477"/>
                <a:gd name="connsiteX18" fmla="*/ 1242647 w 3819074"/>
                <a:gd name="connsiteY18" fmla="*/ 3146242 h 3146477"/>
                <a:gd name="connsiteX19" fmla="*/ 529034 w 3819074"/>
                <a:gd name="connsiteY19" fmla="*/ 254548 h 3146477"/>
                <a:gd name="connsiteX20" fmla="*/ 90884 w 3819074"/>
                <a:gd name="connsiteY20" fmla="*/ 436189 h 3146477"/>
                <a:gd name="connsiteX21" fmla="*/ 399685 w 3819074"/>
                <a:gd name="connsiteY21" fmla="*/ 1424885 h 3146477"/>
                <a:gd name="connsiteX22" fmla="*/ 754872 w 3819074"/>
                <a:gd name="connsiteY22" fmla="*/ 1933424 h 3146477"/>
                <a:gd name="connsiteX23" fmla="*/ 799639 w 3819074"/>
                <a:gd name="connsiteY23" fmla="*/ 2483493 h 3146477"/>
                <a:gd name="connsiteX24" fmla="*/ 925846 w 3819074"/>
                <a:gd name="connsiteY24" fmla="*/ 3031752 h 3146477"/>
                <a:gd name="connsiteX25" fmla="*/ 1859867 w 3819074"/>
                <a:gd name="connsiteY25" fmla="*/ 2841728 h 3146477"/>
                <a:gd name="connsiteX26" fmla="*/ 2308876 w 3819074"/>
                <a:gd name="connsiteY26" fmla="*/ 2559979 h 3146477"/>
                <a:gd name="connsiteX27" fmla="*/ 2830370 w 3819074"/>
                <a:gd name="connsiteY27" fmla="*/ 2600079 h 3146477"/>
                <a:gd name="connsiteX28" fmla="*/ 3280616 w 3819074"/>
                <a:gd name="connsiteY28" fmla="*/ 2630845 h 3146477"/>
                <a:gd name="connsiteX29" fmla="*/ 3336433 w 3819074"/>
                <a:gd name="connsiteY29" fmla="*/ 2530832 h 3146477"/>
                <a:gd name="connsiteX30" fmla="*/ 3625707 w 3819074"/>
                <a:gd name="connsiteY30" fmla="*/ 1769594 h 3146477"/>
                <a:gd name="connsiteX31" fmla="*/ 3808206 w 3819074"/>
                <a:gd name="connsiteY31" fmla="*/ 1237337 h 3146477"/>
                <a:gd name="connsiteX32" fmla="*/ 2855706 w 3819074"/>
                <a:gd name="connsiteY32" fmla="*/ 131199 h 3146477"/>
                <a:gd name="connsiteX33" fmla="*/ 2834751 w 3819074"/>
                <a:gd name="connsiteY33" fmla="*/ 117483 h 3146477"/>
                <a:gd name="connsiteX34" fmla="*/ 1953212 w 3819074"/>
                <a:gd name="connsiteY34" fmla="*/ 143486 h 3146477"/>
                <a:gd name="connsiteX35" fmla="*/ 1427147 w 3819074"/>
                <a:gd name="connsiteY35" fmla="*/ 298553 h 3146477"/>
                <a:gd name="connsiteX36" fmla="*/ 884221 w 3819074"/>
                <a:gd name="connsiteY36" fmla="*/ 282170 h 3146477"/>
                <a:gd name="connsiteX37" fmla="*/ 529034 w 3819074"/>
                <a:gd name="connsiteY37" fmla="*/ 254548 h 3146477"/>
                <a:gd name="connsiteX38" fmla="*/ 1241981 w 3819074"/>
                <a:gd name="connsiteY38" fmla="*/ 2764386 h 3146477"/>
                <a:gd name="connsiteX39" fmla="*/ 1241981 w 3819074"/>
                <a:gd name="connsiteY39" fmla="*/ 2764386 h 3146477"/>
                <a:gd name="connsiteX40" fmla="*/ 1157589 w 3819074"/>
                <a:gd name="connsiteY40" fmla="*/ 2737906 h 3146477"/>
                <a:gd name="connsiteX41" fmla="*/ 1155303 w 3819074"/>
                <a:gd name="connsiteY41" fmla="*/ 2736667 h 3146477"/>
                <a:gd name="connsiteX42" fmla="*/ 1155303 w 3819074"/>
                <a:gd name="connsiteY42" fmla="*/ 2734096 h 3146477"/>
                <a:gd name="connsiteX43" fmla="*/ 1169305 w 3819074"/>
                <a:gd name="connsiteY43" fmla="*/ 2523117 h 3146477"/>
                <a:gd name="connsiteX44" fmla="*/ 1085009 w 3819074"/>
                <a:gd name="connsiteY44" fmla="*/ 1762355 h 3146477"/>
                <a:gd name="connsiteX45" fmla="*/ 690197 w 3819074"/>
                <a:gd name="connsiteY45" fmla="*/ 1193618 h 3146477"/>
                <a:gd name="connsiteX46" fmla="*/ 402447 w 3819074"/>
                <a:gd name="connsiteY46" fmla="*/ 777947 h 3146477"/>
                <a:gd name="connsiteX47" fmla="*/ 399113 w 3819074"/>
                <a:gd name="connsiteY47" fmla="*/ 643263 h 3146477"/>
                <a:gd name="connsiteX48" fmla="*/ 399970 w 3819074"/>
                <a:gd name="connsiteY48" fmla="*/ 642025 h 3146477"/>
                <a:gd name="connsiteX49" fmla="*/ 401304 w 3819074"/>
                <a:gd name="connsiteY49" fmla="*/ 641453 h 3146477"/>
                <a:gd name="connsiteX50" fmla="*/ 530368 w 3819074"/>
                <a:gd name="connsiteY50" fmla="*/ 626213 h 3146477"/>
                <a:gd name="connsiteX51" fmla="*/ 841645 w 3819074"/>
                <a:gd name="connsiteY51" fmla="*/ 651264 h 3146477"/>
                <a:gd name="connsiteX52" fmla="*/ 1255315 w 3819074"/>
                <a:gd name="connsiteY52" fmla="*/ 682220 h 3146477"/>
                <a:gd name="connsiteX53" fmla="*/ 1485249 w 3819074"/>
                <a:gd name="connsiteY53" fmla="*/ 665742 h 3146477"/>
                <a:gd name="connsiteX54" fmla="*/ 2082086 w 3819074"/>
                <a:gd name="connsiteY54" fmla="*/ 492101 h 3146477"/>
                <a:gd name="connsiteX55" fmla="*/ 2483183 w 3819074"/>
                <a:gd name="connsiteY55" fmla="*/ 381516 h 3146477"/>
                <a:gd name="connsiteX56" fmla="*/ 2630630 w 3819074"/>
                <a:gd name="connsiteY56" fmla="*/ 428665 h 3146477"/>
                <a:gd name="connsiteX57" fmla="*/ 2651681 w 3819074"/>
                <a:gd name="connsiteY57" fmla="*/ 441905 h 3146477"/>
                <a:gd name="connsiteX58" fmla="*/ 3437683 w 3819074"/>
                <a:gd name="connsiteY58" fmla="*/ 1267246 h 3146477"/>
                <a:gd name="connsiteX59" fmla="*/ 3301381 w 3819074"/>
                <a:gd name="connsiteY59" fmla="*/ 1588238 h 3146477"/>
                <a:gd name="connsiteX60" fmla="*/ 3010202 w 3819074"/>
                <a:gd name="connsiteY60" fmla="*/ 2256798 h 3146477"/>
                <a:gd name="connsiteX61" fmla="*/ 3008963 w 3819074"/>
                <a:gd name="connsiteY61" fmla="*/ 2261275 h 3146477"/>
                <a:gd name="connsiteX62" fmla="*/ 3004487 w 3819074"/>
                <a:gd name="connsiteY62" fmla="*/ 2260227 h 3146477"/>
                <a:gd name="connsiteX63" fmla="*/ 2920762 w 3819074"/>
                <a:gd name="connsiteY63" fmla="*/ 2239844 h 3146477"/>
                <a:gd name="connsiteX64" fmla="*/ 2919809 w 3819074"/>
                <a:gd name="connsiteY64" fmla="*/ 2239844 h 3146477"/>
                <a:gd name="connsiteX65" fmla="*/ 2451465 w 3819074"/>
                <a:gd name="connsiteY65" fmla="*/ 2162882 h 3146477"/>
                <a:gd name="connsiteX66" fmla="*/ 2156190 w 3819074"/>
                <a:gd name="connsiteY66" fmla="*/ 2221746 h 3146477"/>
                <a:gd name="connsiteX67" fmla="*/ 1641173 w 3819074"/>
                <a:gd name="connsiteY67" fmla="*/ 2541786 h 3146477"/>
                <a:gd name="connsiteX68" fmla="*/ 1241981 w 3819074"/>
                <a:gd name="connsiteY68" fmla="*/ 2764386 h 3146477"/>
                <a:gd name="connsiteX69" fmla="*/ 1164447 w 3819074"/>
                <a:gd name="connsiteY69" fmla="*/ 2730857 h 3146477"/>
                <a:gd name="connsiteX70" fmla="*/ 1241885 w 3819074"/>
                <a:gd name="connsiteY70" fmla="*/ 2754861 h 3146477"/>
                <a:gd name="connsiteX71" fmla="*/ 1241885 w 3819074"/>
                <a:gd name="connsiteY71" fmla="*/ 2754861 h 3146477"/>
                <a:gd name="connsiteX72" fmla="*/ 1635458 w 3819074"/>
                <a:gd name="connsiteY72" fmla="*/ 2533880 h 3146477"/>
                <a:gd name="connsiteX73" fmla="*/ 2152190 w 3819074"/>
                <a:gd name="connsiteY73" fmla="*/ 2212697 h 3146477"/>
                <a:gd name="connsiteX74" fmla="*/ 2451656 w 3819074"/>
                <a:gd name="connsiteY74" fmla="*/ 2153071 h 3146477"/>
                <a:gd name="connsiteX75" fmla="*/ 2922191 w 3819074"/>
                <a:gd name="connsiteY75" fmla="*/ 2230319 h 3146477"/>
                <a:gd name="connsiteX76" fmla="*/ 2923238 w 3819074"/>
                <a:gd name="connsiteY76" fmla="*/ 2230319 h 3146477"/>
                <a:gd name="connsiteX77" fmla="*/ 3002296 w 3819074"/>
                <a:gd name="connsiteY77" fmla="*/ 2249369 h 3146477"/>
                <a:gd name="connsiteX78" fmla="*/ 3293189 w 3819074"/>
                <a:gd name="connsiteY78" fmla="*/ 1582619 h 3146477"/>
                <a:gd name="connsiteX79" fmla="*/ 3428444 w 3819074"/>
                <a:gd name="connsiteY79" fmla="*/ 1267055 h 3146477"/>
                <a:gd name="connsiteX80" fmla="*/ 2646537 w 3819074"/>
                <a:gd name="connsiteY80" fmla="*/ 448953 h 3146477"/>
                <a:gd name="connsiteX81" fmla="*/ 2625582 w 3819074"/>
                <a:gd name="connsiteY81" fmla="*/ 435237 h 3146477"/>
                <a:gd name="connsiteX82" fmla="*/ 2483374 w 3819074"/>
                <a:gd name="connsiteY82" fmla="*/ 389707 h 3146477"/>
                <a:gd name="connsiteX83" fmla="*/ 2085705 w 3819074"/>
                <a:gd name="connsiteY83" fmla="*/ 499626 h 3146477"/>
                <a:gd name="connsiteX84" fmla="*/ 1486868 w 3819074"/>
                <a:gd name="connsiteY84" fmla="*/ 673743 h 3146477"/>
                <a:gd name="connsiteX85" fmla="*/ 1255506 w 3819074"/>
                <a:gd name="connsiteY85" fmla="*/ 690793 h 3146477"/>
                <a:gd name="connsiteX86" fmla="*/ 840788 w 3819074"/>
                <a:gd name="connsiteY86" fmla="*/ 659837 h 3146477"/>
                <a:gd name="connsiteX87" fmla="*/ 530558 w 3819074"/>
                <a:gd name="connsiteY87" fmla="*/ 634786 h 3146477"/>
                <a:gd name="connsiteX88" fmla="*/ 406733 w 3819074"/>
                <a:gd name="connsiteY88" fmla="*/ 648788 h 3146477"/>
                <a:gd name="connsiteX89" fmla="*/ 411686 w 3819074"/>
                <a:gd name="connsiteY89" fmla="*/ 773279 h 3146477"/>
                <a:gd name="connsiteX90" fmla="*/ 698103 w 3819074"/>
                <a:gd name="connsiteY90" fmla="*/ 1186664 h 3146477"/>
                <a:gd name="connsiteX91" fmla="*/ 1093390 w 3819074"/>
                <a:gd name="connsiteY91" fmla="*/ 1757021 h 3146477"/>
                <a:gd name="connsiteX92" fmla="*/ 1179115 w 3819074"/>
                <a:gd name="connsiteY92" fmla="*/ 2523117 h 3146477"/>
                <a:gd name="connsiteX93" fmla="*/ 1164161 w 3819074"/>
                <a:gd name="connsiteY93" fmla="*/ 2730857 h 3146477"/>
                <a:gd name="connsiteX94" fmla="*/ 1566783 w 3819074"/>
                <a:gd name="connsiteY94" fmla="*/ 2126115 h 3146477"/>
                <a:gd name="connsiteX95" fmla="*/ 1566211 w 3819074"/>
                <a:gd name="connsiteY95" fmla="*/ 2117638 h 3146477"/>
                <a:gd name="connsiteX96" fmla="*/ 1423336 w 3819074"/>
                <a:gd name="connsiteY96" fmla="*/ 1587000 h 3146477"/>
                <a:gd name="connsiteX97" fmla="*/ 1074626 w 3819074"/>
                <a:gd name="connsiteY97" fmla="*/ 1064649 h 3146477"/>
                <a:gd name="connsiteX98" fmla="*/ 1068054 w 3819074"/>
                <a:gd name="connsiteY98" fmla="*/ 1056267 h 3146477"/>
                <a:gd name="connsiteX99" fmla="*/ 1078722 w 3819074"/>
                <a:gd name="connsiteY99" fmla="*/ 1056934 h 3146477"/>
                <a:gd name="connsiteX100" fmla="*/ 1255982 w 3819074"/>
                <a:gd name="connsiteY100" fmla="*/ 1063220 h 3146477"/>
                <a:gd name="connsiteX101" fmla="*/ 1546018 w 3819074"/>
                <a:gd name="connsiteY101" fmla="*/ 1041503 h 3146477"/>
                <a:gd name="connsiteX102" fmla="*/ 2215531 w 3819074"/>
                <a:gd name="connsiteY102" fmla="*/ 848813 h 3146477"/>
                <a:gd name="connsiteX103" fmla="*/ 2452132 w 3819074"/>
                <a:gd name="connsiteY103" fmla="*/ 768136 h 3146477"/>
                <a:gd name="connsiteX104" fmla="*/ 2454132 w 3819074"/>
                <a:gd name="connsiteY104" fmla="*/ 767660 h 3146477"/>
                <a:gd name="connsiteX105" fmla="*/ 2455942 w 3819074"/>
                <a:gd name="connsiteY105" fmla="*/ 768803 h 3146477"/>
                <a:gd name="connsiteX106" fmla="*/ 3046492 w 3819074"/>
                <a:gd name="connsiteY106" fmla="*/ 1255149 h 3146477"/>
                <a:gd name="connsiteX107" fmla="*/ 3047444 w 3819074"/>
                <a:gd name="connsiteY107" fmla="*/ 1257245 h 3146477"/>
                <a:gd name="connsiteX108" fmla="*/ 3046397 w 3819074"/>
                <a:gd name="connsiteY108" fmla="*/ 1259245 h 3146477"/>
                <a:gd name="connsiteX109" fmla="*/ 2969149 w 3819074"/>
                <a:gd name="connsiteY109" fmla="*/ 1402120 h 3146477"/>
                <a:gd name="connsiteX110" fmla="*/ 2764742 w 3819074"/>
                <a:gd name="connsiteY110" fmla="*/ 1809980 h 3146477"/>
                <a:gd name="connsiteX111" fmla="*/ 2763218 w 3819074"/>
                <a:gd name="connsiteY111" fmla="*/ 1813505 h 3146477"/>
                <a:gd name="connsiteX112" fmla="*/ 2759504 w 3819074"/>
                <a:gd name="connsiteY112" fmla="*/ 1812743 h 3146477"/>
                <a:gd name="connsiteX113" fmla="*/ 2451656 w 3819074"/>
                <a:gd name="connsiteY113" fmla="*/ 1781596 h 3146477"/>
                <a:gd name="connsiteX114" fmla="*/ 1999313 w 3819074"/>
                <a:gd name="connsiteY114" fmla="*/ 1874179 h 3146477"/>
                <a:gd name="connsiteX115" fmla="*/ 1573641 w 3819074"/>
                <a:gd name="connsiteY115" fmla="*/ 2121257 h 3146477"/>
                <a:gd name="connsiteX116" fmla="*/ 1087961 w 3819074"/>
                <a:gd name="connsiteY116" fmla="*/ 1067126 h 3146477"/>
                <a:gd name="connsiteX117" fmla="*/ 1430861 w 3819074"/>
                <a:gd name="connsiteY117" fmla="*/ 1582619 h 3146477"/>
                <a:gd name="connsiteX118" fmla="*/ 1574593 w 3819074"/>
                <a:gd name="connsiteY118" fmla="*/ 2108684 h 3146477"/>
                <a:gd name="connsiteX119" fmla="*/ 1994932 w 3819074"/>
                <a:gd name="connsiteY119" fmla="*/ 1865416 h 3146477"/>
                <a:gd name="connsiteX120" fmla="*/ 2451179 w 3819074"/>
                <a:gd name="connsiteY120" fmla="*/ 1772071 h 3146477"/>
                <a:gd name="connsiteX121" fmla="*/ 2756932 w 3819074"/>
                <a:gd name="connsiteY121" fmla="*/ 1802741 h 3146477"/>
                <a:gd name="connsiteX122" fmla="*/ 2960195 w 3819074"/>
                <a:gd name="connsiteY122" fmla="*/ 1397643 h 3146477"/>
                <a:gd name="connsiteX123" fmla="*/ 3036395 w 3819074"/>
                <a:gd name="connsiteY123" fmla="*/ 1257054 h 3146477"/>
                <a:gd name="connsiteX124" fmla="*/ 2451560 w 3819074"/>
                <a:gd name="connsiteY124" fmla="*/ 777947 h 3146477"/>
                <a:gd name="connsiteX125" fmla="*/ 2218388 w 3819074"/>
                <a:gd name="connsiteY125" fmla="*/ 857576 h 3146477"/>
                <a:gd name="connsiteX126" fmla="*/ 1546781 w 3819074"/>
                <a:gd name="connsiteY126" fmla="*/ 1050933 h 3146477"/>
                <a:gd name="connsiteX127" fmla="*/ 1255220 w 3819074"/>
                <a:gd name="connsiteY127" fmla="*/ 1072745 h 3146477"/>
                <a:gd name="connsiteX128" fmla="*/ 1087961 w 3819074"/>
                <a:gd name="connsiteY128" fmla="*/ 1067126 h 3146477"/>
                <a:gd name="connsiteX129" fmla="*/ 1241981 w 3819074"/>
                <a:gd name="connsiteY129" fmla="*/ 2954886 h 3146477"/>
                <a:gd name="connsiteX130" fmla="*/ 1025096 w 3819074"/>
                <a:gd name="connsiteY130" fmla="*/ 2880400 h 3146477"/>
                <a:gd name="connsiteX131" fmla="*/ 979662 w 3819074"/>
                <a:gd name="connsiteY131" fmla="*/ 2502733 h 3146477"/>
                <a:gd name="connsiteX132" fmla="*/ 915559 w 3819074"/>
                <a:gd name="connsiteY132" fmla="*/ 1850081 h 3146477"/>
                <a:gd name="connsiteX133" fmla="*/ 541417 w 3819074"/>
                <a:gd name="connsiteY133" fmla="*/ 1312204 h 3146477"/>
                <a:gd name="connsiteX134" fmla="*/ 241855 w 3819074"/>
                <a:gd name="connsiteY134" fmla="*/ 535249 h 3146477"/>
                <a:gd name="connsiteX135" fmla="*/ 530082 w 3819074"/>
                <a:gd name="connsiteY135" fmla="*/ 435713 h 3146477"/>
                <a:gd name="connsiteX136" fmla="*/ 862790 w 3819074"/>
                <a:gd name="connsiteY136" fmla="*/ 462002 h 3146477"/>
                <a:gd name="connsiteX137" fmla="*/ 1255030 w 3819074"/>
                <a:gd name="connsiteY137" fmla="*/ 491720 h 3146477"/>
                <a:gd name="connsiteX138" fmla="*/ 1455055 w 3819074"/>
                <a:gd name="connsiteY138" fmla="*/ 477242 h 3146477"/>
                <a:gd name="connsiteX139" fmla="*/ 2015601 w 3819074"/>
                <a:gd name="connsiteY139" fmla="*/ 313127 h 3146477"/>
                <a:gd name="connsiteX140" fmla="*/ 2483088 w 3819074"/>
                <a:gd name="connsiteY140" fmla="*/ 190635 h 3146477"/>
                <a:gd name="connsiteX141" fmla="*/ 2734834 w 3819074"/>
                <a:gd name="connsiteY141" fmla="*/ 268835 h 3146477"/>
                <a:gd name="connsiteX142" fmla="*/ 2755789 w 3819074"/>
                <a:gd name="connsiteY142" fmla="*/ 282551 h 3146477"/>
                <a:gd name="connsiteX143" fmla="*/ 3361674 w 3819074"/>
                <a:gd name="connsiteY143" fmla="*/ 735084 h 3146477"/>
                <a:gd name="connsiteX144" fmla="*/ 3627612 w 3819074"/>
                <a:gd name="connsiteY144" fmla="*/ 1251911 h 3146477"/>
                <a:gd name="connsiteX145" fmla="*/ 3467592 w 3819074"/>
                <a:gd name="connsiteY145" fmla="*/ 1681202 h 3146477"/>
                <a:gd name="connsiteX146" fmla="*/ 3161649 w 3819074"/>
                <a:gd name="connsiteY146" fmla="*/ 2474445 h 3146477"/>
                <a:gd name="connsiteX147" fmla="*/ 3160982 w 3819074"/>
                <a:gd name="connsiteY147" fmla="*/ 2478540 h 3146477"/>
                <a:gd name="connsiteX148" fmla="*/ 3156506 w 3819074"/>
                <a:gd name="connsiteY148" fmla="*/ 2478540 h 3146477"/>
                <a:gd name="connsiteX149" fmla="*/ 2873518 w 3819074"/>
                <a:gd name="connsiteY149" fmla="*/ 2424533 h 3146477"/>
                <a:gd name="connsiteX150" fmla="*/ 2451084 w 3819074"/>
                <a:gd name="connsiteY150" fmla="*/ 2353191 h 3146477"/>
                <a:gd name="connsiteX151" fmla="*/ 2233914 w 3819074"/>
                <a:gd name="connsiteY151" fmla="*/ 2395196 h 3146477"/>
                <a:gd name="connsiteX152" fmla="*/ 1752711 w 3819074"/>
                <a:gd name="connsiteY152" fmla="*/ 2695615 h 3146477"/>
                <a:gd name="connsiteX153" fmla="*/ 1241314 w 3819074"/>
                <a:gd name="connsiteY153" fmla="*/ 2954981 h 3146477"/>
                <a:gd name="connsiteX154" fmla="*/ 1241314 w 3819074"/>
                <a:gd name="connsiteY154" fmla="*/ 2954981 h 3146477"/>
                <a:gd name="connsiteX155" fmla="*/ 530368 w 3819074"/>
                <a:gd name="connsiteY155" fmla="*/ 445238 h 3146477"/>
                <a:gd name="connsiteX156" fmla="*/ 250047 w 3819074"/>
                <a:gd name="connsiteY156" fmla="*/ 540488 h 3146477"/>
                <a:gd name="connsiteX157" fmla="*/ 548560 w 3819074"/>
                <a:gd name="connsiteY157" fmla="*/ 1306298 h 3146477"/>
                <a:gd name="connsiteX158" fmla="*/ 923750 w 3819074"/>
                <a:gd name="connsiteY158" fmla="*/ 1845699 h 3146477"/>
                <a:gd name="connsiteX159" fmla="*/ 988806 w 3819074"/>
                <a:gd name="connsiteY159" fmla="*/ 2503781 h 3146477"/>
                <a:gd name="connsiteX160" fmla="*/ 1029954 w 3819074"/>
                <a:gd name="connsiteY160" fmla="*/ 2872399 h 3146477"/>
                <a:gd name="connsiteX161" fmla="*/ 1241695 w 3819074"/>
                <a:gd name="connsiteY161" fmla="*/ 2945361 h 3146477"/>
                <a:gd name="connsiteX162" fmla="*/ 1241695 w 3819074"/>
                <a:gd name="connsiteY162" fmla="*/ 2945361 h 3146477"/>
                <a:gd name="connsiteX163" fmla="*/ 1747472 w 3819074"/>
                <a:gd name="connsiteY163" fmla="*/ 2688186 h 3146477"/>
                <a:gd name="connsiteX164" fmla="*/ 2230295 w 3819074"/>
                <a:gd name="connsiteY164" fmla="*/ 2386719 h 3146477"/>
                <a:gd name="connsiteX165" fmla="*/ 2451465 w 3819074"/>
                <a:gd name="connsiteY165" fmla="*/ 2343952 h 3146477"/>
                <a:gd name="connsiteX166" fmla="*/ 2876090 w 3819074"/>
                <a:gd name="connsiteY166" fmla="*/ 2415580 h 3146477"/>
                <a:gd name="connsiteX167" fmla="*/ 3152886 w 3819074"/>
                <a:gd name="connsiteY167" fmla="*/ 2469301 h 3146477"/>
                <a:gd name="connsiteX168" fmla="*/ 3459305 w 3819074"/>
                <a:gd name="connsiteY168" fmla="*/ 1677011 h 3146477"/>
                <a:gd name="connsiteX169" fmla="*/ 3618087 w 3819074"/>
                <a:gd name="connsiteY169" fmla="*/ 1253054 h 3146477"/>
                <a:gd name="connsiteX170" fmla="*/ 3355102 w 3819074"/>
                <a:gd name="connsiteY170" fmla="*/ 742228 h 3146477"/>
                <a:gd name="connsiteX171" fmla="*/ 2750741 w 3819074"/>
                <a:gd name="connsiteY171" fmla="*/ 291029 h 3146477"/>
                <a:gd name="connsiteX172" fmla="*/ 2729786 w 3819074"/>
                <a:gd name="connsiteY172" fmla="*/ 277217 h 3146477"/>
                <a:gd name="connsiteX173" fmla="*/ 2483183 w 3819074"/>
                <a:gd name="connsiteY173" fmla="*/ 200541 h 3146477"/>
                <a:gd name="connsiteX174" fmla="*/ 2019030 w 3819074"/>
                <a:gd name="connsiteY174" fmla="*/ 322461 h 3146477"/>
                <a:gd name="connsiteX175" fmla="*/ 1457055 w 3819074"/>
                <a:gd name="connsiteY175" fmla="*/ 486958 h 3146477"/>
                <a:gd name="connsiteX176" fmla="*/ 1255792 w 3819074"/>
                <a:gd name="connsiteY176" fmla="*/ 501626 h 3146477"/>
                <a:gd name="connsiteX177" fmla="*/ 862600 w 3819074"/>
                <a:gd name="connsiteY177" fmla="*/ 471908 h 3146477"/>
                <a:gd name="connsiteX178" fmla="*/ 530368 w 3819074"/>
                <a:gd name="connsiteY178" fmla="*/ 445238 h 3146477"/>
                <a:gd name="connsiteX179" fmla="*/ 1362281 w 3819074"/>
                <a:gd name="connsiteY179" fmla="*/ 2505210 h 3146477"/>
                <a:gd name="connsiteX180" fmla="*/ 1363329 w 3819074"/>
                <a:gd name="connsiteY180" fmla="*/ 2495114 h 3146477"/>
                <a:gd name="connsiteX181" fmla="*/ 1253506 w 3819074"/>
                <a:gd name="connsiteY181" fmla="*/ 1674725 h 3146477"/>
                <a:gd name="connsiteX182" fmla="*/ 839168 w 3819074"/>
                <a:gd name="connsiteY182" fmla="*/ 1074650 h 3146477"/>
                <a:gd name="connsiteX183" fmla="*/ 654097 w 3819074"/>
                <a:gd name="connsiteY183" fmla="*/ 830715 h 3146477"/>
                <a:gd name="connsiteX184" fmla="*/ 648287 w 3819074"/>
                <a:gd name="connsiteY184" fmla="*/ 822333 h 3146477"/>
                <a:gd name="connsiteX185" fmla="*/ 658479 w 3819074"/>
                <a:gd name="connsiteY185" fmla="*/ 823190 h 3146477"/>
                <a:gd name="connsiteX186" fmla="*/ 819832 w 3819074"/>
                <a:gd name="connsiteY186" fmla="*/ 840240 h 3146477"/>
                <a:gd name="connsiteX187" fmla="*/ 1255315 w 3819074"/>
                <a:gd name="connsiteY187" fmla="*/ 872435 h 3146477"/>
                <a:gd name="connsiteX188" fmla="*/ 1515348 w 3819074"/>
                <a:gd name="connsiteY188" fmla="*/ 853385 h 3146477"/>
                <a:gd name="connsiteX189" fmla="*/ 2148475 w 3819074"/>
                <a:gd name="connsiteY189" fmla="*/ 670219 h 3146477"/>
                <a:gd name="connsiteX190" fmla="*/ 2483183 w 3819074"/>
                <a:gd name="connsiteY190" fmla="*/ 571635 h 3146477"/>
                <a:gd name="connsiteX191" fmla="*/ 2526236 w 3819074"/>
                <a:gd name="connsiteY191" fmla="*/ 587637 h 3146477"/>
                <a:gd name="connsiteX192" fmla="*/ 2547191 w 3819074"/>
                <a:gd name="connsiteY192" fmla="*/ 601353 h 3146477"/>
                <a:gd name="connsiteX193" fmla="*/ 3092498 w 3819074"/>
                <a:gd name="connsiteY193" fmla="*/ 1004641 h 3146477"/>
                <a:gd name="connsiteX194" fmla="*/ 3246707 w 3819074"/>
                <a:gd name="connsiteY194" fmla="*/ 1271341 h 3146477"/>
                <a:gd name="connsiteX195" fmla="*/ 3246707 w 3819074"/>
                <a:gd name="connsiteY195" fmla="*/ 1272199 h 3146477"/>
                <a:gd name="connsiteX196" fmla="*/ 3246707 w 3819074"/>
                <a:gd name="connsiteY196" fmla="*/ 1273056 h 3146477"/>
                <a:gd name="connsiteX197" fmla="*/ 3135265 w 3819074"/>
                <a:gd name="connsiteY197" fmla="*/ 1495370 h 3146477"/>
                <a:gd name="connsiteX198" fmla="*/ 2882281 w 3819074"/>
                <a:gd name="connsiteY198" fmla="*/ 2029913 h 3146477"/>
                <a:gd name="connsiteX199" fmla="*/ 2880852 w 3819074"/>
                <a:gd name="connsiteY199" fmla="*/ 2034008 h 3146477"/>
                <a:gd name="connsiteX200" fmla="*/ 2876661 w 3819074"/>
                <a:gd name="connsiteY200" fmla="*/ 2032961 h 3146477"/>
                <a:gd name="connsiteX201" fmla="*/ 2451560 w 3819074"/>
                <a:gd name="connsiteY201" fmla="*/ 1972286 h 3146477"/>
                <a:gd name="connsiteX202" fmla="*/ 2077609 w 3819074"/>
                <a:gd name="connsiteY202" fmla="*/ 2048486 h 3146477"/>
                <a:gd name="connsiteX203" fmla="*/ 1528778 w 3819074"/>
                <a:gd name="connsiteY203" fmla="*/ 2388243 h 3146477"/>
                <a:gd name="connsiteX204" fmla="*/ 1370759 w 3819074"/>
                <a:gd name="connsiteY204" fmla="*/ 2500257 h 3146477"/>
                <a:gd name="connsiteX205" fmla="*/ 667813 w 3819074"/>
                <a:gd name="connsiteY205" fmla="*/ 833954 h 3146477"/>
                <a:gd name="connsiteX206" fmla="*/ 846598 w 3819074"/>
                <a:gd name="connsiteY206" fmla="*/ 1068935 h 3146477"/>
                <a:gd name="connsiteX207" fmla="*/ 1261983 w 3819074"/>
                <a:gd name="connsiteY207" fmla="*/ 1670344 h 3146477"/>
                <a:gd name="connsiteX208" fmla="*/ 1373806 w 3819074"/>
                <a:gd name="connsiteY208" fmla="*/ 2485970 h 3146477"/>
                <a:gd name="connsiteX209" fmla="*/ 1523063 w 3819074"/>
                <a:gd name="connsiteY209" fmla="*/ 2379861 h 3146477"/>
                <a:gd name="connsiteX210" fmla="*/ 2073608 w 3819074"/>
                <a:gd name="connsiteY210" fmla="*/ 2039057 h 3146477"/>
                <a:gd name="connsiteX211" fmla="*/ 2451465 w 3819074"/>
                <a:gd name="connsiteY211" fmla="*/ 1962857 h 3146477"/>
                <a:gd name="connsiteX212" fmla="*/ 2874566 w 3819074"/>
                <a:gd name="connsiteY212" fmla="*/ 2022864 h 3146477"/>
                <a:gd name="connsiteX213" fmla="*/ 3126788 w 3819074"/>
                <a:gd name="connsiteY213" fmla="*/ 1490798 h 3146477"/>
                <a:gd name="connsiteX214" fmla="*/ 3237182 w 3819074"/>
                <a:gd name="connsiteY214" fmla="*/ 1271723 h 3146477"/>
                <a:gd name="connsiteX215" fmla="*/ 3085735 w 3819074"/>
                <a:gd name="connsiteY215" fmla="*/ 1011881 h 3146477"/>
                <a:gd name="connsiteX216" fmla="*/ 2541953 w 3819074"/>
                <a:gd name="connsiteY216" fmla="*/ 609830 h 3146477"/>
                <a:gd name="connsiteX217" fmla="*/ 2520998 w 3819074"/>
                <a:gd name="connsiteY217" fmla="*/ 596019 h 3146477"/>
                <a:gd name="connsiteX218" fmla="*/ 2482898 w 3819074"/>
                <a:gd name="connsiteY218" fmla="*/ 581636 h 3146477"/>
                <a:gd name="connsiteX219" fmla="*/ 2151523 w 3819074"/>
                <a:gd name="connsiteY219" fmla="*/ 679648 h 3146477"/>
                <a:gd name="connsiteX220" fmla="*/ 1516491 w 3819074"/>
                <a:gd name="connsiteY220" fmla="*/ 863290 h 3146477"/>
                <a:gd name="connsiteX221" fmla="*/ 1255030 w 3819074"/>
                <a:gd name="connsiteY221" fmla="*/ 882340 h 3146477"/>
                <a:gd name="connsiteX222" fmla="*/ 818785 w 3819074"/>
                <a:gd name="connsiteY222" fmla="*/ 850146 h 3146477"/>
                <a:gd name="connsiteX223" fmla="*/ 667813 w 3819074"/>
                <a:gd name="connsiteY223" fmla="*/ 833954 h 3146477"/>
                <a:gd name="connsiteX224" fmla="*/ 1709277 w 3819074"/>
                <a:gd name="connsiteY224" fmla="*/ 1809218 h 3146477"/>
                <a:gd name="connsiteX225" fmla="*/ 1707753 w 3819074"/>
                <a:gd name="connsiteY225" fmla="*/ 1803218 h 3146477"/>
                <a:gd name="connsiteX226" fmla="*/ 1591739 w 3819074"/>
                <a:gd name="connsiteY226" fmla="*/ 1499275 h 3146477"/>
                <a:gd name="connsiteX227" fmla="*/ 1446197 w 3819074"/>
                <a:gd name="connsiteY227" fmla="*/ 1252673 h 3146477"/>
                <a:gd name="connsiteX228" fmla="*/ 1441815 w 3819074"/>
                <a:gd name="connsiteY228" fmla="*/ 1246005 h 3146477"/>
                <a:gd name="connsiteX229" fmla="*/ 1449721 w 3819074"/>
                <a:gd name="connsiteY229" fmla="*/ 1245338 h 3146477"/>
                <a:gd name="connsiteX230" fmla="*/ 1575546 w 3819074"/>
                <a:gd name="connsiteY230" fmla="*/ 1229622 h 3146477"/>
                <a:gd name="connsiteX231" fmla="*/ 2281253 w 3819074"/>
                <a:gd name="connsiteY231" fmla="*/ 1027406 h 3146477"/>
                <a:gd name="connsiteX232" fmla="*/ 2421366 w 3819074"/>
                <a:gd name="connsiteY232" fmla="*/ 976638 h 3146477"/>
                <a:gd name="connsiteX233" fmla="*/ 2423557 w 3819074"/>
                <a:gd name="connsiteY233" fmla="*/ 975876 h 3146477"/>
                <a:gd name="connsiteX234" fmla="*/ 2425462 w 3819074"/>
                <a:gd name="connsiteY234" fmla="*/ 977210 h 3146477"/>
                <a:gd name="connsiteX235" fmla="*/ 2819987 w 3819074"/>
                <a:gd name="connsiteY235" fmla="*/ 1270961 h 3146477"/>
                <a:gd name="connsiteX236" fmla="*/ 2822559 w 3819074"/>
                <a:gd name="connsiteY236" fmla="*/ 1273532 h 3146477"/>
                <a:gd name="connsiteX237" fmla="*/ 2820749 w 3819074"/>
                <a:gd name="connsiteY237" fmla="*/ 1276676 h 3146477"/>
                <a:gd name="connsiteX238" fmla="*/ 2802652 w 3819074"/>
                <a:gd name="connsiteY238" fmla="*/ 1309156 h 3146477"/>
                <a:gd name="connsiteX239" fmla="*/ 2648918 w 3819074"/>
                <a:gd name="connsiteY239" fmla="*/ 1599954 h 3146477"/>
                <a:gd name="connsiteX240" fmla="*/ 2647490 w 3819074"/>
                <a:gd name="connsiteY240" fmla="*/ 1603002 h 3146477"/>
                <a:gd name="connsiteX241" fmla="*/ 2644061 w 3819074"/>
                <a:gd name="connsiteY241" fmla="*/ 1603002 h 3146477"/>
                <a:gd name="connsiteX242" fmla="*/ 2451656 w 3819074"/>
                <a:gd name="connsiteY242" fmla="*/ 1591096 h 3146477"/>
                <a:gd name="connsiteX243" fmla="*/ 1920922 w 3819074"/>
                <a:gd name="connsiteY243" fmla="*/ 1700538 h 3146477"/>
                <a:gd name="connsiteX244" fmla="*/ 1714897 w 3819074"/>
                <a:gd name="connsiteY244" fmla="*/ 1806075 h 3146477"/>
                <a:gd name="connsiteX245" fmla="*/ 1458484 w 3819074"/>
                <a:gd name="connsiteY245" fmla="*/ 1254101 h 3146477"/>
                <a:gd name="connsiteX246" fmla="*/ 1600216 w 3819074"/>
                <a:gd name="connsiteY246" fmla="*/ 1494893 h 3146477"/>
                <a:gd name="connsiteX247" fmla="*/ 1715373 w 3819074"/>
                <a:gd name="connsiteY247" fmla="*/ 1794740 h 3146477"/>
                <a:gd name="connsiteX248" fmla="*/ 1916827 w 3819074"/>
                <a:gd name="connsiteY248" fmla="*/ 1691870 h 3146477"/>
                <a:gd name="connsiteX249" fmla="*/ 2451465 w 3819074"/>
                <a:gd name="connsiteY249" fmla="*/ 1581571 h 3146477"/>
                <a:gd name="connsiteX250" fmla="*/ 2641965 w 3819074"/>
                <a:gd name="connsiteY250" fmla="*/ 1592715 h 3146477"/>
                <a:gd name="connsiteX251" fmla="*/ 2794365 w 3819074"/>
                <a:gd name="connsiteY251" fmla="*/ 1304489 h 3146477"/>
                <a:gd name="connsiteX252" fmla="*/ 2810653 w 3819074"/>
                <a:gd name="connsiteY252" fmla="*/ 1275152 h 3146477"/>
                <a:gd name="connsiteX253" fmla="*/ 2422223 w 3819074"/>
                <a:gd name="connsiteY253" fmla="*/ 986449 h 3146477"/>
                <a:gd name="connsiteX254" fmla="*/ 2284682 w 3819074"/>
                <a:gd name="connsiteY254" fmla="*/ 1036264 h 3146477"/>
                <a:gd name="connsiteX255" fmla="*/ 1576975 w 3819074"/>
                <a:gd name="connsiteY255" fmla="*/ 1239052 h 3146477"/>
                <a:gd name="connsiteX256" fmla="*/ 1458484 w 3819074"/>
                <a:gd name="connsiteY256" fmla="*/ 1254101 h 3146477"/>
                <a:gd name="connsiteX257" fmla="*/ 1241981 w 3819074"/>
                <a:gd name="connsiteY257" fmla="*/ 3050136 h 3146477"/>
                <a:gd name="connsiteX258" fmla="*/ 1241981 w 3819074"/>
                <a:gd name="connsiteY258" fmla="*/ 3050136 h 3146477"/>
                <a:gd name="connsiteX259" fmla="*/ 972899 w 3819074"/>
                <a:gd name="connsiteY259" fmla="*/ 2960029 h 3146477"/>
                <a:gd name="connsiteX260" fmla="*/ 884888 w 3819074"/>
                <a:gd name="connsiteY260" fmla="*/ 2492637 h 3146477"/>
                <a:gd name="connsiteX261" fmla="*/ 831072 w 3819074"/>
                <a:gd name="connsiteY261" fmla="*/ 1893896 h 3146477"/>
                <a:gd name="connsiteX262" fmla="*/ 466836 w 3819074"/>
                <a:gd name="connsiteY262" fmla="*/ 1371545 h 3146477"/>
                <a:gd name="connsiteX263" fmla="*/ 162417 w 3819074"/>
                <a:gd name="connsiteY263" fmla="*/ 483148 h 3146477"/>
                <a:gd name="connsiteX264" fmla="*/ 530368 w 3819074"/>
                <a:gd name="connsiteY264" fmla="*/ 340273 h 3146477"/>
                <a:gd name="connsiteX265" fmla="*/ 873839 w 3819074"/>
                <a:gd name="connsiteY265" fmla="*/ 367229 h 3146477"/>
                <a:gd name="connsiteX266" fmla="*/ 1255315 w 3819074"/>
                <a:gd name="connsiteY266" fmla="*/ 396280 h 3146477"/>
                <a:gd name="connsiteX267" fmla="*/ 1440100 w 3819074"/>
                <a:gd name="connsiteY267" fmla="*/ 382945 h 3146477"/>
                <a:gd name="connsiteX268" fmla="*/ 1982454 w 3819074"/>
                <a:gd name="connsiteY268" fmla="*/ 223687 h 3146477"/>
                <a:gd name="connsiteX269" fmla="*/ 2483183 w 3819074"/>
                <a:gd name="connsiteY269" fmla="*/ 95195 h 3146477"/>
                <a:gd name="connsiteX270" fmla="*/ 2787126 w 3819074"/>
                <a:gd name="connsiteY270" fmla="*/ 189016 h 3146477"/>
                <a:gd name="connsiteX271" fmla="*/ 2808081 w 3819074"/>
                <a:gd name="connsiteY271" fmla="*/ 202732 h 3146477"/>
                <a:gd name="connsiteX272" fmla="*/ 3722481 w 3819074"/>
                <a:gd name="connsiteY272" fmla="*/ 1244005 h 3146477"/>
                <a:gd name="connsiteX273" fmla="*/ 3551031 w 3819074"/>
                <a:gd name="connsiteY273" fmla="*/ 1727589 h 3146477"/>
                <a:gd name="connsiteX274" fmla="*/ 3251660 w 3819074"/>
                <a:gd name="connsiteY274" fmla="*/ 2518831 h 3146477"/>
                <a:gd name="connsiteX275" fmla="*/ 3160887 w 3819074"/>
                <a:gd name="connsiteY275" fmla="*/ 2573600 h 3146477"/>
                <a:gd name="connsiteX276" fmla="*/ 2851324 w 3819074"/>
                <a:gd name="connsiteY276" fmla="*/ 2516450 h 3146477"/>
                <a:gd name="connsiteX277" fmla="*/ 2451751 w 3819074"/>
                <a:gd name="connsiteY277" fmla="*/ 2447870 h 3146477"/>
                <a:gd name="connsiteX278" fmla="*/ 2273729 w 3819074"/>
                <a:gd name="connsiteY278" fmla="*/ 2481398 h 3146477"/>
                <a:gd name="connsiteX279" fmla="*/ 1809480 w 3819074"/>
                <a:gd name="connsiteY279" fmla="*/ 2772005 h 3146477"/>
                <a:gd name="connsiteX280" fmla="*/ 1241981 w 3819074"/>
                <a:gd name="connsiteY280" fmla="*/ 3050136 h 3146477"/>
                <a:gd name="connsiteX281" fmla="*/ 530368 w 3819074"/>
                <a:gd name="connsiteY281" fmla="*/ 349988 h 3146477"/>
                <a:gd name="connsiteX282" fmla="*/ 170418 w 3819074"/>
                <a:gd name="connsiteY282" fmla="*/ 488291 h 3146477"/>
                <a:gd name="connsiteX283" fmla="*/ 474075 w 3819074"/>
                <a:gd name="connsiteY283" fmla="*/ 1365639 h 3146477"/>
                <a:gd name="connsiteX284" fmla="*/ 839168 w 3819074"/>
                <a:gd name="connsiteY284" fmla="*/ 1889514 h 3146477"/>
                <a:gd name="connsiteX285" fmla="*/ 894127 w 3819074"/>
                <a:gd name="connsiteY285" fmla="*/ 2493590 h 3146477"/>
                <a:gd name="connsiteX286" fmla="*/ 977852 w 3819074"/>
                <a:gd name="connsiteY286" fmla="*/ 2952123 h 3146477"/>
                <a:gd name="connsiteX287" fmla="*/ 1241695 w 3819074"/>
                <a:gd name="connsiteY287" fmla="*/ 3040611 h 3146477"/>
                <a:gd name="connsiteX288" fmla="*/ 1241695 w 3819074"/>
                <a:gd name="connsiteY288" fmla="*/ 3040611 h 3146477"/>
                <a:gd name="connsiteX289" fmla="*/ 1803670 w 3819074"/>
                <a:gd name="connsiteY289" fmla="*/ 2764386 h 3146477"/>
                <a:gd name="connsiteX290" fmla="*/ 2269633 w 3819074"/>
                <a:gd name="connsiteY290" fmla="*/ 2472825 h 3146477"/>
                <a:gd name="connsiteX291" fmla="*/ 2451560 w 3819074"/>
                <a:gd name="connsiteY291" fmla="*/ 2438440 h 3146477"/>
                <a:gd name="connsiteX292" fmla="*/ 2853230 w 3819074"/>
                <a:gd name="connsiteY292" fmla="*/ 2507210 h 3146477"/>
                <a:gd name="connsiteX293" fmla="*/ 3160697 w 3819074"/>
                <a:gd name="connsiteY293" fmla="*/ 2563884 h 3146477"/>
                <a:gd name="connsiteX294" fmla="*/ 3242040 w 3819074"/>
                <a:gd name="connsiteY294" fmla="*/ 2517307 h 3146477"/>
                <a:gd name="connsiteX295" fmla="*/ 3542458 w 3819074"/>
                <a:gd name="connsiteY295" fmla="*/ 1722731 h 3146477"/>
                <a:gd name="connsiteX296" fmla="*/ 3713147 w 3819074"/>
                <a:gd name="connsiteY296" fmla="*/ 1244576 h 3146477"/>
                <a:gd name="connsiteX297" fmla="*/ 2802938 w 3819074"/>
                <a:gd name="connsiteY297" fmla="*/ 210447 h 3146477"/>
                <a:gd name="connsiteX298" fmla="*/ 2781983 w 3819074"/>
                <a:gd name="connsiteY298" fmla="*/ 196731 h 3146477"/>
                <a:gd name="connsiteX299" fmla="*/ 2483279 w 3819074"/>
                <a:gd name="connsiteY299" fmla="*/ 104529 h 3146477"/>
                <a:gd name="connsiteX300" fmla="*/ 1985883 w 3819074"/>
                <a:gd name="connsiteY300" fmla="*/ 232450 h 3146477"/>
                <a:gd name="connsiteX301" fmla="*/ 1441625 w 3819074"/>
                <a:gd name="connsiteY301" fmla="*/ 392184 h 3146477"/>
                <a:gd name="connsiteX302" fmla="*/ 1255411 w 3819074"/>
                <a:gd name="connsiteY302" fmla="*/ 405614 h 3146477"/>
                <a:gd name="connsiteX303" fmla="*/ 872887 w 3819074"/>
                <a:gd name="connsiteY303" fmla="*/ 376468 h 3146477"/>
                <a:gd name="connsiteX304" fmla="*/ 530368 w 3819074"/>
                <a:gd name="connsiteY304" fmla="*/ 349988 h 3146477"/>
                <a:gd name="connsiteX305" fmla="*/ 1251506 w 3819074"/>
                <a:gd name="connsiteY305" fmla="*/ 2668564 h 3146477"/>
                <a:gd name="connsiteX306" fmla="*/ 1251506 w 3819074"/>
                <a:gd name="connsiteY306" fmla="*/ 2662182 h 3146477"/>
                <a:gd name="connsiteX307" fmla="*/ 1263317 w 3819074"/>
                <a:gd name="connsiteY307" fmla="*/ 2533595 h 3146477"/>
                <a:gd name="connsiteX308" fmla="*/ 1168924 w 3819074"/>
                <a:gd name="connsiteY308" fmla="*/ 1718540 h 3146477"/>
                <a:gd name="connsiteX309" fmla="*/ 764588 w 3819074"/>
                <a:gd name="connsiteY309" fmla="*/ 1134277 h 3146477"/>
                <a:gd name="connsiteX310" fmla="*/ 531606 w 3819074"/>
                <a:gd name="connsiteY310" fmla="*/ 818904 h 3146477"/>
                <a:gd name="connsiteX311" fmla="*/ 484552 w 3819074"/>
                <a:gd name="connsiteY311" fmla="*/ 729178 h 3146477"/>
                <a:gd name="connsiteX312" fmla="*/ 482171 w 3819074"/>
                <a:gd name="connsiteY312" fmla="*/ 723082 h 3146477"/>
                <a:gd name="connsiteX313" fmla="*/ 488743 w 3819074"/>
                <a:gd name="connsiteY313" fmla="*/ 723082 h 3146477"/>
                <a:gd name="connsiteX314" fmla="*/ 530272 w 3819074"/>
                <a:gd name="connsiteY314" fmla="*/ 721939 h 3146477"/>
                <a:gd name="connsiteX315" fmla="*/ 830786 w 3819074"/>
                <a:gd name="connsiteY315" fmla="*/ 746419 h 3146477"/>
                <a:gd name="connsiteX316" fmla="*/ 1255220 w 3819074"/>
                <a:gd name="connsiteY316" fmla="*/ 777947 h 3146477"/>
                <a:gd name="connsiteX317" fmla="*/ 1500203 w 3819074"/>
                <a:gd name="connsiteY317" fmla="*/ 759849 h 3146477"/>
                <a:gd name="connsiteX318" fmla="*/ 2115137 w 3819074"/>
                <a:gd name="connsiteY318" fmla="*/ 581446 h 3146477"/>
                <a:gd name="connsiteX319" fmla="*/ 2483088 w 3819074"/>
                <a:gd name="connsiteY319" fmla="*/ 476671 h 3146477"/>
                <a:gd name="connsiteX320" fmla="*/ 2578338 w 3819074"/>
                <a:gd name="connsiteY320" fmla="*/ 508198 h 3146477"/>
                <a:gd name="connsiteX321" fmla="*/ 2599198 w 3819074"/>
                <a:gd name="connsiteY321" fmla="*/ 521914 h 3146477"/>
                <a:gd name="connsiteX322" fmla="*/ 3342624 w 3819074"/>
                <a:gd name="connsiteY322" fmla="*/ 1275152 h 3146477"/>
                <a:gd name="connsiteX323" fmla="*/ 3218132 w 3819074"/>
                <a:gd name="connsiteY323" fmla="*/ 1541852 h 3146477"/>
                <a:gd name="connsiteX324" fmla="*/ 2945336 w 3819074"/>
                <a:gd name="connsiteY324" fmla="*/ 2143260 h 3146477"/>
                <a:gd name="connsiteX325" fmla="*/ 2944003 w 3819074"/>
                <a:gd name="connsiteY325" fmla="*/ 2147546 h 3146477"/>
                <a:gd name="connsiteX326" fmla="*/ 2939621 w 3819074"/>
                <a:gd name="connsiteY326" fmla="*/ 2146499 h 3146477"/>
                <a:gd name="connsiteX327" fmla="*/ 2451370 w 3819074"/>
                <a:gd name="connsiteY327" fmla="*/ 2067441 h 3146477"/>
                <a:gd name="connsiteX328" fmla="*/ 2116566 w 3819074"/>
                <a:gd name="connsiteY328" fmla="*/ 2134688 h 3146477"/>
                <a:gd name="connsiteX329" fmla="*/ 1584785 w 3819074"/>
                <a:gd name="connsiteY329" fmla="*/ 2464633 h 3146477"/>
                <a:gd name="connsiteX330" fmla="*/ 1257316 w 3819074"/>
                <a:gd name="connsiteY330" fmla="*/ 2667230 h 3146477"/>
                <a:gd name="connsiteX331" fmla="*/ 496078 w 3819074"/>
                <a:gd name="connsiteY331" fmla="*/ 731750 h 3146477"/>
                <a:gd name="connsiteX332" fmla="*/ 539797 w 3819074"/>
                <a:gd name="connsiteY332" fmla="*/ 813951 h 3146477"/>
                <a:gd name="connsiteX333" fmla="*/ 772112 w 3819074"/>
                <a:gd name="connsiteY333" fmla="*/ 1128276 h 3146477"/>
                <a:gd name="connsiteX334" fmla="*/ 1177401 w 3819074"/>
                <a:gd name="connsiteY334" fmla="*/ 1714159 h 3146477"/>
                <a:gd name="connsiteX335" fmla="*/ 1272651 w 3819074"/>
                <a:gd name="connsiteY335" fmla="*/ 2534166 h 3146477"/>
                <a:gd name="connsiteX336" fmla="*/ 1261221 w 3819074"/>
                <a:gd name="connsiteY336" fmla="*/ 2656276 h 3146477"/>
                <a:gd name="connsiteX337" fmla="*/ 1578975 w 3819074"/>
                <a:gd name="connsiteY337" fmla="*/ 2456823 h 3146477"/>
                <a:gd name="connsiteX338" fmla="*/ 2112375 w 3819074"/>
                <a:gd name="connsiteY338" fmla="*/ 2125925 h 3146477"/>
                <a:gd name="connsiteX339" fmla="*/ 2451084 w 3819074"/>
                <a:gd name="connsiteY339" fmla="*/ 2057821 h 3146477"/>
                <a:gd name="connsiteX340" fmla="*/ 2936859 w 3819074"/>
                <a:gd name="connsiteY340" fmla="*/ 2136021 h 3146477"/>
                <a:gd name="connsiteX341" fmla="*/ 3209083 w 3819074"/>
                <a:gd name="connsiteY341" fmla="*/ 1537089 h 3146477"/>
                <a:gd name="connsiteX342" fmla="*/ 3332908 w 3819074"/>
                <a:gd name="connsiteY342" fmla="*/ 1275628 h 3146477"/>
                <a:gd name="connsiteX343" fmla="*/ 2593769 w 3819074"/>
                <a:gd name="connsiteY343" fmla="*/ 529630 h 3146477"/>
                <a:gd name="connsiteX344" fmla="*/ 2572814 w 3819074"/>
                <a:gd name="connsiteY344" fmla="*/ 515914 h 3146477"/>
                <a:gd name="connsiteX345" fmla="*/ 2482802 w 3819074"/>
                <a:gd name="connsiteY345" fmla="*/ 485910 h 3146477"/>
                <a:gd name="connsiteX346" fmla="*/ 2118281 w 3819074"/>
                <a:gd name="connsiteY346" fmla="*/ 589923 h 3146477"/>
                <a:gd name="connsiteX347" fmla="*/ 1501346 w 3819074"/>
                <a:gd name="connsiteY347" fmla="*/ 768803 h 3146477"/>
                <a:gd name="connsiteX348" fmla="*/ 1254935 w 3819074"/>
                <a:gd name="connsiteY348" fmla="*/ 786995 h 3146477"/>
                <a:gd name="connsiteX349" fmla="*/ 829453 w 3819074"/>
                <a:gd name="connsiteY349" fmla="*/ 755372 h 3146477"/>
                <a:gd name="connsiteX350" fmla="*/ 529987 w 3819074"/>
                <a:gd name="connsiteY350" fmla="*/ 730988 h 3146477"/>
                <a:gd name="connsiteX351" fmla="*/ 496078 w 3819074"/>
                <a:gd name="connsiteY351" fmla="*/ 731750 h 3146477"/>
                <a:gd name="connsiteX352" fmla="*/ 1643269 w 3819074"/>
                <a:gd name="connsiteY352" fmla="*/ 1960475 h 3146477"/>
                <a:gd name="connsiteX353" fmla="*/ 1642126 w 3819074"/>
                <a:gd name="connsiteY353" fmla="*/ 1953427 h 3146477"/>
                <a:gd name="connsiteX354" fmla="*/ 1507252 w 3819074"/>
                <a:gd name="connsiteY354" fmla="*/ 1543376 h 3146477"/>
                <a:gd name="connsiteX355" fmla="*/ 1270079 w 3819074"/>
                <a:gd name="connsiteY355" fmla="*/ 1166186 h 3146477"/>
                <a:gd name="connsiteX356" fmla="*/ 1264650 w 3819074"/>
                <a:gd name="connsiteY356" fmla="*/ 1158661 h 3146477"/>
                <a:gd name="connsiteX357" fmla="*/ 1274175 w 3819074"/>
                <a:gd name="connsiteY357" fmla="*/ 1158661 h 3146477"/>
                <a:gd name="connsiteX358" fmla="*/ 1560782 w 3819074"/>
                <a:gd name="connsiteY358" fmla="*/ 1135896 h 3146477"/>
                <a:gd name="connsiteX359" fmla="*/ 2248392 w 3819074"/>
                <a:gd name="connsiteY359" fmla="*/ 938347 h 3146477"/>
                <a:gd name="connsiteX360" fmla="*/ 2435463 w 3819074"/>
                <a:gd name="connsiteY360" fmla="*/ 871672 h 3146477"/>
                <a:gd name="connsiteX361" fmla="*/ 2437654 w 3819074"/>
                <a:gd name="connsiteY361" fmla="*/ 871006 h 3146477"/>
                <a:gd name="connsiteX362" fmla="*/ 2439559 w 3819074"/>
                <a:gd name="connsiteY362" fmla="*/ 872244 h 3146477"/>
                <a:gd name="connsiteX363" fmla="*/ 2870851 w 3819074"/>
                <a:gd name="connsiteY363" fmla="*/ 1187712 h 3146477"/>
                <a:gd name="connsiteX364" fmla="*/ 2936573 w 3819074"/>
                <a:gd name="connsiteY364" fmla="*/ 1257911 h 3146477"/>
                <a:gd name="connsiteX365" fmla="*/ 2938383 w 3819074"/>
                <a:gd name="connsiteY365" fmla="*/ 1260388 h 3146477"/>
                <a:gd name="connsiteX366" fmla="*/ 2936954 w 3819074"/>
                <a:gd name="connsiteY366" fmla="*/ 1263055 h 3146477"/>
                <a:gd name="connsiteX367" fmla="*/ 2885996 w 3819074"/>
                <a:gd name="connsiteY367" fmla="*/ 1355733 h 3146477"/>
                <a:gd name="connsiteX368" fmla="*/ 2705973 w 3819074"/>
                <a:gd name="connsiteY368" fmla="*/ 1703491 h 3146477"/>
                <a:gd name="connsiteX369" fmla="*/ 2704449 w 3819074"/>
                <a:gd name="connsiteY369" fmla="*/ 1706729 h 3146477"/>
                <a:gd name="connsiteX370" fmla="*/ 2700925 w 3819074"/>
                <a:gd name="connsiteY370" fmla="*/ 1706158 h 3146477"/>
                <a:gd name="connsiteX371" fmla="*/ 2451656 w 3819074"/>
                <a:gd name="connsiteY371" fmla="*/ 1686346 h 3146477"/>
                <a:gd name="connsiteX372" fmla="*/ 1960070 w 3819074"/>
                <a:gd name="connsiteY372" fmla="*/ 1787406 h 3146477"/>
                <a:gd name="connsiteX373" fmla="*/ 1649555 w 3819074"/>
                <a:gd name="connsiteY373" fmla="*/ 1956475 h 3146477"/>
                <a:gd name="connsiteX374" fmla="*/ 1283224 w 3819074"/>
                <a:gd name="connsiteY374" fmla="*/ 1167995 h 3146477"/>
                <a:gd name="connsiteX375" fmla="*/ 1515634 w 3819074"/>
                <a:gd name="connsiteY375" fmla="*/ 1539470 h 3146477"/>
                <a:gd name="connsiteX376" fmla="*/ 1650317 w 3819074"/>
                <a:gd name="connsiteY376" fmla="*/ 1945235 h 3146477"/>
                <a:gd name="connsiteX377" fmla="*/ 1956356 w 3819074"/>
                <a:gd name="connsiteY377" fmla="*/ 1778643 h 3146477"/>
                <a:gd name="connsiteX378" fmla="*/ 2451656 w 3819074"/>
                <a:gd name="connsiteY378" fmla="*/ 1676821 h 3146477"/>
                <a:gd name="connsiteX379" fmla="*/ 2698734 w 3819074"/>
                <a:gd name="connsiteY379" fmla="*/ 1695871 h 3146477"/>
                <a:gd name="connsiteX380" fmla="*/ 2877614 w 3819074"/>
                <a:gd name="connsiteY380" fmla="*/ 1350685 h 3146477"/>
                <a:gd name="connsiteX381" fmla="*/ 2927048 w 3819074"/>
                <a:gd name="connsiteY381" fmla="*/ 1260959 h 3146477"/>
                <a:gd name="connsiteX382" fmla="*/ 2864279 w 3819074"/>
                <a:gd name="connsiteY382" fmla="*/ 1194284 h 3146477"/>
                <a:gd name="connsiteX383" fmla="*/ 2435654 w 3819074"/>
                <a:gd name="connsiteY383" fmla="*/ 881102 h 3146477"/>
                <a:gd name="connsiteX384" fmla="*/ 2251345 w 3819074"/>
                <a:gd name="connsiteY384" fmla="*/ 946539 h 3146477"/>
                <a:gd name="connsiteX385" fmla="*/ 1561735 w 3819074"/>
                <a:gd name="connsiteY385" fmla="*/ 1144659 h 3146477"/>
                <a:gd name="connsiteX386" fmla="*/ 1283224 w 3819074"/>
                <a:gd name="connsiteY386" fmla="*/ 1167805 h 3146477"/>
                <a:gd name="connsiteX387" fmla="*/ 1241981 w 3819074"/>
                <a:gd name="connsiteY387" fmla="*/ 2859636 h 3146477"/>
                <a:gd name="connsiteX388" fmla="*/ 1241981 w 3819074"/>
                <a:gd name="connsiteY388" fmla="*/ 2859636 h 3146477"/>
                <a:gd name="connsiteX389" fmla="*/ 1077293 w 3819074"/>
                <a:gd name="connsiteY389" fmla="*/ 2800676 h 3146477"/>
                <a:gd name="connsiteX390" fmla="*/ 1074340 w 3819074"/>
                <a:gd name="connsiteY390" fmla="*/ 2512925 h 3146477"/>
                <a:gd name="connsiteX391" fmla="*/ 1000141 w 3819074"/>
                <a:gd name="connsiteY391" fmla="*/ 1806265 h 3146477"/>
                <a:gd name="connsiteX392" fmla="*/ 615902 w 3819074"/>
                <a:gd name="connsiteY392" fmla="*/ 1252958 h 3146477"/>
                <a:gd name="connsiteX393" fmla="*/ 322056 w 3819074"/>
                <a:gd name="connsiteY393" fmla="*/ 587447 h 3146477"/>
                <a:gd name="connsiteX394" fmla="*/ 530653 w 3819074"/>
                <a:gd name="connsiteY394" fmla="*/ 530963 h 3146477"/>
                <a:gd name="connsiteX395" fmla="*/ 852598 w 3819074"/>
                <a:gd name="connsiteY395" fmla="*/ 556681 h 3146477"/>
                <a:gd name="connsiteX396" fmla="*/ 1255601 w 3819074"/>
                <a:gd name="connsiteY396" fmla="*/ 586970 h 3146477"/>
                <a:gd name="connsiteX397" fmla="*/ 1470581 w 3819074"/>
                <a:gd name="connsiteY397" fmla="*/ 571254 h 3146477"/>
                <a:gd name="connsiteX398" fmla="*/ 2049224 w 3819074"/>
                <a:gd name="connsiteY398" fmla="*/ 402376 h 3146477"/>
                <a:gd name="connsiteX399" fmla="*/ 2483564 w 3819074"/>
                <a:gd name="connsiteY399" fmla="*/ 285885 h 3146477"/>
                <a:gd name="connsiteX400" fmla="*/ 2683113 w 3819074"/>
                <a:gd name="connsiteY400" fmla="*/ 348560 h 3146477"/>
                <a:gd name="connsiteX401" fmla="*/ 2704068 w 3819074"/>
                <a:gd name="connsiteY401" fmla="*/ 362276 h 3146477"/>
                <a:gd name="connsiteX402" fmla="*/ 3532743 w 3819074"/>
                <a:gd name="connsiteY402" fmla="*/ 1259531 h 3146477"/>
                <a:gd name="connsiteX403" fmla="*/ 3384534 w 3819074"/>
                <a:gd name="connsiteY403" fmla="*/ 1634720 h 3146477"/>
                <a:gd name="connsiteX404" fmla="*/ 3084020 w 3819074"/>
                <a:gd name="connsiteY404" fmla="*/ 2369955 h 3146477"/>
                <a:gd name="connsiteX405" fmla="*/ 3083068 w 3819074"/>
                <a:gd name="connsiteY405" fmla="*/ 2374527 h 3146477"/>
                <a:gd name="connsiteX406" fmla="*/ 3078496 w 3819074"/>
                <a:gd name="connsiteY406" fmla="*/ 2373670 h 3146477"/>
                <a:gd name="connsiteX407" fmla="*/ 2897521 w 3819074"/>
                <a:gd name="connsiteY407" fmla="*/ 2332141 h 3146477"/>
                <a:gd name="connsiteX408" fmla="*/ 2451846 w 3819074"/>
                <a:gd name="connsiteY408" fmla="*/ 2257846 h 3146477"/>
                <a:gd name="connsiteX409" fmla="*/ 2195433 w 3819074"/>
                <a:gd name="connsiteY409" fmla="*/ 2308233 h 3146477"/>
                <a:gd name="connsiteX410" fmla="*/ 1697466 w 3819074"/>
                <a:gd name="connsiteY410" fmla="*/ 2618462 h 3146477"/>
                <a:gd name="connsiteX411" fmla="*/ 1241981 w 3819074"/>
                <a:gd name="connsiteY411" fmla="*/ 2859636 h 3146477"/>
                <a:gd name="connsiteX412" fmla="*/ 530368 w 3819074"/>
                <a:gd name="connsiteY412" fmla="*/ 540488 h 3146477"/>
                <a:gd name="connsiteX413" fmla="*/ 329771 w 3819074"/>
                <a:gd name="connsiteY413" fmla="*/ 592685 h 3146477"/>
                <a:gd name="connsiteX414" fmla="*/ 623046 w 3819074"/>
                <a:gd name="connsiteY414" fmla="*/ 1246957 h 3146477"/>
                <a:gd name="connsiteX415" fmla="*/ 1008332 w 3819074"/>
                <a:gd name="connsiteY415" fmla="*/ 1801789 h 3146477"/>
                <a:gd name="connsiteX416" fmla="*/ 1083485 w 3819074"/>
                <a:gd name="connsiteY416" fmla="*/ 2513878 h 3146477"/>
                <a:gd name="connsiteX417" fmla="*/ 1082151 w 3819074"/>
                <a:gd name="connsiteY417" fmla="*/ 2792675 h 3146477"/>
                <a:gd name="connsiteX418" fmla="*/ 1241695 w 3819074"/>
                <a:gd name="connsiteY418" fmla="*/ 2849825 h 3146477"/>
                <a:gd name="connsiteX419" fmla="*/ 1241695 w 3819074"/>
                <a:gd name="connsiteY419" fmla="*/ 2849825 h 3146477"/>
                <a:gd name="connsiteX420" fmla="*/ 1691465 w 3819074"/>
                <a:gd name="connsiteY420" fmla="*/ 2610557 h 3146477"/>
                <a:gd name="connsiteX421" fmla="*/ 2191147 w 3819074"/>
                <a:gd name="connsiteY421" fmla="*/ 2299280 h 3146477"/>
                <a:gd name="connsiteX422" fmla="*/ 2451465 w 3819074"/>
                <a:gd name="connsiteY422" fmla="*/ 2248035 h 3146477"/>
                <a:gd name="connsiteX423" fmla="*/ 2899140 w 3819074"/>
                <a:gd name="connsiteY423" fmla="*/ 2322521 h 3146477"/>
                <a:gd name="connsiteX424" fmla="*/ 3075448 w 3819074"/>
                <a:gd name="connsiteY424" fmla="*/ 2363192 h 3146477"/>
                <a:gd name="connsiteX425" fmla="*/ 3376057 w 3819074"/>
                <a:gd name="connsiteY425" fmla="*/ 1629767 h 3146477"/>
                <a:gd name="connsiteX426" fmla="*/ 3523028 w 3819074"/>
                <a:gd name="connsiteY426" fmla="*/ 1259912 h 3146477"/>
                <a:gd name="connsiteX427" fmla="*/ 2698448 w 3819074"/>
                <a:gd name="connsiteY427" fmla="*/ 369896 h 3146477"/>
                <a:gd name="connsiteX428" fmla="*/ 2677493 w 3819074"/>
                <a:gd name="connsiteY428" fmla="*/ 356180 h 3146477"/>
                <a:gd name="connsiteX429" fmla="*/ 2483088 w 3819074"/>
                <a:gd name="connsiteY429" fmla="*/ 295029 h 3146477"/>
                <a:gd name="connsiteX430" fmla="*/ 2052082 w 3819074"/>
                <a:gd name="connsiteY430" fmla="*/ 410948 h 3146477"/>
                <a:gd name="connsiteX431" fmla="*/ 1471533 w 3819074"/>
                <a:gd name="connsiteY431" fmla="*/ 580303 h 3146477"/>
                <a:gd name="connsiteX432" fmla="*/ 1255220 w 3819074"/>
                <a:gd name="connsiteY432" fmla="*/ 596114 h 3146477"/>
                <a:gd name="connsiteX433" fmla="*/ 851170 w 3819074"/>
                <a:gd name="connsiteY433" fmla="*/ 565730 h 3146477"/>
                <a:gd name="connsiteX434" fmla="*/ 530368 w 3819074"/>
                <a:gd name="connsiteY434" fmla="*/ 540488 h 3146477"/>
                <a:gd name="connsiteX435" fmla="*/ 1472771 w 3819074"/>
                <a:gd name="connsiteY435" fmla="*/ 2310519 h 3146477"/>
                <a:gd name="connsiteX436" fmla="*/ 1472771 w 3819074"/>
                <a:gd name="connsiteY436" fmla="*/ 2300994 h 3146477"/>
                <a:gd name="connsiteX437" fmla="*/ 1337802 w 3819074"/>
                <a:gd name="connsiteY437" fmla="*/ 1631101 h 3146477"/>
                <a:gd name="connsiteX438" fmla="*/ 913463 w 3819074"/>
                <a:gd name="connsiteY438" fmla="*/ 1015881 h 3146477"/>
                <a:gd name="connsiteX439" fmla="*/ 861076 w 3819074"/>
                <a:gd name="connsiteY439" fmla="*/ 949206 h 3146477"/>
                <a:gd name="connsiteX440" fmla="*/ 854122 w 3819074"/>
                <a:gd name="connsiteY440" fmla="*/ 940348 h 3146477"/>
                <a:gd name="connsiteX441" fmla="*/ 865362 w 3819074"/>
                <a:gd name="connsiteY441" fmla="*/ 941586 h 3146477"/>
                <a:gd name="connsiteX442" fmla="*/ 1255030 w 3819074"/>
                <a:gd name="connsiteY442" fmla="*/ 967970 h 3146477"/>
                <a:gd name="connsiteX443" fmla="*/ 1530112 w 3819074"/>
                <a:gd name="connsiteY443" fmla="*/ 947491 h 3146477"/>
                <a:gd name="connsiteX444" fmla="*/ 2181431 w 3819074"/>
                <a:gd name="connsiteY444" fmla="*/ 759563 h 3146477"/>
                <a:gd name="connsiteX445" fmla="*/ 2472134 w 3819074"/>
                <a:gd name="connsiteY445" fmla="*/ 667456 h 3146477"/>
                <a:gd name="connsiteX446" fmla="*/ 2473849 w 3819074"/>
                <a:gd name="connsiteY446" fmla="*/ 667456 h 3146477"/>
                <a:gd name="connsiteX447" fmla="*/ 2494708 w 3819074"/>
                <a:gd name="connsiteY447" fmla="*/ 681077 h 3146477"/>
                <a:gd name="connsiteX448" fmla="*/ 3148219 w 3819074"/>
                <a:gd name="connsiteY448" fmla="*/ 1262102 h 3146477"/>
                <a:gd name="connsiteX449" fmla="*/ 3148219 w 3819074"/>
                <a:gd name="connsiteY449" fmla="*/ 1263626 h 3146477"/>
                <a:gd name="connsiteX450" fmla="*/ 3147647 w 3819074"/>
                <a:gd name="connsiteY450" fmla="*/ 1265055 h 3146477"/>
                <a:gd name="connsiteX451" fmla="*/ 3051540 w 3819074"/>
                <a:gd name="connsiteY451" fmla="*/ 1448126 h 3146477"/>
                <a:gd name="connsiteX452" fmla="*/ 2821607 w 3819074"/>
                <a:gd name="connsiteY452" fmla="*/ 1918280 h 3146477"/>
                <a:gd name="connsiteX453" fmla="*/ 2820178 w 3819074"/>
                <a:gd name="connsiteY453" fmla="*/ 1922090 h 3146477"/>
                <a:gd name="connsiteX454" fmla="*/ 2816177 w 3819074"/>
                <a:gd name="connsiteY454" fmla="*/ 1921232 h 3146477"/>
                <a:gd name="connsiteX455" fmla="*/ 2450798 w 3819074"/>
                <a:gd name="connsiteY455" fmla="*/ 1876655 h 3146477"/>
                <a:gd name="connsiteX456" fmla="*/ 2037604 w 3819074"/>
                <a:gd name="connsiteY456" fmla="*/ 1960761 h 3146477"/>
                <a:gd name="connsiteX457" fmla="*/ 1480010 w 3819074"/>
                <a:gd name="connsiteY457" fmla="*/ 2304614 h 3146477"/>
                <a:gd name="connsiteX458" fmla="*/ 875839 w 3819074"/>
                <a:gd name="connsiteY458" fmla="*/ 952254 h 3146477"/>
                <a:gd name="connsiteX459" fmla="*/ 921179 w 3819074"/>
                <a:gd name="connsiteY459" fmla="*/ 1009404 h 3146477"/>
                <a:gd name="connsiteX460" fmla="*/ 1346565 w 3819074"/>
                <a:gd name="connsiteY460" fmla="*/ 1626148 h 3146477"/>
                <a:gd name="connsiteX461" fmla="*/ 1482868 w 3819074"/>
                <a:gd name="connsiteY461" fmla="*/ 2291088 h 3146477"/>
                <a:gd name="connsiteX462" fmla="*/ 2034365 w 3819074"/>
                <a:gd name="connsiteY462" fmla="*/ 1951998 h 3146477"/>
                <a:gd name="connsiteX463" fmla="*/ 2451465 w 3819074"/>
                <a:gd name="connsiteY463" fmla="*/ 1867035 h 3146477"/>
                <a:gd name="connsiteX464" fmla="*/ 2814939 w 3819074"/>
                <a:gd name="connsiteY464" fmla="*/ 1910945 h 3146477"/>
                <a:gd name="connsiteX465" fmla="*/ 3043539 w 3819074"/>
                <a:gd name="connsiteY465" fmla="*/ 1444220 h 3146477"/>
                <a:gd name="connsiteX466" fmla="*/ 3138789 w 3819074"/>
                <a:gd name="connsiteY466" fmla="*/ 1263245 h 3146477"/>
                <a:gd name="connsiteX467" fmla="*/ 2489660 w 3819074"/>
                <a:gd name="connsiteY467" fmla="*/ 689269 h 3146477"/>
                <a:gd name="connsiteX468" fmla="*/ 2471658 w 3819074"/>
                <a:gd name="connsiteY468" fmla="*/ 677458 h 3146477"/>
                <a:gd name="connsiteX469" fmla="*/ 2185051 w 3819074"/>
                <a:gd name="connsiteY469" fmla="*/ 768707 h 3146477"/>
                <a:gd name="connsiteX470" fmla="*/ 1531731 w 3819074"/>
                <a:gd name="connsiteY470" fmla="*/ 957207 h 3146477"/>
                <a:gd name="connsiteX471" fmla="*/ 1255506 w 3819074"/>
                <a:gd name="connsiteY471" fmla="*/ 977781 h 3146477"/>
                <a:gd name="connsiteX472" fmla="*/ 875839 w 3819074"/>
                <a:gd name="connsiteY472" fmla="*/ 952254 h 3146477"/>
                <a:gd name="connsiteX473" fmla="*/ 1767284 w 3819074"/>
                <a:gd name="connsiteY473" fmla="*/ 1668915 h 3146477"/>
                <a:gd name="connsiteX474" fmla="*/ 1765475 w 3819074"/>
                <a:gd name="connsiteY474" fmla="*/ 1663676 h 3146477"/>
                <a:gd name="connsiteX475" fmla="*/ 1676321 w 3819074"/>
                <a:gd name="connsiteY475" fmla="*/ 1455460 h 3146477"/>
                <a:gd name="connsiteX476" fmla="*/ 1605455 w 3819074"/>
                <a:gd name="connsiteY476" fmla="*/ 1327825 h 3146477"/>
                <a:gd name="connsiteX477" fmla="*/ 1601930 w 3819074"/>
                <a:gd name="connsiteY477" fmla="*/ 1321824 h 3146477"/>
                <a:gd name="connsiteX478" fmla="*/ 1608788 w 3819074"/>
                <a:gd name="connsiteY478" fmla="*/ 1320681 h 3146477"/>
                <a:gd name="connsiteX479" fmla="*/ 2314496 w 3819074"/>
                <a:gd name="connsiteY479" fmla="*/ 1116656 h 3146477"/>
                <a:gd name="connsiteX480" fmla="*/ 2408222 w 3819074"/>
                <a:gd name="connsiteY480" fmla="*/ 1082270 h 3146477"/>
                <a:gd name="connsiteX481" fmla="*/ 2410508 w 3819074"/>
                <a:gd name="connsiteY481" fmla="*/ 1081413 h 3146477"/>
                <a:gd name="connsiteX482" fmla="*/ 2412508 w 3819074"/>
                <a:gd name="connsiteY482" fmla="*/ 1082747 h 3146477"/>
                <a:gd name="connsiteX483" fmla="*/ 2637679 w 3819074"/>
                <a:gd name="connsiteY483" fmla="*/ 1240385 h 3146477"/>
                <a:gd name="connsiteX484" fmla="*/ 2699782 w 3819074"/>
                <a:gd name="connsiteY484" fmla="*/ 1290011 h 3146477"/>
                <a:gd name="connsiteX485" fmla="*/ 2702830 w 3819074"/>
                <a:gd name="connsiteY485" fmla="*/ 1292582 h 3146477"/>
                <a:gd name="connsiteX486" fmla="*/ 2700925 w 3819074"/>
                <a:gd name="connsiteY486" fmla="*/ 1296011 h 3146477"/>
                <a:gd name="connsiteX487" fmla="*/ 2592721 w 3819074"/>
                <a:gd name="connsiteY487" fmla="*/ 1498798 h 3146477"/>
                <a:gd name="connsiteX488" fmla="*/ 2591292 w 3819074"/>
                <a:gd name="connsiteY488" fmla="*/ 1501656 h 3146477"/>
                <a:gd name="connsiteX489" fmla="*/ 2588149 w 3819074"/>
                <a:gd name="connsiteY489" fmla="*/ 1501656 h 3146477"/>
                <a:gd name="connsiteX490" fmla="*/ 2451465 w 3819074"/>
                <a:gd name="connsiteY490" fmla="*/ 1496132 h 3146477"/>
                <a:gd name="connsiteX491" fmla="*/ 1881584 w 3819074"/>
                <a:gd name="connsiteY491" fmla="*/ 1614051 h 3146477"/>
                <a:gd name="connsiteX492" fmla="*/ 1772142 w 3819074"/>
                <a:gd name="connsiteY492" fmla="*/ 1666724 h 3146477"/>
                <a:gd name="connsiteX493" fmla="*/ 1617170 w 3819074"/>
                <a:gd name="connsiteY493" fmla="*/ 1328968 h 3146477"/>
                <a:gd name="connsiteX494" fmla="*/ 1684798 w 3819074"/>
                <a:gd name="connsiteY494" fmla="*/ 1451078 h 3146477"/>
                <a:gd name="connsiteX495" fmla="*/ 1772714 w 3819074"/>
                <a:gd name="connsiteY495" fmla="*/ 1655390 h 3146477"/>
                <a:gd name="connsiteX496" fmla="*/ 1877489 w 3819074"/>
                <a:gd name="connsiteY496" fmla="*/ 1605002 h 3146477"/>
                <a:gd name="connsiteX497" fmla="*/ 2451370 w 3819074"/>
                <a:gd name="connsiteY497" fmla="*/ 1486321 h 3146477"/>
                <a:gd name="connsiteX498" fmla="*/ 2585577 w 3819074"/>
                <a:gd name="connsiteY498" fmla="*/ 1491655 h 3146477"/>
                <a:gd name="connsiteX499" fmla="*/ 2690352 w 3819074"/>
                <a:gd name="connsiteY499" fmla="*/ 1294773 h 3146477"/>
                <a:gd name="connsiteX500" fmla="*/ 2631583 w 3819074"/>
                <a:gd name="connsiteY500" fmla="*/ 1248005 h 3146477"/>
                <a:gd name="connsiteX501" fmla="*/ 2408888 w 3819074"/>
                <a:gd name="connsiteY501" fmla="*/ 1091986 h 3146477"/>
                <a:gd name="connsiteX502" fmla="*/ 2317544 w 3819074"/>
                <a:gd name="connsiteY502" fmla="*/ 1125514 h 3146477"/>
                <a:gd name="connsiteX503" fmla="*/ 1617170 w 3819074"/>
                <a:gd name="connsiteY503" fmla="*/ 1328968 h 3146477"/>
                <a:gd name="connsiteX504" fmla="*/ 1241981 w 3819074"/>
                <a:gd name="connsiteY504" fmla="*/ 3097761 h 3146477"/>
                <a:gd name="connsiteX505" fmla="*/ 1241981 w 3819074"/>
                <a:gd name="connsiteY505" fmla="*/ 3097761 h 3146477"/>
                <a:gd name="connsiteX506" fmla="*/ 946705 w 3819074"/>
                <a:gd name="connsiteY506" fmla="*/ 2999939 h 3146477"/>
                <a:gd name="connsiteX507" fmla="*/ 837454 w 3819074"/>
                <a:gd name="connsiteY507" fmla="*/ 2487589 h 3146477"/>
                <a:gd name="connsiteX508" fmla="*/ 788686 w 3819074"/>
                <a:gd name="connsiteY508" fmla="*/ 1916089 h 3146477"/>
                <a:gd name="connsiteX509" fmla="*/ 429593 w 3819074"/>
                <a:gd name="connsiteY509" fmla="*/ 1401739 h 3146477"/>
                <a:gd name="connsiteX510" fmla="*/ 122793 w 3819074"/>
                <a:gd name="connsiteY510" fmla="*/ 457526 h 3146477"/>
                <a:gd name="connsiteX511" fmla="*/ 530558 w 3819074"/>
                <a:gd name="connsiteY511" fmla="*/ 293314 h 3146477"/>
                <a:gd name="connsiteX512" fmla="*/ 879364 w 3819074"/>
                <a:gd name="connsiteY512" fmla="*/ 320556 h 3146477"/>
                <a:gd name="connsiteX513" fmla="*/ 1255506 w 3819074"/>
                <a:gd name="connsiteY513" fmla="*/ 349131 h 3146477"/>
                <a:gd name="connsiteX514" fmla="*/ 1432481 w 3819074"/>
                <a:gd name="connsiteY514" fmla="*/ 336177 h 3146477"/>
                <a:gd name="connsiteX515" fmla="*/ 1965881 w 3819074"/>
                <a:gd name="connsiteY515" fmla="*/ 179205 h 3146477"/>
                <a:gd name="connsiteX516" fmla="*/ 2483183 w 3819074"/>
                <a:gd name="connsiteY516" fmla="*/ 47760 h 3146477"/>
                <a:gd name="connsiteX517" fmla="*/ 2813224 w 3819074"/>
                <a:gd name="connsiteY517" fmla="*/ 149297 h 3146477"/>
                <a:gd name="connsiteX518" fmla="*/ 2834084 w 3819074"/>
                <a:gd name="connsiteY518" fmla="*/ 163013 h 3146477"/>
                <a:gd name="connsiteX519" fmla="*/ 3770011 w 3819074"/>
                <a:gd name="connsiteY519" fmla="*/ 1240385 h 3146477"/>
                <a:gd name="connsiteX520" fmla="*/ 3592274 w 3819074"/>
                <a:gd name="connsiteY520" fmla="*/ 1751021 h 3146477"/>
                <a:gd name="connsiteX521" fmla="*/ 3298523 w 3819074"/>
                <a:gd name="connsiteY521" fmla="*/ 2525594 h 3146477"/>
                <a:gd name="connsiteX522" fmla="*/ 3160601 w 3819074"/>
                <a:gd name="connsiteY522" fmla="*/ 2621415 h 3146477"/>
                <a:gd name="connsiteX523" fmla="*/ 2839323 w 3819074"/>
                <a:gd name="connsiteY523" fmla="*/ 2563122 h 3146477"/>
                <a:gd name="connsiteX524" fmla="*/ 2451465 w 3819074"/>
                <a:gd name="connsiteY524" fmla="*/ 2495971 h 3146477"/>
                <a:gd name="connsiteX525" fmla="*/ 2293064 w 3819074"/>
                <a:gd name="connsiteY525" fmla="*/ 2525308 h 3146477"/>
                <a:gd name="connsiteX526" fmla="*/ 1837198 w 3819074"/>
                <a:gd name="connsiteY526" fmla="*/ 2811058 h 3146477"/>
                <a:gd name="connsiteX527" fmla="*/ 1241981 w 3819074"/>
                <a:gd name="connsiteY527" fmla="*/ 3097761 h 3146477"/>
                <a:gd name="connsiteX528" fmla="*/ 530368 w 3819074"/>
                <a:gd name="connsiteY528" fmla="*/ 302363 h 3146477"/>
                <a:gd name="connsiteX529" fmla="*/ 130318 w 3819074"/>
                <a:gd name="connsiteY529" fmla="*/ 462193 h 3146477"/>
                <a:gd name="connsiteX530" fmla="*/ 436546 w 3819074"/>
                <a:gd name="connsiteY530" fmla="*/ 1395643 h 3146477"/>
                <a:gd name="connsiteX531" fmla="*/ 796687 w 3819074"/>
                <a:gd name="connsiteY531" fmla="*/ 1911803 h 3146477"/>
                <a:gd name="connsiteX532" fmla="*/ 846502 w 3819074"/>
                <a:gd name="connsiteY532" fmla="*/ 2488922 h 3146477"/>
                <a:gd name="connsiteX533" fmla="*/ 951277 w 3819074"/>
                <a:gd name="connsiteY533" fmla="*/ 2992319 h 3146477"/>
                <a:gd name="connsiteX534" fmla="*/ 1241218 w 3819074"/>
                <a:gd name="connsiteY534" fmla="*/ 3088616 h 3146477"/>
                <a:gd name="connsiteX535" fmla="*/ 1241218 w 3819074"/>
                <a:gd name="connsiteY535" fmla="*/ 3088616 h 3146477"/>
                <a:gd name="connsiteX536" fmla="*/ 1831006 w 3819074"/>
                <a:gd name="connsiteY536" fmla="*/ 2803724 h 3146477"/>
                <a:gd name="connsiteX537" fmla="*/ 2288207 w 3819074"/>
                <a:gd name="connsiteY537" fmla="*/ 2516926 h 3146477"/>
                <a:gd name="connsiteX538" fmla="*/ 2450132 w 3819074"/>
                <a:gd name="connsiteY538" fmla="*/ 2486827 h 3146477"/>
                <a:gd name="connsiteX539" fmla="*/ 2840657 w 3819074"/>
                <a:gd name="connsiteY539" fmla="*/ 2554264 h 3146477"/>
                <a:gd name="connsiteX540" fmla="*/ 3159649 w 3819074"/>
                <a:gd name="connsiteY540" fmla="*/ 2612271 h 3146477"/>
                <a:gd name="connsiteX541" fmla="*/ 3288141 w 3819074"/>
                <a:gd name="connsiteY541" fmla="*/ 2524641 h 3146477"/>
                <a:gd name="connsiteX542" fmla="*/ 3583416 w 3819074"/>
                <a:gd name="connsiteY542" fmla="*/ 1746734 h 3146477"/>
                <a:gd name="connsiteX543" fmla="*/ 3759914 w 3819074"/>
                <a:gd name="connsiteY543" fmla="*/ 1241909 h 3146477"/>
                <a:gd name="connsiteX544" fmla="*/ 2828369 w 3819074"/>
                <a:gd name="connsiteY544" fmla="*/ 171776 h 3146477"/>
                <a:gd name="connsiteX545" fmla="*/ 2807414 w 3819074"/>
                <a:gd name="connsiteY545" fmla="*/ 158059 h 3146477"/>
                <a:gd name="connsiteX546" fmla="*/ 2482612 w 3819074"/>
                <a:gd name="connsiteY546" fmla="*/ 58047 h 3146477"/>
                <a:gd name="connsiteX547" fmla="*/ 1968262 w 3819074"/>
                <a:gd name="connsiteY547" fmla="*/ 188921 h 3146477"/>
                <a:gd name="connsiteX548" fmla="*/ 1433052 w 3819074"/>
                <a:gd name="connsiteY548" fmla="*/ 346273 h 3146477"/>
                <a:gd name="connsiteX549" fmla="*/ 1254363 w 3819074"/>
                <a:gd name="connsiteY549" fmla="*/ 359132 h 3146477"/>
                <a:gd name="connsiteX550" fmla="*/ 877173 w 3819074"/>
                <a:gd name="connsiteY550" fmla="*/ 330557 h 3146477"/>
                <a:gd name="connsiteX551" fmla="*/ 530368 w 3819074"/>
                <a:gd name="connsiteY551" fmla="*/ 302363 h 3146477"/>
                <a:gd name="connsiteX552" fmla="*/ 1241981 w 3819074"/>
                <a:gd name="connsiteY552" fmla="*/ 2716761 h 3146477"/>
                <a:gd name="connsiteX553" fmla="*/ 1241981 w 3819074"/>
                <a:gd name="connsiteY553" fmla="*/ 2716761 h 3146477"/>
                <a:gd name="connsiteX554" fmla="*/ 1205023 w 3819074"/>
                <a:gd name="connsiteY554" fmla="*/ 2708093 h 3146477"/>
                <a:gd name="connsiteX555" fmla="*/ 1202071 w 3819074"/>
                <a:gd name="connsiteY555" fmla="*/ 2706854 h 3146477"/>
                <a:gd name="connsiteX556" fmla="*/ 1202071 w 3819074"/>
                <a:gd name="connsiteY556" fmla="*/ 2703521 h 3146477"/>
                <a:gd name="connsiteX557" fmla="*/ 1216358 w 3819074"/>
                <a:gd name="connsiteY557" fmla="*/ 2528165 h 3146477"/>
                <a:gd name="connsiteX558" fmla="*/ 1127014 w 3819074"/>
                <a:gd name="connsiteY558" fmla="*/ 1740448 h 3146477"/>
                <a:gd name="connsiteX559" fmla="*/ 727726 w 3819074"/>
                <a:gd name="connsiteY559" fmla="*/ 1163995 h 3146477"/>
                <a:gd name="connsiteX560" fmla="*/ 448357 w 3819074"/>
                <a:gd name="connsiteY560" fmla="*/ 763945 h 3146477"/>
                <a:gd name="connsiteX561" fmla="*/ 431403 w 3819074"/>
                <a:gd name="connsiteY561" fmla="*/ 684602 h 3146477"/>
                <a:gd name="connsiteX562" fmla="*/ 432260 w 3819074"/>
                <a:gd name="connsiteY562" fmla="*/ 682030 h 3146477"/>
                <a:gd name="connsiteX563" fmla="*/ 434927 w 3819074"/>
                <a:gd name="connsiteY563" fmla="*/ 681458 h 3146477"/>
                <a:gd name="connsiteX564" fmla="*/ 530653 w 3819074"/>
                <a:gd name="connsiteY564" fmla="*/ 673838 h 3146477"/>
                <a:gd name="connsiteX565" fmla="*/ 836406 w 3819074"/>
                <a:gd name="connsiteY565" fmla="*/ 698603 h 3146477"/>
                <a:gd name="connsiteX566" fmla="*/ 1255506 w 3819074"/>
                <a:gd name="connsiteY566" fmla="*/ 729845 h 3146477"/>
                <a:gd name="connsiteX567" fmla="*/ 1492964 w 3819074"/>
                <a:gd name="connsiteY567" fmla="*/ 712319 h 3146477"/>
                <a:gd name="connsiteX568" fmla="*/ 2098849 w 3819074"/>
                <a:gd name="connsiteY568" fmla="*/ 536297 h 3146477"/>
                <a:gd name="connsiteX569" fmla="*/ 2483374 w 3819074"/>
                <a:gd name="connsiteY569" fmla="*/ 428760 h 3146477"/>
                <a:gd name="connsiteX570" fmla="*/ 2604722 w 3819074"/>
                <a:gd name="connsiteY570" fmla="*/ 468098 h 3146477"/>
                <a:gd name="connsiteX571" fmla="*/ 2625677 w 3819074"/>
                <a:gd name="connsiteY571" fmla="*/ 481814 h 3146477"/>
                <a:gd name="connsiteX572" fmla="*/ 3390440 w 3819074"/>
                <a:gd name="connsiteY572" fmla="*/ 1271056 h 3146477"/>
                <a:gd name="connsiteX573" fmla="*/ 3259947 w 3819074"/>
                <a:gd name="connsiteY573" fmla="*/ 1564997 h 3146477"/>
                <a:gd name="connsiteX574" fmla="*/ 2978102 w 3819074"/>
                <a:gd name="connsiteY574" fmla="*/ 2200124 h 3146477"/>
                <a:gd name="connsiteX575" fmla="*/ 2976864 w 3819074"/>
                <a:gd name="connsiteY575" fmla="*/ 2204601 h 3146477"/>
                <a:gd name="connsiteX576" fmla="*/ 2972387 w 3819074"/>
                <a:gd name="connsiteY576" fmla="*/ 2203458 h 3146477"/>
                <a:gd name="connsiteX577" fmla="*/ 2932573 w 3819074"/>
                <a:gd name="connsiteY577" fmla="*/ 2193933 h 3146477"/>
                <a:gd name="connsiteX578" fmla="*/ 2931525 w 3819074"/>
                <a:gd name="connsiteY578" fmla="*/ 2193933 h 3146477"/>
                <a:gd name="connsiteX579" fmla="*/ 2451656 w 3819074"/>
                <a:gd name="connsiteY579" fmla="*/ 2115542 h 3146477"/>
                <a:gd name="connsiteX580" fmla="*/ 2136473 w 3819074"/>
                <a:gd name="connsiteY580" fmla="*/ 2178598 h 3146477"/>
                <a:gd name="connsiteX581" fmla="*/ 1613075 w 3819074"/>
                <a:gd name="connsiteY581" fmla="*/ 2503591 h 3146477"/>
                <a:gd name="connsiteX582" fmla="*/ 1241981 w 3819074"/>
                <a:gd name="connsiteY582" fmla="*/ 2716761 h 3146477"/>
                <a:gd name="connsiteX583" fmla="*/ 1211691 w 3819074"/>
                <a:gd name="connsiteY583" fmla="*/ 2700473 h 3146477"/>
                <a:gd name="connsiteX584" fmla="*/ 1241981 w 3819074"/>
                <a:gd name="connsiteY584" fmla="*/ 2707236 h 3146477"/>
                <a:gd name="connsiteX585" fmla="*/ 1607455 w 3819074"/>
                <a:gd name="connsiteY585" fmla="*/ 2495399 h 3146477"/>
                <a:gd name="connsiteX586" fmla="*/ 2132663 w 3819074"/>
                <a:gd name="connsiteY586" fmla="*/ 2169358 h 3146477"/>
                <a:gd name="connsiteX587" fmla="*/ 2451751 w 3819074"/>
                <a:gd name="connsiteY587" fmla="*/ 2105446 h 3146477"/>
                <a:gd name="connsiteX588" fmla="*/ 2933906 w 3819074"/>
                <a:gd name="connsiteY588" fmla="*/ 2184122 h 3146477"/>
                <a:gd name="connsiteX589" fmla="*/ 2934954 w 3819074"/>
                <a:gd name="connsiteY589" fmla="*/ 2184122 h 3146477"/>
                <a:gd name="connsiteX590" fmla="*/ 2970292 w 3819074"/>
                <a:gd name="connsiteY590" fmla="*/ 2192885 h 3146477"/>
                <a:gd name="connsiteX591" fmla="*/ 3251756 w 3819074"/>
                <a:gd name="connsiteY591" fmla="*/ 1560044 h 3146477"/>
                <a:gd name="connsiteX592" fmla="*/ 3381010 w 3819074"/>
                <a:gd name="connsiteY592" fmla="*/ 1271532 h 3146477"/>
                <a:gd name="connsiteX593" fmla="*/ 2620534 w 3819074"/>
                <a:gd name="connsiteY593" fmla="*/ 489530 h 3146477"/>
                <a:gd name="connsiteX594" fmla="*/ 2599579 w 3819074"/>
                <a:gd name="connsiteY594" fmla="*/ 475718 h 3146477"/>
                <a:gd name="connsiteX595" fmla="*/ 2483469 w 3819074"/>
                <a:gd name="connsiteY595" fmla="*/ 437618 h 3146477"/>
                <a:gd name="connsiteX596" fmla="*/ 2102469 w 3819074"/>
                <a:gd name="connsiteY596" fmla="*/ 544584 h 3146477"/>
                <a:gd name="connsiteX597" fmla="*/ 1494679 w 3819074"/>
                <a:gd name="connsiteY597" fmla="*/ 721082 h 3146477"/>
                <a:gd name="connsiteX598" fmla="*/ 1255697 w 3819074"/>
                <a:gd name="connsiteY598" fmla="*/ 738704 h 3146477"/>
                <a:gd name="connsiteX599" fmla="*/ 835549 w 3819074"/>
                <a:gd name="connsiteY599" fmla="*/ 707462 h 3146477"/>
                <a:gd name="connsiteX600" fmla="*/ 530749 w 3819074"/>
                <a:gd name="connsiteY600" fmla="*/ 682697 h 3146477"/>
                <a:gd name="connsiteX601" fmla="*/ 439690 w 3819074"/>
                <a:gd name="connsiteY601" fmla="*/ 689555 h 3146477"/>
                <a:gd name="connsiteX602" fmla="*/ 457216 w 3819074"/>
                <a:gd name="connsiteY602" fmla="*/ 759468 h 3146477"/>
                <a:gd name="connsiteX603" fmla="*/ 735251 w 3819074"/>
                <a:gd name="connsiteY603" fmla="*/ 1157327 h 3146477"/>
                <a:gd name="connsiteX604" fmla="*/ 1135301 w 3819074"/>
                <a:gd name="connsiteY604" fmla="*/ 1735399 h 3146477"/>
                <a:gd name="connsiteX605" fmla="*/ 1225693 w 3819074"/>
                <a:gd name="connsiteY605" fmla="*/ 2528451 h 3146477"/>
                <a:gd name="connsiteX606" fmla="*/ 1211405 w 3819074"/>
                <a:gd name="connsiteY606" fmla="*/ 2700473 h 3146477"/>
                <a:gd name="connsiteX607" fmla="*/ 1606407 w 3819074"/>
                <a:gd name="connsiteY607" fmla="*/ 2041343 h 3146477"/>
                <a:gd name="connsiteX608" fmla="*/ 1605550 w 3819074"/>
                <a:gd name="connsiteY608" fmla="*/ 2033627 h 3146477"/>
                <a:gd name="connsiteX609" fmla="*/ 1465247 w 3819074"/>
                <a:gd name="connsiteY609" fmla="*/ 1565092 h 3146477"/>
                <a:gd name="connsiteX610" fmla="*/ 1174925 w 3819074"/>
                <a:gd name="connsiteY610" fmla="*/ 1117418 h 3146477"/>
                <a:gd name="connsiteX611" fmla="*/ 1168924 w 3819074"/>
                <a:gd name="connsiteY611" fmla="*/ 1109512 h 3146477"/>
                <a:gd name="connsiteX612" fmla="*/ 1178449 w 3819074"/>
                <a:gd name="connsiteY612" fmla="*/ 1109512 h 3146477"/>
                <a:gd name="connsiteX613" fmla="*/ 1552877 w 3819074"/>
                <a:gd name="connsiteY613" fmla="*/ 1088462 h 3146477"/>
                <a:gd name="connsiteX614" fmla="*/ 2231533 w 3819074"/>
                <a:gd name="connsiteY614" fmla="*/ 893389 h 3146477"/>
                <a:gd name="connsiteX615" fmla="*/ 2443178 w 3819074"/>
                <a:gd name="connsiteY615" fmla="*/ 819856 h 3146477"/>
                <a:gd name="connsiteX616" fmla="*/ 2445274 w 3819074"/>
                <a:gd name="connsiteY616" fmla="*/ 819285 h 3146477"/>
                <a:gd name="connsiteX617" fmla="*/ 2447083 w 3819074"/>
                <a:gd name="connsiteY617" fmla="*/ 820428 h 3146477"/>
                <a:gd name="connsiteX618" fmla="*/ 2992771 w 3819074"/>
                <a:gd name="connsiteY618" fmla="*/ 1254197 h 3146477"/>
                <a:gd name="connsiteX619" fmla="*/ 2994199 w 3819074"/>
                <a:gd name="connsiteY619" fmla="*/ 1256482 h 3146477"/>
                <a:gd name="connsiteX620" fmla="*/ 2992961 w 3819074"/>
                <a:gd name="connsiteY620" fmla="*/ 1258864 h 3146477"/>
                <a:gd name="connsiteX621" fmla="*/ 2927620 w 3819074"/>
                <a:gd name="connsiteY621" fmla="*/ 1378403 h 3146477"/>
                <a:gd name="connsiteX622" fmla="*/ 2733691 w 3819074"/>
                <a:gd name="connsiteY622" fmla="*/ 1756164 h 3146477"/>
                <a:gd name="connsiteX623" fmla="*/ 2732167 w 3819074"/>
                <a:gd name="connsiteY623" fmla="*/ 1759593 h 3146477"/>
                <a:gd name="connsiteX624" fmla="*/ 2728547 w 3819074"/>
                <a:gd name="connsiteY624" fmla="*/ 1758926 h 3146477"/>
                <a:gd name="connsiteX625" fmla="*/ 2451656 w 3819074"/>
                <a:gd name="connsiteY625" fmla="*/ 1733971 h 3146477"/>
                <a:gd name="connsiteX626" fmla="*/ 1979787 w 3819074"/>
                <a:gd name="connsiteY626" fmla="*/ 1830745 h 3146477"/>
                <a:gd name="connsiteX627" fmla="*/ 1612598 w 3819074"/>
                <a:gd name="connsiteY627" fmla="*/ 2037342 h 3146477"/>
                <a:gd name="connsiteX628" fmla="*/ 1188450 w 3819074"/>
                <a:gd name="connsiteY628" fmla="*/ 1119418 h 3146477"/>
                <a:gd name="connsiteX629" fmla="*/ 1474200 w 3819074"/>
                <a:gd name="connsiteY629" fmla="*/ 1560711 h 3146477"/>
                <a:gd name="connsiteX630" fmla="*/ 1613456 w 3819074"/>
                <a:gd name="connsiteY630" fmla="*/ 2024864 h 3146477"/>
                <a:gd name="connsiteX631" fmla="*/ 1975406 w 3819074"/>
                <a:gd name="connsiteY631" fmla="*/ 1822077 h 3146477"/>
                <a:gd name="connsiteX632" fmla="*/ 2451656 w 3819074"/>
                <a:gd name="connsiteY632" fmla="*/ 1724446 h 3146477"/>
                <a:gd name="connsiteX633" fmla="*/ 2726642 w 3819074"/>
                <a:gd name="connsiteY633" fmla="*/ 1748925 h 3146477"/>
                <a:gd name="connsiteX634" fmla="*/ 2919142 w 3819074"/>
                <a:gd name="connsiteY634" fmla="*/ 1374497 h 3146477"/>
                <a:gd name="connsiteX635" fmla="*/ 2983436 w 3819074"/>
                <a:gd name="connsiteY635" fmla="*/ 1256864 h 3146477"/>
                <a:gd name="connsiteX636" fmla="*/ 2443940 w 3819074"/>
                <a:gd name="connsiteY636" fmla="*/ 829572 h 3146477"/>
                <a:gd name="connsiteX637" fmla="*/ 2235057 w 3819074"/>
                <a:gd name="connsiteY637" fmla="*/ 902343 h 3146477"/>
                <a:gd name="connsiteX638" fmla="*/ 1554686 w 3819074"/>
                <a:gd name="connsiteY638" fmla="*/ 1097987 h 3146477"/>
                <a:gd name="connsiteX639" fmla="*/ 1255506 w 3819074"/>
                <a:gd name="connsiteY639" fmla="*/ 1120370 h 3146477"/>
                <a:gd name="connsiteX640" fmla="*/ 1188164 w 3819074"/>
                <a:gd name="connsiteY640" fmla="*/ 1119418 h 3146477"/>
                <a:gd name="connsiteX641" fmla="*/ 1241981 w 3819074"/>
                <a:gd name="connsiteY641" fmla="*/ 2907261 h 3146477"/>
                <a:gd name="connsiteX642" fmla="*/ 1241981 w 3819074"/>
                <a:gd name="connsiteY642" fmla="*/ 2907261 h 3146477"/>
                <a:gd name="connsiteX643" fmla="*/ 1051481 w 3819074"/>
                <a:gd name="connsiteY643" fmla="*/ 2840586 h 3146477"/>
                <a:gd name="connsiteX644" fmla="*/ 1027287 w 3819074"/>
                <a:gd name="connsiteY644" fmla="*/ 2507972 h 3146477"/>
                <a:gd name="connsiteX645" fmla="*/ 958135 w 3819074"/>
                <a:gd name="connsiteY645" fmla="*/ 1828268 h 3146477"/>
                <a:gd name="connsiteX646" fmla="*/ 579040 w 3819074"/>
                <a:gd name="connsiteY646" fmla="*/ 1282772 h 3146477"/>
                <a:gd name="connsiteX647" fmla="*/ 273669 w 3819074"/>
                <a:gd name="connsiteY647" fmla="*/ 840526 h 3146477"/>
                <a:gd name="connsiteX648" fmla="*/ 281956 w 3819074"/>
                <a:gd name="connsiteY648" fmla="*/ 561348 h 3146477"/>
                <a:gd name="connsiteX649" fmla="*/ 530368 w 3819074"/>
                <a:gd name="connsiteY649" fmla="*/ 483338 h 3146477"/>
                <a:gd name="connsiteX650" fmla="*/ 857551 w 3819074"/>
                <a:gd name="connsiteY650" fmla="*/ 509341 h 3146477"/>
                <a:gd name="connsiteX651" fmla="*/ 1255315 w 3819074"/>
                <a:gd name="connsiteY651" fmla="*/ 539345 h 3146477"/>
                <a:gd name="connsiteX652" fmla="*/ 1462675 w 3819074"/>
                <a:gd name="connsiteY652" fmla="*/ 524201 h 3146477"/>
                <a:gd name="connsiteX653" fmla="*/ 2032270 w 3819074"/>
                <a:gd name="connsiteY653" fmla="*/ 357799 h 3146477"/>
                <a:gd name="connsiteX654" fmla="*/ 2483183 w 3819074"/>
                <a:gd name="connsiteY654" fmla="*/ 238260 h 3146477"/>
                <a:gd name="connsiteX655" fmla="*/ 2708831 w 3819074"/>
                <a:gd name="connsiteY655" fmla="*/ 308745 h 3146477"/>
                <a:gd name="connsiteX656" fmla="*/ 2729786 w 3819074"/>
                <a:gd name="connsiteY656" fmla="*/ 322366 h 3146477"/>
                <a:gd name="connsiteX657" fmla="*/ 3580082 w 3819074"/>
                <a:gd name="connsiteY657" fmla="*/ 1255816 h 3146477"/>
                <a:gd name="connsiteX658" fmla="*/ 3426063 w 3819074"/>
                <a:gd name="connsiteY658" fmla="*/ 1658152 h 3146477"/>
                <a:gd name="connsiteX659" fmla="*/ 3121930 w 3819074"/>
                <a:gd name="connsiteY659" fmla="*/ 2423962 h 3146477"/>
                <a:gd name="connsiteX660" fmla="*/ 3121073 w 3819074"/>
                <a:gd name="connsiteY660" fmla="*/ 2428439 h 3146477"/>
                <a:gd name="connsiteX661" fmla="*/ 3116596 w 3819074"/>
                <a:gd name="connsiteY661" fmla="*/ 2427867 h 3146477"/>
                <a:gd name="connsiteX662" fmla="*/ 2885329 w 3819074"/>
                <a:gd name="connsiteY662" fmla="*/ 2378337 h 3146477"/>
                <a:gd name="connsiteX663" fmla="*/ 2451465 w 3819074"/>
                <a:gd name="connsiteY663" fmla="*/ 2305566 h 3146477"/>
                <a:gd name="connsiteX664" fmla="*/ 2214674 w 3819074"/>
                <a:gd name="connsiteY664" fmla="*/ 2351762 h 3146477"/>
                <a:gd name="connsiteX665" fmla="*/ 1725089 w 3819074"/>
                <a:gd name="connsiteY665" fmla="*/ 2657134 h 3146477"/>
                <a:gd name="connsiteX666" fmla="*/ 1241981 w 3819074"/>
                <a:gd name="connsiteY666" fmla="*/ 2907261 h 3146477"/>
                <a:gd name="connsiteX667" fmla="*/ 530368 w 3819074"/>
                <a:gd name="connsiteY667" fmla="*/ 492863 h 3146477"/>
                <a:gd name="connsiteX668" fmla="*/ 289957 w 3819074"/>
                <a:gd name="connsiteY668" fmla="*/ 566587 h 3146477"/>
                <a:gd name="connsiteX669" fmla="*/ 282337 w 3819074"/>
                <a:gd name="connsiteY669" fmla="*/ 836621 h 3146477"/>
                <a:gd name="connsiteX670" fmla="*/ 585899 w 3819074"/>
                <a:gd name="connsiteY670" fmla="*/ 1276676 h 3146477"/>
                <a:gd name="connsiteX671" fmla="*/ 966041 w 3819074"/>
                <a:gd name="connsiteY671" fmla="*/ 1823791 h 3146477"/>
                <a:gd name="connsiteX672" fmla="*/ 1036145 w 3819074"/>
                <a:gd name="connsiteY672" fmla="*/ 2508830 h 3146477"/>
                <a:gd name="connsiteX673" fmla="*/ 1056052 w 3819074"/>
                <a:gd name="connsiteY673" fmla="*/ 2832680 h 3146477"/>
                <a:gd name="connsiteX674" fmla="*/ 1241695 w 3819074"/>
                <a:gd name="connsiteY674" fmla="*/ 2897831 h 3146477"/>
                <a:gd name="connsiteX675" fmla="*/ 1241695 w 3819074"/>
                <a:gd name="connsiteY675" fmla="*/ 2897831 h 3146477"/>
                <a:gd name="connsiteX676" fmla="*/ 1719373 w 3819074"/>
                <a:gd name="connsiteY676" fmla="*/ 2649419 h 3146477"/>
                <a:gd name="connsiteX677" fmla="*/ 2210768 w 3819074"/>
                <a:gd name="connsiteY677" fmla="*/ 2343095 h 3146477"/>
                <a:gd name="connsiteX678" fmla="*/ 2451465 w 3819074"/>
                <a:gd name="connsiteY678" fmla="*/ 2296041 h 3146477"/>
                <a:gd name="connsiteX679" fmla="*/ 2887615 w 3819074"/>
                <a:gd name="connsiteY679" fmla="*/ 2369098 h 3146477"/>
                <a:gd name="connsiteX680" fmla="*/ 3113357 w 3819074"/>
                <a:gd name="connsiteY680" fmla="*/ 2417866 h 3146477"/>
                <a:gd name="connsiteX681" fmla="*/ 3417681 w 3819074"/>
                <a:gd name="connsiteY681" fmla="*/ 1653580 h 3146477"/>
                <a:gd name="connsiteX682" fmla="*/ 3570653 w 3819074"/>
                <a:gd name="connsiteY682" fmla="*/ 1256578 h 3146477"/>
                <a:gd name="connsiteX683" fmla="*/ 2724642 w 3819074"/>
                <a:gd name="connsiteY683" fmla="*/ 330462 h 3146477"/>
                <a:gd name="connsiteX684" fmla="*/ 2703687 w 3819074"/>
                <a:gd name="connsiteY684" fmla="*/ 316746 h 3146477"/>
                <a:gd name="connsiteX685" fmla="*/ 2483183 w 3819074"/>
                <a:gd name="connsiteY685" fmla="*/ 247880 h 3146477"/>
                <a:gd name="connsiteX686" fmla="*/ 2035508 w 3819074"/>
                <a:gd name="connsiteY686" fmla="*/ 366847 h 3146477"/>
                <a:gd name="connsiteX687" fmla="*/ 1464008 w 3819074"/>
                <a:gd name="connsiteY687" fmla="*/ 533726 h 3146477"/>
                <a:gd name="connsiteX688" fmla="*/ 1255220 w 3819074"/>
                <a:gd name="connsiteY688" fmla="*/ 548966 h 3146477"/>
                <a:gd name="connsiteX689" fmla="*/ 856599 w 3819074"/>
                <a:gd name="connsiteY689" fmla="*/ 518866 h 3146477"/>
                <a:gd name="connsiteX690" fmla="*/ 530368 w 3819074"/>
                <a:gd name="connsiteY690" fmla="*/ 492863 h 3146477"/>
                <a:gd name="connsiteX691" fmla="*/ 1419146 w 3819074"/>
                <a:gd name="connsiteY691" fmla="*/ 2407960 h 3146477"/>
                <a:gd name="connsiteX692" fmla="*/ 1419907 w 3819074"/>
                <a:gd name="connsiteY692" fmla="*/ 2397768 h 3146477"/>
                <a:gd name="connsiteX693" fmla="*/ 1296082 w 3819074"/>
                <a:gd name="connsiteY693" fmla="*/ 1652723 h 3146477"/>
                <a:gd name="connsiteX694" fmla="*/ 876982 w 3819074"/>
                <a:gd name="connsiteY694" fmla="*/ 1045408 h 3146477"/>
                <a:gd name="connsiteX695" fmla="*/ 754491 w 3819074"/>
                <a:gd name="connsiteY695" fmla="*/ 889198 h 3146477"/>
                <a:gd name="connsiteX696" fmla="*/ 747728 w 3819074"/>
                <a:gd name="connsiteY696" fmla="*/ 880340 h 3146477"/>
                <a:gd name="connsiteX697" fmla="*/ 758777 w 3819074"/>
                <a:gd name="connsiteY697" fmla="*/ 881579 h 3146477"/>
                <a:gd name="connsiteX698" fmla="*/ 813451 w 3819074"/>
                <a:gd name="connsiteY698" fmla="*/ 887674 h 3146477"/>
                <a:gd name="connsiteX699" fmla="*/ 814975 w 3819074"/>
                <a:gd name="connsiteY699" fmla="*/ 887674 h 3146477"/>
                <a:gd name="connsiteX700" fmla="*/ 1255697 w 3819074"/>
                <a:gd name="connsiteY700" fmla="*/ 920155 h 3146477"/>
                <a:gd name="connsiteX701" fmla="*/ 1523254 w 3819074"/>
                <a:gd name="connsiteY701" fmla="*/ 900247 h 3146477"/>
                <a:gd name="connsiteX702" fmla="*/ 2165524 w 3819074"/>
                <a:gd name="connsiteY702" fmla="*/ 714701 h 3146477"/>
                <a:gd name="connsiteX703" fmla="*/ 2483564 w 3819074"/>
                <a:gd name="connsiteY703" fmla="*/ 619451 h 3146477"/>
                <a:gd name="connsiteX704" fmla="*/ 2486898 w 3819074"/>
                <a:gd name="connsiteY704" fmla="*/ 619927 h 3146477"/>
                <a:gd name="connsiteX705" fmla="*/ 2500519 w 3819074"/>
                <a:gd name="connsiteY705" fmla="*/ 627642 h 3146477"/>
                <a:gd name="connsiteX706" fmla="*/ 2521569 w 3819074"/>
                <a:gd name="connsiteY706" fmla="*/ 641358 h 3146477"/>
                <a:gd name="connsiteX707" fmla="*/ 3198416 w 3819074"/>
                <a:gd name="connsiteY707" fmla="*/ 1267817 h 3146477"/>
                <a:gd name="connsiteX708" fmla="*/ 3198416 w 3819074"/>
                <a:gd name="connsiteY708" fmla="*/ 1268960 h 3146477"/>
                <a:gd name="connsiteX709" fmla="*/ 3198416 w 3819074"/>
                <a:gd name="connsiteY709" fmla="*/ 1270103 h 3146477"/>
                <a:gd name="connsiteX710" fmla="*/ 3094117 w 3819074"/>
                <a:gd name="connsiteY710" fmla="*/ 1472129 h 3146477"/>
                <a:gd name="connsiteX711" fmla="*/ 2852182 w 3819074"/>
                <a:gd name="connsiteY711" fmla="*/ 1974001 h 3146477"/>
                <a:gd name="connsiteX712" fmla="*/ 2850753 w 3819074"/>
                <a:gd name="connsiteY712" fmla="*/ 1977906 h 3146477"/>
                <a:gd name="connsiteX713" fmla="*/ 2846657 w 3819074"/>
                <a:gd name="connsiteY713" fmla="*/ 1976954 h 3146477"/>
                <a:gd name="connsiteX714" fmla="*/ 2452037 w 3819074"/>
                <a:gd name="connsiteY714" fmla="*/ 1924661 h 3146477"/>
                <a:gd name="connsiteX715" fmla="*/ 2058464 w 3819074"/>
                <a:gd name="connsiteY715" fmla="*/ 2004576 h 3146477"/>
                <a:gd name="connsiteX716" fmla="*/ 1501346 w 3819074"/>
                <a:gd name="connsiteY716" fmla="*/ 2349191 h 3146477"/>
                <a:gd name="connsiteX717" fmla="*/ 1428004 w 3819074"/>
                <a:gd name="connsiteY717" fmla="*/ 2402245 h 3146477"/>
                <a:gd name="connsiteX718" fmla="*/ 768397 w 3819074"/>
                <a:gd name="connsiteY718" fmla="*/ 892247 h 3146477"/>
                <a:gd name="connsiteX719" fmla="*/ 883745 w 3819074"/>
                <a:gd name="connsiteY719" fmla="*/ 1039122 h 3146477"/>
                <a:gd name="connsiteX720" fmla="*/ 1304274 w 3819074"/>
                <a:gd name="connsiteY720" fmla="*/ 1648722 h 3146477"/>
                <a:gd name="connsiteX721" fmla="*/ 1430194 w 3819074"/>
                <a:gd name="connsiteY721" fmla="*/ 2388720 h 3146477"/>
                <a:gd name="connsiteX722" fmla="*/ 1494964 w 3819074"/>
                <a:gd name="connsiteY722" fmla="*/ 2341856 h 3146477"/>
                <a:gd name="connsiteX723" fmla="*/ 2053987 w 3819074"/>
                <a:gd name="connsiteY723" fmla="*/ 1996099 h 3146477"/>
                <a:gd name="connsiteX724" fmla="*/ 2451465 w 3819074"/>
                <a:gd name="connsiteY724" fmla="*/ 1915327 h 3146477"/>
                <a:gd name="connsiteX725" fmla="*/ 2844181 w 3819074"/>
                <a:gd name="connsiteY725" fmla="*/ 1966571 h 3146477"/>
                <a:gd name="connsiteX726" fmla="*/ 3085258 w 3819074"/>
                <a:gd name="connsiteY726" fmla="*/ 1467366 h 3146477"/>
                <a:gd name="connsiteX727" fmla="*/ 3188509 w 3819074"/>
                <a:gd name="connsiteY727" fmla="*/ 1267913 h 3146477"/>
                <a:gd name="connsiteX728" fmla="*/ 2516045 w 3819074"/>
                <a:gd name="connsiteY728" fmla="*/ 648788 h 3146477"/>
                <a:gd name="connsiteX729" fmla="*/ 2494899 w 3819074"/>
                <a:gd name="connsiteY729" fmla="*/ 634976 h 3146477"/>
                <a:gd name="connsiteX730" fmla="*/ 2483564 w 3819074"/>
                <a:gd name="connsiteY730" fmla="*/ 628309 h 3146477"/>
                <a:gd name="connsiteX731" fmla="*/ 2483564 w 3819074"/>
                <a:gd name="connsiteY731" fmla="*/ 628309 h 3146477"/>
                <a:gd name="connsiteX732" fmla="*/ 2168763 w 3819074"/>
                <a:gd name="connsiteY732" fmla="*/ 723559 h 3146477"/>
                <a:gd name="connsiteX733" fmla="*/ 1524778 w 3819074"/>
                <a:gd name="connsiteY733" fmla="*/ 909582 h 3146477"/>
                <a:gd name="connsiteX734" fmla="*/ 1255697 w 3819074"/>
                <a:gd name="connsiteY734" fmla="*/ 929585 h 3146477"/>
                <a:gd name="connsiteX735" fmla="*/ 814022 w 3819074"/>
                <a:gd name="connsiteY735" fmla="*/ 897104 h 3146477"/>
                <a:gd name="connsiteX736" fmla="*/ 812308 w 3819074"/>
                <a:gd name="connsiteY736" fmla="*/ 897104 h 3146477"/>
                <a:gd name="connsiteX737" fmla="*/ 1739090 w 3819074"/>
                <a:gd name="connsiteY737" fmla="*/ 1737781 h 3146477"/>
                <a:gd name="connsiteX738" fmla="*/ 1737281 w 3819074"/>
                <a:gd name="connsiteY738" fmla="*/ 1732542 h 3146477"/>
                <a:gd name="connsiteX739" fmla="*/ 1633934 w 3819074"/>
                <a:gd name="connsiteY739" fmla="*/ 1477748 h 3146477"/>
                <a:gd name="connsiteX740" fmla="*/ 1527540 w 3819074"/>
                <a:gd name="connsiteY740" fmla="*/ 1291820 h 3146477"/>
                <a:gd name="connsiteX741" fmla="*/ 1523635 w 3819074"/>
                <a:gd name="connsiteY741" fmla="*/ 1285534 h 3146477"/>
                <a:gd name="connsiteX742" fmla="*/ 1530969 w 3819074"/>
                <a:gd name="connsiteY742" fmla="*/ 1284581 h 3146477"/>
                <a:gd name="connsiteX743" fmla="*/ 1582976 w 3819074"/>
                <a:gd name="connsiteY743" fmla="*/ 1277057 h 3146477"/>
                <a:gd name="connsiteX744" fmla="*/ 2297350 w 3819074"/>
                <a:gd name="connsiteY744" fmla="*/ 1072364 h 3146477"/>
                <a:gd name="connsiteX745" fmla="*/ 2414413 w 3819074"/>
                <a:gd name="connsiteY745" fmla="*/ 1029788 h 3146477"/>
                <a:gd name="connsiteX746" fmla="*/ 2416604 w 3819074"/>
                <a:gd name="connsiteY746" fmla="*/ 1029026 h 3146477"/>
                <a:gd name="connsiteX747" fmla="*/ 2418604 w 3819074"/>
                <a:gd name="connsiteY747" fmla="*/ 1030359 h 3146477"/>
                <a:gd name="connsiteX748" fmla="*/ 2683399 w 3819074"/>
                <a:gd name="connsiteY748" fmla="*/ 1215906 h 3146477"/>
                <a:gd name="connsiteX749" fmla="*/ 2760075 w 3819074"/>
                <a:gd name="connsiteY749" fmla="*/ 1279628 h 3146477"/>
                <a:gd name="connsiteX750" fmla="*/ 2762837 w 3819074"/>
                <a:gd name="connsiteY750" fmla="*/ 1282105 h 3146477"/>
                <a:gd name="connsiteX751" fmla="*/ 2760551 w 3819074"/>
                <a:gd name="connsiteY751" fmla="*/ 1286296 h 3146477"/>
                <a:gd name="connsiteX752" fmla="*/ 2620248 w 3819074"/>
                <a:gd name="connsiteY752" fmla="*/ 1549376 h 3146477"/>
                <a:gd name="connsiteX753" fmla="*/ 2618819 w 3819074"/>
                <a:gd name="connsiteY753" fmla="*/ 1552329 h 3146477"/>
                <a:gd name="connsiteX754" fmla="*/ 2615486 w 3819074"/>
                <a:gd name="connsiteY754" fmla="*/ 1552329 h 3146477"/>
                <a:gd name="connsiteX755" fmla="*/ 2450989 w 3819074"/>
                <a:gd name="connsiteY755" fmla="*/ 1544138 h 3146477"/>
                <a:gd name="connsiteX756" fmla="*/ 1900634 w 3819074"/>
                <a:gd name="connsiteY756" fmla="*/ 1657866 h 3146477"/>
                <a:gd name="connsiteX757" fmla="*/ 1743757 w 3819074"/>
                <a:gd name="connsiteY757" fmla="*/ 1735590 h 3146477"/>
                <a:gd name="connsiteX758" fmla="*/ 1539637 w 3819074"/>
                <a:gd name="connsiteY758" fmla="*/ 1292678 h 3146477"/>
                <a:gd name="connsiteX759" fmla="*/ 1642507 w 3819074"/>
                <a:gd name="connsiteY759" fmla="*/ 1472986 h 3146477"/>
                <a:gd name="connsiteX760" fmla="*/ 1744805 w 3819074"/>
                <a:gd name="connsiteY760" fmla="*/ 1723779 h 3146477"/>
                <a:gd name="connsiteX761" fmla="*/ 1897205 w 3819074"/>
                <a:gd name="connsiteY761" fmla="*/ 1648436 h 3146477"/>
                <a:gd name="connsiteX762" fmla="*/ 2451465 w 3819074"/>
                <a:gd name="connsiteY762" fmla="*/ 1534136 h 3146477"/>
                <a:gd name="connsiteX763" fmla="*/ 2613390 w 3819074"/>
                <a:gd name="connsiteY763" fmla="*/ 1542042 h 3146477"/>
                <a:gd name="connsiteX764" fmla="*/ 2751122 w 3819074"/>
                <a:gd name="connsiteY764" fmla="*/ 1284010 h 3146477"/>
                <a:gd name="connsiteX765" fmla="*/ 2677874 w 3819074"/>
                <a:gd name="connsiteY765" fmla="*/ 1223240 h 3146477"/>
                <a:gd name="connsiteX766" fmla="*/ 2415651 w 3819074"/>
                <a:gd name="connsiteY766" fmla="*/ 1039408 h 3146477"/>
                <a:gd name="connsiteX767" fmla="*/ 2301351 w 3819074"/>
                <a:gd name="connsiteY767" fmla="*/ 1081127 h 3146477"/>
                <a:gd name="connsiteX768" fmla="*/ 1584690 w 3819074"/>
                <a:gd name="connsiteY768" fmla="*/ 1286296 h 3146477"/>
                <a:gd name="connsiteX769" fmla="*/ 1539637 w 3819074"/>
                <a:gd name="connsiteY769" fmla="*/ 1292678 h 3146477"/>
                <a:gd name="connsiteX770" fmla="*/ 1241981 w 3819074"/>
                <a:gd name="connsiteY770" fmla="*/ 3002511 h 3146477"/>
                <a:gd name="connsiteX771" fmla="*/ 1241981 w 3819074"/>
                <a:gd name="connsiteY771" fmla="*/ 3002511 h 3146477"/>
                <a:gd name="connsiteX772" fmla="*/ 998998 w 3819074"/>
                <a:gd name="connsiteY772" fmla="*/ 2920214 h 3146477"/>
                <a:gd name="connsiteX773" fmla="*/ 932323 w 3819074"/>
                <a:gd name="connsiteY773" fmla="*/ 2497685 h 3146477"/>
                <a:gd name="connsiteX774" fmla="*/ 873458 w 3819074"/>
                <a:gd name="connsiteY774" fmla="*/ 1871988 h 3146477"/>
                <a:gd name="connsiteX775" fmla="*/ 504269 w 3819074"/>
                <a:gd name="connsiteY775" fmla="*/ 1341922 h 3146477"/>
                <a:gd name="connsiteX776" fmla="*/ 202612 w 3819074"/>
                <a:gd name="connsiteY776" fmla="*/ 509246 h 3146477"/>
                <a:gd name="connsiteX777" fmla="*/ 530749 w 3819074"/>
                <a:gd name="connsiteY777" fmla="*/ 388088 h 3146477"/>
                <a:gd name="connsiteX778" fmla="*/ 868791 w 3819074"/>
                <a:gd name="connsiteY778" fmla="*/ 414663 h 3146477"/>
                <a:gd name="connsiteX779" fmla="*/ 1255697 w 3819074"/>
                <a:gd name="connsiteY779" fmla="*/ 444095 h 3146477"/>
                <a:gd name="connsiteX780" fmla="*/ 1448006 w 3819074"/>
                <a:gd name="connsiteY780" fmla="*/ 430189 h 3146477"/>
                <a:gd name="connsiteX781" fmla="*/ 1999408 w 3819074"/>
                <a:gd name="connsiteY781" fmla="*/ 268264 h 3146477"/>
                <a:gd name="connsiteX782" fmla="*/ 2483564 w 3819074"/>
                <a:gd name="connsiteY782" fmla="*/ 142724 h 3146477"/>
                <a:gd name="connsiteX783" fmla="*/ 2761409 w 3819074"/>
                <a:gd name="connsiteY783" fmla="*/ 228449 h 3146477"/>
                <a:gd name="connsiteX784" fmla="*/ 2782364 w 3819074"/>
                <a:gd name="connsiteY784" fmla="*/ 242165 h 3146477"/>
                <a:gd name="connsiteX785" fmla="*/ 3392725 w 3819074"/>
                <a:gd name="connsiteY785" fmla="*/ 697365 h 3146477"/>
                <a:gd name="connsiteX786" fmla="*/ 3675428 w 3819074"/>
                <a:gd name="connsiteY786" fmla="*/ 1247529 h 3146477"/>
                <a:gd name="connsiteX787" fmla="*/ 3509502 w 3819074"/>
                <a:gd name="connsiteY787" fmla="*/ 1703967 h 3146477"/>
                <a:gd name="connsiteX788" fmla="*/ 3204702 w 3819074"/>
                <a:gd name="connsiteY788" fmla="*/ 2511878 h 3146477"/>
                <a:gd name="connsiteX789" fmla="*/ 3203654 w 3819074"/>
                <a:gd name="connsiteY789" fmla="*/ 2518259 h 3146477"/>
                <a:gd name="connsiteX790" fmla="*/ 3202988 w 3819074"/>
                <a:gd name="connsiteY790" fmla="*/ 2521212 h 3146477"/>
                <a:gd name="connsiteX791" fmla="*/ 3200130 w 3819074"/>
                <a:gd name="connsiteY791" fmla="*/ 2521879 h 3146477"/>
                <a:gd name="connsiteX792" fmla="*/ 3161077 w 3819074"/>
                <a:gd name="connsiteY792" fmla="*/ 2525594 h 3146477"/>
                <a:gd name="connsiteX793" fmla="*/ 2862945 w 3819074"/>
                <a:gd name="connsiteY793" fmla="*/ 2470158 h 3146477"/>
                <a:gd name="connsiteX794" fmla="*/ 2451941 w 3819074"/>
                <a:gd name="connsiteY794" fmla="*/ 2400149 h 3146477"/>
                <a:gd name="connsiteX795" fmla="*/ 2254298 w 3819074"/>
                <a:gd name="connsiteY795" fmla="*/ 2438249 h 3146477"/>
                <a:gd name="connsiteX796" fmla="*/ 1781667 w 3819074"/>
                <a:gd name="connsiteY796" fmla="*/ 2733525 h 3146477"/>
                <a:gd name="connsiteX797" fmla="*/ 1241981 w 3819074"/>
                <a:gd name="connsiteY797" fmla="*/ 3002511 h 3146477"/>
                <a:gd name="connsiteX798" fmla="*/ 530368 w 3819074"/>
                <a:gd name="connsiteY798" fmla="*/ 397613 h 3146477"/>
                <a:gd name="connsiteX799" fmla="*/ 210232 w 3819074"/>
                <a:gd name="connsiteY799" fmla="*/ 514390 h 3146477"/>
                <a:gd name="connsiteX800" fmla="*/ 511318 w 3819074"/>
                <a:gd name="connsiteY800" fmla="*/ 1336016 h 3146477"/>
                <a:gd name="connsiteX801" fmla="*/ 881459 w 3819074"/>
                <a:gd name="connsiteY801" fmla="*/ 1867607 h 3146477"/>
                <a:gd name="connsiteX802" fmla="*/ 941467 w 3819074"/>
                <a:gd name="connsiteY802" fmla="*/ 2498733 h 3146477"/>
                <a:gd name="connsiteX803" fmla="*/ 1003855 w 3819074"/>
                <a:gd name="connsiteY803" fmla="*/ 2912213 h 3146477"/>
                <a:gd name="connsiteX804" fmla="*/ 1241981 w 3819074"/>
                <a:gd name="connsiteY804" fmla="*/ 2992986 h 3146477"/>
                <a:gd name="connsiteX805" fmla="*/ 1241981 w 3819074"/>
                <a:gd name="connsiteY805" fmla="*/ 2992986 h 3146477"/>
                <a:gd name="connsiteX806" fmla="*/ 1775381 w 3819074"/>
                <a:gd name="connsiteY806" fmla="*/ 2726286 h 3146477"/>
                <a:gd name="connsiteX807" fmla="*/ 2249821 w 3819074"/>
                <a:gd name="connsiteY807" fmla="*/ 2429772 h 3146477"/>
                <a:gd name="connsiteX808" fmla="*/ 2451370 w 3819074"/>
                <a:gd name="connsiteY808" fmla="*/ 2391196 h 3146477"/>
                <a:gd name="connsiteX809" fmla="*/ 2864564 w 3819074"/>
                <a:gd name="connsiteY809" fmla="*/ 2461395 h 3146477"/>
                <a:gd name="connsiteX810" fmla="*/ 3160506 w 3819074"/>
                <a:gd name="connsiteY810" fmla="*/ 2516640 h 3146477"/>
                <a:gd name="connsiteX811" fmla="*/ 3194606 w 3819074"/>
                <a:gd name="connsiteY811" fmla="*/ 2513592 h 3146477"/>
                <a:gd name="connsiteX812" fmla="*/ 3194606 w 3819074"/>
                <a:gd name="connsiteY812" fmla="*/ 2510830 h 3146477"/>
                <a:gd name="connsiteX813" fmla="*/ 3500644 w 3819074"/>
                <a:gd name="connsiteY813" fmla="*/ 1699490 h 3146477"/>
                <a:gd name="connsiteX814" fmla="*/ 3665331 w 3819074"/>
                <a:gd name="connsiteY814" fmla="*/ 1248482 h 3146477"/>
                <a:gd name="connsiteX815" fmla="*/ 3385391 w 3819074"/>
                <a:gd name="connsiteY815" fmla="*/ 704318 h 3146477"/>
                <a:gd name="connsiteX816" fmla="*/ 2776553 w 3819074"/>
                <a:gd name="connsiteY816" fmla="*/ 250357 h 3146477"/>
                <a:gd name="connsiteX817" fmla="*/ 2755598 w 3819074"/>
                <a:gd name="connsiteY817" fmla="*/ 236641 h 3146477"/>
                <a:gd name="connsiteX818" fmla="*/ 2482993 w 3819074"/>
                <a:gd name="connsiteY818" fmla="*/ 152154 h 3146477"/>
                <a:gd name="connsiteX819" fmla="*/ 2002171 w 3819074"/>
                <a:gd name="connsiteY819" fmla="*/ 277027 h 3146477"/>
                <a:gd name="connsiteX820" fmla="*/ 1448864 w 3819074"/>
                <a:gd name="connsiteY820" fmla="*/ 438952 h 3146477"/>
                <a:gd name="connsiteX821" fmla="*/ 1255125 w 3819074"/>
                <a:gd name="connsiteY821" fmla="*/ 452954 h 3146477"/>
                <a:gd name="connsiteX822" fmla="*/ 867267 w 3819074"/>
                <a:gd name="connsiteY822" fmla="*/ 423521 h 3146477"/>
                <a:gd name="connsiteX823" fmla="*/ 530368 w 3819074"/>
                <a:gd name="connsiteY823" fmla="*/ 397613 h 3146477"/>
                <a:gd name="connsiteX824" fmla="*/ 1304941 w 3819074"/>
                <a:gd name="connsiteY824" fmla="*/ 2595412 h 3146477"/>
                <a:gd name="connsiteX825" fmla="*/ 1305798 w 3819074"/>
                <a:gd name="connsiteY825" fmla="*/ 2586363 h 3146477"/>
                <a:gd name="connsiteX826" fmla="*/ 1310751 w 3819074"/>
                <a:gd name="connsiteY826" fmla="*/ 2539214 h 3146477"/>
                <a:gd name="connsiteX827" fmla="*/ 1310751 w 3819074"/>
                <a:gd name="connsiteY827" fmla="*/ 2538262 h 3146477"/>
                <a:gd name="connsiteX828" fmla="*/ 1211215 w 3819074"/>
                <a:gd name="connsiteY828" fmla="*/ 1696633 h 3146477"/>
                <a:gd name="connsiteX829" fmla="*/ 801640 w 3819074"/>
                <a:gd name="connsiteY829" fmla="*/ 1104654 h 3146477"/>
                <a:gd name="connsiteX830" fmla="*/ 561514 w 3819074"/>
                <a:gd name="connsiteY830" fmla="*/ 776899 h 3146477"/>
                <a:gd name="connsiteX831" fmla="*/ 557133 w 3819074"/>
                <a:gd name="connsiteY831" fmla="*/ 769469 h 3146477"/>
                <a:gd name="connsiteX832" fmla="*/ 565801 w 3819074"/>
                <a:gd name="connsiteY832" fmla="*/ 769469 h 3146477"/>
                <a:gd name="connsiteX833" fmla="*/ 824785 w 3819074"/>
                <a:gd name="connsiteY833" fmla="*/ 792901 h 3146477"/>
                <a:gd name="connsiteX834" fmla="*/ 1254935 w 3819074"/>
                <a:gd name="connsiteY834" fmla="*/ 824810 h 3146477"/>
                <a:gd name="connsiteX835" fmla="*/ 1507442 w 3819074"/>
                <a:gd name="connsiteY835" fmla="*/ 805760 h 3146477"/>
                <a:gd name="connsiteX836" fmla="*/ 2131520 w 3819074"/>
                <a:gd name="connsiteY836" fmla="*/ 624785 h 3146477"/>
                <a:gd name="connsiteX837" fmla="*/ 2482802 w 3819074"/>
                <a:gd name="connsiteY837" fmla="*/ 523153 h 3146477"/>
                <a:gd name="connsiteX838" fmla="*/ 2551954 w 3819074"/>
                <a:gd name="connsiteY838" fmla="*/ 546870 h 3146477"/>
                <a:gd name="connsiteX839" fmla="*/ 2572909 w 3819074"/>
                <a:gd name="connsiteY839" fmla="*/ 560586 h 3146477"/>
                <a:gd name="connsiteX840" fmla="*/ 3123549 w 3819074"/>
                <a:gd name="connsiteY840" fmla="*/ 967399 h 3146477"/>
                <a:gd name="connsiteX841" fmla="*/ 3294999 w 3819074"/>
                <a:gd name="connsiteY841" fmla="*/ 1274771 h 3146477"/>
                <a:gd name="connsiteX842" fmla="*/ 3294999 w 3819074"/>
                <a:gd name="connsiteY842" fmla="*/ 1275818 h 3146477"/>
                <a:gd name="connsiteX843" fmla="*/ 3176699 w 3819074"/>
                <a:gd name="connsiteY843" fmla="*/ 1517658 h 3146477"/>
                <a:gd name="connsiteX844" fmla="*/ 2912761 w 3819074"/>
                <a:gd name="connsiteY844" fmla="*/ 2085253 h 3146477"/>
                <a:gd name="connsiteX845" fmla="*/ 2911427 w 3819074"/>
                <a:gd name="connsiteY845" fmla="*/ 2089444 h 3146477"/>
                <a:gd name="connsiteX846" fmla="*/ 2907141 w 3819074"/>
                <a:gd name="connsiteY846" fmla="*/ 2088396 h 3146477"/>
                <a:gd name="connsiteX847" fmla="*/ 2451465 w 3819074"/>
                <a:gd name="connsiteY847" fmla="*/ 2018864 h 3146477"/>
                <a:gd name="connsiteX848" fmla="*/ 2097135 w 3819074"/>
                <a:gd name="connsiteY848" fmla="*/ 2090301 h 3146477"/>
                <a:gd name="connsiteX849" fmla="*/ 1556877 w 3819074"/>
                <a:gd name="connsiteY849" fmla="*/ 2425105 h 3146477"/>
                <a:gd name="connsiteX850" fmla="*/ 1312847 w 3819074"/>
                <a:gd name="connsiteY850" fmla="*/ 2590078 h 3146477"/>
                <a:gd name="connsiteX851" fmla="*/ 574659 w 3819074"/>
                <a:gd name="connsiteY851" fmla="*/ 780042 h 3146477"/>
                <a:gd name="connsiteX852" fmla="*/ 809450 w 3819074"/>
                <a:gd name="connsiteY852" fmla="*/ 1099225 h 3146477"/>
                <a:gd name="connsiteX853" fmla="*/ 1219692 w 3819074"/>
                <a:gd name="connsiteY853" fmla="*/ 1692728 h 3146477"/>
                <a:gd name="connsiteX854" fmla="*/ 1320276 w 3819074"/>
                <a:gd name="connsiteY854" fmla="*/ 2539786 h 3146477"/>
                <a:gd name="connsiteX855" fmla="*/ 1320276 w 3819074"/>
                <a:gd name="connsiteY855" fmla="*/ 2540738 h 3146477"/>
                <a:gd name="connsiteX856" fmla="*/ 1316276 w 3819074"/>
                <a:gd name="connsiteY856" fmla="*/ 2578838 h 3146477"/>
                <a:gd name="connsiteX857" fmla="*/ 1551257 w 3819074"/>
                <a:gd name="connsiteY857" fmla="*/ 2419009 h 3146477"/>
                <a:gd name="connsiteX858" fmla="*/ 2093230 w 3819074"/>
                <a:gd name="connsiteY858" fmla="*/ 2083157 h 3146477"/>
                <a:gd name="connsiteX859" fmla="*/ 2451560 w 3819074"/>
                <a:gd name="connsiteY859" fmla="*/ 2010863 h 3146477"/>
                <a:gd name="connsiteX860" fmla="*/ 2905236 w 3819074"/>
                <a:gd name="connsiteY860" fmla="*/ 2079633 h 3146477"/>
                <a:gd name="connsiteX861" fmla="*/ 3168316 w 3819074"/>
                <a:gd name="connsiteY861" fmla="*/ 1514705 h 3146477"/>
                <a:gd name="connsiteX862" fmla="*/ 3285569 w 3819074"/>
                <a:gd name="connsiteY862" fmla="*/ 1276580 h 3146477"/>
                <a:gd name="connsiteX863" fmla="*/ 3117263 w 3819074"/>
                <a:gd name="connsiteY863" fmla="*/ 975686 h 3146477"/>
                <a:gd name="connsiteX864" fmla="*/ 2568146 w 3819074"/>
                <a:gd name="connsiteY864" fmla="*/ 570111 h 3146477"/>
                <a:gd name="connsiteX865" fmla="*/ 2547191 w 3819074"/>
                <a:gd name="connsiteY865" fmla="*/ 556395 h 3146477"/>
                <a:gd name="connsiteX866" fmla="*/ 2483279 w 3819074"/>
                <a:gd name="connsiteY866" fmla="*/ 534202 h 3146477"/>
                <a:gd name="connsiteX867" fmla="*/ 2135330 w 3819074"/>
                <a:gd name="connsiteY867" fmla="*/ 635167 h 3146477"/>
                <a:gd name="connsiteX868" fmla="*/ 1509443 w 3819074"/>
                <a:gd name="connsiteY868" fmla="*/ 816142 h 3146477"/>
                <a:gd name="connsiteX869" fmla="*/ 1255411 w 3819074"/>
                <a:gd name="connsiteY869" fmla="*/ 835192 h 3146477"/>
                <a:gd name="connsiteX870" fmla="*/ 824595 w 3819074"/>
                <a:gd name="connsiteY870" fmla="*/ 803283 h 3146477"/>
                <a:gd name="connsiteX871" fmla="*/ 574659 w 3819074"/>
                <a:gd name="connsiteY871" fmla="*/ 780042 h 3146477"/>
                <a:gd name="connsiteX872" fmla="*/ 1677559 w 3819074"/>
                <a:gd name="connsiteY872" fmla="*/ 1882942 h 3146477"/>
                <a:gd name="connsiteX873" fmla="*/ 1676130 w 3819074"/>
                <a:gd name="connsiteY873" fmla="*/ 1876465 h 3146477"/>
                <a:gd name="connsiteX874" fmla="*/ 1549543 w 3819074"/>
                <a:gd name="connsiteY874" fmla="*/ 1521182 h 3146477"/>
                <a:gd name="connsiteX875" fmla="*/ 1360472 w 3819074"/>
                <a:gd name="connsiteY875" fmla="*/ 1210953 h 3146477"/>
                <a:gd name="connsiteX876" fmla="*/ 1355614 w 3819074"/>
                <a:gd name="connsiteY876" fmla="*/ 1203905 h 3146477"/>
                <a:gd name="connsiteX877" fmla="*/ 1364186 w 3819074"/>
                <a:gd name="connsiteY877" fmla="*/ 1203905 h 3146477"/>
                <a:gd name="connsiteX878" fmla="*/ 1568021 w 3819074"/>
                <a:gd name="connsiteY878" fmla="*/ 1182949 h 3146477"/>
                <a:gd name="connsiteX879" fmla="*/ 2264680 w 3819074"/>
                <a:gd name="connsiteY879" fmla="*/ 982924 h 3146477"/>
                <a:gd name="connsiteX880" fmla="*/ 2428319 w 3819074"/>
                <a:gd name="connsiteY880" fmla="*/ 924346 h 3146477"/>
                <a:gd name="connsiteX881" fmla="*/ 2430415 w 3819074"/>
                <a:gd name="connsiteY881" fmla="*/ 923584 h 3146477"/>
                <a:gd name="connsiteX882" fmla="*/ 2432415 w 3819074"/>
                <a:gd name="connsiteY882" fmla="*/ 924917 h 3146477"/>
                <a:gd name="connsiteX883" fmla="*/ 2855516 w 3819074"/>
                <a:gd name="connsiteY883" fmla="*/ 1239242 h 3146477"/>
                <a:gd name="connsiteX884" fmla="*/ 2878947 w 3819074"/>
                <a:gd name="connsiteY884" fmla="*/ 1263722 h 3146477"/>
                <a:gd name="connsiteX885" fmla="*/ 2881233 w 3819074"/>
                <a:gd name="connsiteY885" fmla="*/ 1266198 h 3146477"/>
                <a:gd name="connsiteX886" fmla="*/ 2879614 w 3819074"/>
                <a:gd name="connsiteY886" fmla="*/ 1269246 h 3146477"/>
                <a:gd name="connsiteX887" fmla="*/ 2844181 w 3819074"/>
                <a:gd name="connsiteY887" fmla="*/ 1332968 h 3146477"/>
                <a:gd name="connsiteX888" fmla="*/ 2676731 w 3819074"/>
                <a:gd name="connsiteY888" fmla="*/ 1651865 h 3146477"/>
                <a:gd name="connsiteX889" fmla="*/ 2675207 w 3819074"/>
                <a:gd name="connsiteY889" fmla="*/ 1655008 h 3146477"/>
                <a:gd name="connsiteX890" fmla="*/ 2671778 w 3819074"/>
                <a:gd name="connsiteY890" fmla="*/ 1654532 h 3146477"/>
                <a:gd name="connsiteX891" fmla="*/ 2451465 w 3819074"/>
                <a:gd name="connsiteY891" fmla="*/ 1639292 h 3146477"/>
                <a:gd name="connsiteX892" fmla="*/ 1940354 w 3819074"/>
                <a:gd name="connsiteY892" fmla="*/ 1744544 h 3146477"/>
                <a:gd name="connsiteX893" fmla="*/ 1683179 w 3819074"/>
                <a:gd name="connsiteY893" fmla="*/ 1880085 h 3146477"/>
                <a:gd name="connsiteX894" fmla="*/ 1372759 w 3819074"/>
                <a:gd name="connsiteY894" fmla="*/ 1212572 h 3146477"/>
                <a:gd name="connsiteX895" fmla="*/ 1557544 w 3819074"/>
                <a:gd name="connsiteY895" fmla="*/ 1516801 h 3146477"/>
                <a:gd name="connsiteX896" fmla="*/ 1683655 w 3819074"/>
                <a:gd name="connsiteY896" fmla="*/ 1867892 h 3146477"/>
                <a:gd name="connsiteX897" fmla="*/ 1935972 w 3819074"/>
                <a:gd name="connsiteY897" fmla="*/ 1735304 h 3146477"/>
                <a:gd name="connsiteX898" fmla="*/ 2451084 w 3819074"/>
                <a:gd name="connsiteY898" fmla="*/ 1629196 h 3146477"/>
                <a:gd name="connsiteX899" fmla="*/ 2669207 w 3819074"/>
                <a:gd name="connsiteY899" fmla="*/ 1644055 h 3146477"/>
                <a:gd name="connsiteX900" fmla="*/ 2835513 w 3819074"/>
                <a:gd name="connsiteY900" fmla="*/ 1327825 h 3146477"/>
                <a:gd name="connsiteX901" fmla="*/ 2869232 w 3819074"/>
                <a:gd name="connsiteY901" fmla="*/ 1267055 h 3146477"/>
                <a:gd name="connsiteX902" fmla="*/ 2848372 w 3819074"/>
                <a:gd name="connsiteY902" fmla="*/ 1245433 h 3146477"/>
                <a:gd name="connsiteX903" fmla="*/ 2428700 w 3819074"/>
                <a:gd name="connsiteY903" fmla="*/ 933871 h 3146477"/>
                <a:gd name="connsiteX904" fmla="*/ 2267633 w 3819074"/>
                <a:gd name="connsiteY904" fmla="*/ 991688 h 3146477"/>
                <a:gd name="connsiteX905" fmla="*/ 1569069 w 3819074"/>
                <a:gd name="connsiteY905" fmla="*/ 1191713 h 3146477"/>
                <a:gd name="connsiteX906" fmla="*/ 1373140 w 3819074"/>
                <a:gd name="connsiteY906" fmla="*/ 1212572 h 3146477"/>
                <a:gd name="connsiteX907" fmla="*/ 1241981 w 3819074"/>
                <a:gd name="connsiteY907" fmla="*/ 2812011 h 3146477"/>
                <a:gd name="connsiteX908" fmla="*/ 1241981 w 3819074"/>
                <a:gd name="connsiteY908" fmla="*/ 2812011 h 3146477"/>
                <a:gd name="connsiteX909" fmla="*/ 1113298 w 3819074"/>
                <a:gd name="connsiteY909" fmla="*/ 2767243 h 3146477"/>
                <a:gd name="connsiteX910" fmla="*/ 1111679 w 3819074"/>
                <a:gd name="connsiteY910" fmla="*/ 2766195 h 3146477"/>
                <a:gd name="connsiteX911" fmla="*/ 1111679 w 3819074"/>
                <a:gd name="connsiteY911" fmla="*/ 2764290 h 3146477"/>
                <a:gd name="connsiteX912" fmla="*/ 1122156 w 3819074"/>
                <a:gd name="connsiteY912" fmla="*/ 2518069 h 3146477"/>
                <a:gd name="connsiteX913" fmla="*/ 1042908 w 3819074"/>
                <a:gd name="connsiteY913" fmla="*/ 1784644 h 3146477"/>
                <a:gd name="connsiteX914" fmla="*/ 653717 w 3819074"/>
                <a:gd name="connsiteY914" fmla="*/ 1223621 h 3146477"/>
                <a:gd name="connsiteX915" fmla="*/ 362442 w 3819074"/>
                <a:gd name="connsiteY915" fmla="*/ 803283 h 3146477"/>
                <a:gd name="connsiteX916" fmla="*/ 362442 w 3819074"/>
                <a:gd name="connsiteY916" fmla="*/ 613926 h 3146477"/>
                <a:gd name="connsiteX917" fmla="*/ 531130 w 3819074"/>
                <a:gd name="connsiteY917" fmla="*/ 578969 h 3146477"/>
                <a:gd name="connsiteX918" fmla="*/ 847741 w 3819074"/>
                <a:gd name="connsiteY918" fmla="*/ 604401 h 3146477"/>
                <a:gd name="connsiteX919" fmla="*/ 1256077 w 3819074"/>
                <a:gd name="connsiteY919" fmla="*/ 634976 h 3146477"/>
                <a:gd name="connsiteX920" fmla="*/ 1477724 w 3819074"/>
                <a:gd name="connsiteY920" fmla="*/ 618117 h 3146477"/>
                <a:gd name="connsiteX921" fmla="*/ 2065417 w 3819074"/>
                <a:gd name="connsiteY921" fmla="*/ 446667 h 3146477"/>
                <a:gd name="connsiteX922" fmla="*/ 2483183 w 3819074"/>
                <a:gd name="connsiteY922" fmla="*/ 333129 h 3146477"/>
                <a:gd name="connsiteX923" fmla="*/ 2656633 w 3819074"/>
                <a:gd name="connsiteY923" fmla="*/ 387993 h 3146477"/>
                <a:gd name="connsiteX924" fmla="*/ 2677589 w 3819074"/>
                <a:gd name="connsiteY924" fmla="*/ 401709 h 3146477"/>
                <a:gd name="connsiteX925" fmla="*/ 3258137 w 3819074"/>
                <a:gd name="connsiteY925" fmla="*/ 832715 h 3146477"/>
                <a:gd name="connsiteX926" fmla="*/ 3485213 w 3819074"/>
                <a:gd name="connsiteY926" fmla="*/ 1262960 h 3146477"/>
                <a:gd name="connsiteX927" fmla="*/ 3342910 w 3819074"/>
                <a:gd name="connsiteY927" fmla="*/ 1611098 h 3146477"/>
                <a:gd name="connsiteX928" fmla="*/ 3047635 w 3819074"/>
                <a:gd name="connsiteY928" fmla="*/ 2313662 h 3146477"/>
                <a:gd name="connsiteX929" fmla="*/ 3046587 w 3819074"/>
                <a:gd name="connsiteY929" fmla="*/ 2318234 h 3146477"/>
                <a:gd name="connsiteX930" fmla="*/ 3041920 w 3819074"/>
                <a:gd name="connsiteY930" fmla="*/ 2317187 h 3146477"/>
                <a:gd name="connsiteX931" fmla="*/ 2910094 w 3819074"/>
                <a:gd name="connsiteY931" fmla="*/ 2285754 h 3146477"/>
                <a:gd name="connsiteX932" fmla="*/ 2908760 w 3819074"/>
                <a:gd name="connsiteY932" fmla="*/ 2285754 h 3146477"/>
                <a:gd name="connsiteX933" fmla="*/ 2451560 w 3819074"/>
                <a:gd name="connsiteY933" fmla="*/ 2210126 h 3146477"/>
                <a:gd name="connsiteX934" fmla="*/ 2175335 w 3819074"/>
                <a:gd name="connsiteY934" fmla="*/ 2264704 h 3146477"/>
                <a:gd name="connsiteX935" fmla="*/ 1668796 w 3819074"/>
                <a:gd name="connsiteY935" fmla="*/ 2579886 h 3146477"/>
                <a:gd name="connsiteX936" fmla="*/ 1241981 w 3819074"/>
                <a:gd name="connsiteY936" fmla="*/ 2812011 h 3146477"/>
                <a:gd name="connsiteX937" fmla="*/ 1120060 w 3819074"/>
                <a:gd name="connsiteY937" fmla="*/ 2760195 h 3146477"/>
                <a:gd name="connsiteX938" fmla="*/ 1241981 w 3819074"/>
                <a:gd name="connsiteY938" fmla="*/ 2802486 h 3146477"/>
                <a:gd name="connsiteX939" fmla="*/ 1663652 w 3819074"/>
                <a:gd name="connsiteY939" fmla="*/ 2572266 h 3146477"/>
                <a:gd name="connsiteX940" fmla="*/ 2171811 w 3819074"/>
                <a:gd name="connsiteY940" fmla="*/ 2256131 h 3146477"/>
                <a:gd name="connsiteX941" fmla="*/ 2451751 w 3819074"/>
                <a:gd name="connsiteY941" fmla="*/ 2200696 h 3146477"/>
                <a:gd name="connsiteX942" fmla="*/ 2910951 w 3819074"/>
                <a:gd name="connsiteY942" fmla="*/ 2276896 h 3146477"/>
                <a:gd name="connsiteX943" fmla="*/ 2912284 w 3819074"/>
                <a:gd name="connsiteY943" fmla="*/ 2276896 h 3146477"/>
                <a:gd name="connsiteX944" fmla="*/ 3039348 w 3819074"/>
                <a:gd name="connsiteY944" fmla="*/ 2307281 h 3146477"/>
                <a:gd name="connsiteX945" fmla="*/ 3334623 w 3819074"/>
                <a:gd name="connsiteY945" fmla="*/ 1606907 h 3146477"/>
                <a:gd name="connsiteX946" fmla="*/ 3475688 w 3819074"/>
                <a:gd name="connsiteY946" fmla="*/ 1264007 h 3146477"/>
                <a:gd name="connsiteX947" fmla="*/ 3251374 w 3819074"/>
                <a:gd name="connsiteY947" fmla="*/ 839764 h 3146477"/>
                <a:gd name="connsiteX948" fmla="*/ 2672350 w 3819074"/>
                <a:gd name="connsiteY948" fmla="*/ 409996 h 3146477"/>
                <a:gd name="connsiteX949" fmla="*/ 2651681 w 3819074"/>
                <a:gd name="connsiteY949" fmla="*/ 396375 h 3146477"/>
                <a:gd name="connsiteX950" fmla="*/ 2483374 w 3819074"/>
                <a:gd name="connsiteY950" fmla="*/ 343035 h 3146477"/>
                <a:gd name="connsiteX951" fmla="*/ 2069036 w 3819074"/>
                <a:gd name="connsiteY951" fmla="*/ 456002 h 3146477"/>
                <a:gd name="connsiteX952" fmla="*/ 1479343 w 3819074"/>
                <a:gd name="connsiteY952" fmla="*/ 627452 h 3146477"/>
                <a:gd name="connsiteX953" fmla="*/ 1255506 w 3819074"/>
                <a:gd name="connsiteY953" fmla="*/ 643835 h 3146477"/>
                <a:gd name="connsiteX954" fmla="*/ 845931 w 3819074"/>
                <a:gd name="connsiteY954" fmla="*/ 613164 h 3146477"/>
                <a:gd name="connsiteX955" fmla="*/ 530272 w 3819074"/>
                <a:gd name="connsiteY955" fmla="*/ 587828 h 3146477"/>
                <a:gd name="connsiteX956" fmla="*/ 369490 w 3819074"/>
                <a:gd name="connsiteY956" fmla="*/ 618498 h 3146477"/>
                <a:gd name="connsiteX957" fmla="*/ 370348 w 3819074"/>
                <a:gd name="connsiteY957" fmla="*/ 798806 h 3146477"/>
                <a:gd name="connsiteX958" fmla="*/ 660289 w 3819074"/>
                <a:gd name="connsiteY958" fmla="*/ 1217049 h 3146477"/>
                <a:gd name="connsiteX959" fmla="*/ 1050814 w 3819074"/>
                <a:gd name="connsiteY959" fmla="*/ 1779596 h 3146477"/>
                <a:gd name="connsiteX960" fmla="*/ 1131110 w 3819074"/>
                <a:gd name="connsiteY960" fmla="*/ 2518736 h 3146477"/>
                <a:gd name="connsiteX961" fmla="*/ 1119775 w 3819074"/>
                <a:gd name="connsiteY961" fmla="*/ 2760195 h 3146477"/>
                <a:gd name="connsiteX962" fmla="*/ 1521444 w 3819074"/>
                <a:gd name="connsiteY962" fmla="*/ 2216507 h 3146477"/>
                <a:gd name="connsiteX963" fmla="*/ 1521444 w 3819074"/>
                <a:gd name="connsiteY963" fmla="*/ 2207458 h 3146477"/>
                <a:gd name="connsiteX964" fmla="*/ 1380855 w 3819074"/>
                <a:gd name="connsiteY964" fmla="*/ 1608907 h 3146477"/>
                <a:gd name="connsiteX965" fmla="*/ 969280 w 3819074"/>
                <a:gd name="connsiteY965" fmla="*/ 1008261 h 3146477"/>
                <a:gd name="connsiteX966" fmla="*/ 962326 w 3819074"/>
                <a:gd name="connsiteY966" fmla="*/ 999593 h 3146477"/>
                <a:gd name="connsiteX967" fmla="*/ 973471 w 3819074"/>
                <a:gd name="connsiteY967" fmla="*/ 1000641 h 3146477"/>
                <a:gd name="connsiteX968" fmla="*/ 1255792 w 3819074"/>
                <a:gd name="connsiteY968" fmla="*/ 1015595 h 3146477"/>
                <a:gd name="connsiteX969" fmla="*/ 1538398 w 3819074"/>
                <a:gd name="connsiteY969" fmla="*/ 994545 h 3146477"/>
                <a:gd name="connsiteX970" fmla="*/ 2198767 w 3819074"/>
                <a:gd name="connsiteY970" fmla="*/ 804045 h 3146477"/>
                <a:gd name="connsiteX971" fmla="*/ 2461752 w 3819074"/>
                <a:gd name="connsiteY971" fmla="*/ 717368 h 3146477"/>
                <a:gd name="connsiteX972" fmla="*/ 2463562 w 3819074"/>
                <a:gd name="connsiteY972" fmla="*/ 717368 h 3146477"/>
                <a:gd name="connsiteX973" fmla="*/ 2469372 w 3819074"/>
                <a:gd name="connsiteY973" fmla="*/ 721082 h 3146477"/>
                <a:gd name="connsiteX974" fmla="*/ 2990199 w 3819074"/>
                <a:gd name="connsiteY974" fmla="*/ 1103797 h 3146477"/>
                <a:gd name="connsiteX975" fmla="*/ 3099451 w 3819074"/>
                <a:gd name="connsiteY975" fmla="*/ 1257340 h 3146477"/>
                <a:gd name="connsiteX976" fmla="*/ 3099927 w 3819074"/>
                <a:gd name="connsiteY976" fmla="*/ 1259149 h 3146477"/>
                <a:gd name="connsiteX977" fmla="*/ 3099165 w 3819074"/>
                <a:gd name="connsiteY977" fmla="*/ 1260769 h 3146477"/>
                <a:gd name="connsiteX978" fmla="*/ 3010964 w 3819074"/>
                <a:gd name="connsiteY978" fmla="*/ 1425551 h 3146477"/>
                <a:gd name="connsiteX979" fmla="*/ 2792555 w 3819074"/>
                <a:gd name="connsiteY979" fmla="*/ 1863701 h 3146477"/>
                <a:gd name="connsiteX980" fmla="*/ 2791127 w 3819074"/>
                <a:gd name="connsiteY980" fmla="*/ 1867321 h 3146477"/>
                <a:gd name="connsiteX981" fmla="*/ 2787221 w 3819074"/>
                <a:gd name="connsiteY981" fmla="*/ 1866559 h 3146477"/>
                <a:gd name="connsiteX982" fmla="*/ 2451941 w 3819074"/>
                <a:gd name="connsiteY982" fmla="*/ 1829316 h 3146477"/>
                <a:gd name="connsiteX983" fmla="*/ 2019221 w 3819074"/>
                <a:gd name="connsiteY983" fmla="*/ 1917708 h 3146477"/>
                <a:gd name="connsiteX984" fmla="*/ 1528969 w 3819074"/>
                <a:gd name="connsiteY984" fmla="*/ 2211364 h 3146477"/>
                <a:gd name="connsiteX985" fmla="*/ 983186 w 3819074"/>
                <a:gd name="connsiteY985" fmla="*/ 1011119 h 3146477"/>
                <a:gd name="connsiteX986" fmla="*/ 1388856 w 3819074"/>
                <a:gd name="connsiteY986" fmla="*/ 1604526 h 3146477"/>
                <a:gd name="connsiteX987" fmla="*/ 1530302 w 3819074"/>
                <a:gd name="connsiteY987" fmla="*/ 2198220 h 3146477"/>
                <a:gd name="connsiteX988" fmla="*/ 2014839 w 3819074"/>
                <a:gd name="connsiteY988" fmla="*/ 1908850 h 3146477"/>
                <a:gd name="connsiteX989" fmla="*/ 2451465 w 3819074"/>
                <a:gd name="connsiteY989" fmla="*/ 1819696 h 3146477"/>
                <a:gd name="connsiteX990" fmla="*/ 2785031 w 3819074"/>
                <a:gd name="connsiteY990" fmla="*/ 1856367 h 3146477"/>
                <a:gd name="connsiteX991" fmla="*/ 3002391 w 3819074"/>
                <a:gd name="connsiteY991" fmla="*/ 1420884 h 3146477"/>
                <a:gd name="connsiteX992" fmla="*/ 3089640 w 3819074"/>
                <a:gd name="connsiteY992" fmla="*/ 1258102 h 3146477"/>
                <a:gd name="connsiteX993" fmla="*/ 2983246 w 3819074"/>
                <a:gd name="connsiteY993" fmla="*/ 1110274 h 3146477"/>
                <a:gd name="connsiteX994" fmla="*/ 2463943 w 3819074"/>
                <a:gd name="connsiteY994" fmla="*/ 728797 h 3146477"/>
                <a:gd name="connsiteX995" fmla="*/ 2461466 w 3819074"/>
                <a:gd name="connsiteY995" fmla="*/ 727178 h 3146477"/>
                <a:gd name="connsiteX996" fmla="*/ 2201910 w 3819074"/>
                <a:gd name="connsiteY996" fmla="*/ 812903 h 3146477"/>
                <a:gd name="connsiteX997" fmla="*/ 1539732 w 3819074"/>
                <a:gd name="connsiteY997" fmla="*/ 1003403 h 3146477"/>
                <a:gd name="connsiteX998" fmla="*/ 1255601 w 3819074"/>
                <a:gd name="connsiteY998" fmla="*/ 1024644 h 3146477"/>
                <a:gd name="connsiteX999" fmla="*/ 983186 w 3819074"/>
                <a:gd name="connsiteY999" fmla="*/ 1011119 h 3146477"/>
                <a:gd name="connsiteX1000" fmla="*/ 1793573 w 3819074"/>
                <a:gd name="connsiteY1000" fmla="*/ 1602431 h 3146477"/>
                <a:gd name="connsiteX1001" fmla="*/ 1791764 w 3819074"/>
                <a:gd name="connsiteY1001" fmla="*/ 1597573 h 3146477"/>
                <a:gd name="connsiteX1002" fmla="*/ 1718231 w 3819074"/>
                <a:gd name="connsiteY1002" fmla="*/ 1433552 h 3146477"/>
                <a:gd name="connsiteX1003" fmla="*/ 1680131 w 3819074"/>
                <a:gd name="connsiteY1003" fmla="*/ 1362591 h 3146477"/>
                <a:gd name="connsiteX1004" fmla="*/ 1676892 w 3819074"/>
                <a:gd name="connsiteY1004" fmla="*/ 1356876 h 3146477"/>
                <a:gd name="connsiteX1005" fmla="*/ 1683369 w 3819074"/>
                <a:gd name="connsiteY1005" fmla="*/ 1355638 h 3146477"/>
                <a:gd name="connsiteX1006" fmla="*/ 2330593 w 3819074"/>
                <a:gd name="connsiteY1006" fmla="*/ 1161328 h 3146477"/>
                <a:gd name="connsiteX1007" fmla="*/ 2401364 w 3819074"/>
                <a:gd name="connsiteY1007" fmla="*/ 1135229 h 3146477"/>
                <a:gd name="connsiteX1008" fmla="*/ 2403649 w 3819074"/>
                <a:gd name="connsiteY1008" fmla="*/ 1134372 h 3146477"/>
                <a:gd name="connsiteX1009" fmla="*/ 2405650 w 3819074"/>
                <a:gd name="connsiteY1009" fmla="*/ 1135706 h 3146477"/>
                <a:gd name="connsiteX1010" fmla="*/ 2638250 w 3819074"/>
                <a:gd name="connsiteY1010" fmla="*/ 1301726 h 3146477"/>
                <a:gd name="connsiteX1011" fmla="*/ 2641394 w 3819074"/>
                <a:gd name="connsiteY1011" fmla="*/ 1304203 h 3146477"/>
                <a:gd name="connsiteX1012" fmla="*/ 2639489 w 3819074"/>
                <a:gd name="connsiteY1012" fmla="*/ 1307727 h 3146477"/>
                <a:gd name="connsiteX1013" fmla="*/ 2563860 w 3819074"/>
                <a:gd name="connsiteY1013" fmla="*/ 1448983 h 3146477"/>
                <a:gd name="connsiteX1014" fmla="*/ 2562431 w 3819074"/>
                <a:gd name="connsiteY1014" fmla="*/ 1451745 h 3146477"/>
                <a:gd name="connsiteX1015" fmla="*/ 2559383 w 3819074"/>
                <a:gd name="connsiteY1015" fmla="*/ 1451745 h 3146477"/>
                <a:gd name="connsiteX1016" fmla="*/ 2451084 w 3819074"/>
                <a:gd name="connsiteY1016" fmla="*/ 1448411 h 3146477"/>
                <a:gd name="connsiteX1017" fmla="*/ 1861582 w 3819074"/>
                <a:gd name="connsiteY1017" fmla="*/ 1570522 h 3146477"/>
                <a:gd name="connsiteX1018" fmla="*/ 1797860 w 3819074"/>
                <a:gd name="connsiteY1018" fmla="*/ 1600335 h 3146477"/>
                <a:gd name="connsiteX1019" fmla="*/ 1691942 w 3819074"/>
                <a:gd name="connsiteY1019" fmla="*/ 1363734 h 3146477"/>
                <a:gd name="connsiteX1020" fmla="*/ 1727089 w 3819074"/>
                <a:gd name="connsiteY1020" fmla="*/ 1429171 h 3146477"/>
                <a:gd name="connsiteX1021" fmla="*/ 1798812 w 3819074"/>
                <a:gd name="connsiteY1021" fmla="*/ 1589667 h 3146477"/>
                <a:gd name="connsiteX1022" fmla="*/ 1858057 w 3819074"/>
                <a:gd name="connsiteY1022" fmla="*/ 1562045 h 3146477"/>
                <a:gd name="connsiteX1023" fmla="*/ 2451465 w 3819074"/>
                <a:gd name="connsiteY1023" fmla="*/ 1439077 h 3146477"/>
                <a:gd name="connsiteX1024" fmla="*/ 2557192 w 3819074"/>
                <a:gd name="connsiteY1024" fmla="*/ 1442220 h 3146477"/>
                <a:gd name="connsiteX1025" fmla="*/ 2629583 w 3819074"/>
                <a:gd name="connsiteY1025" fmla="*/ 1307060 h 3146477"/>
                <a:gd name="connsiteX1026" fmla="*/ 2402792 w 3819074"/>
                <a:gd name="connsiteY1026" fmla="*/ 1145135 h 3146477"/>
                <a:gd name="connsiteX1027" fmla="*/ 2334403 w 3819074"/>
                <a:gd name="connsiteY1027" fmla="*/ 1170281 h 3146477"/>
                <a:gd name="connsiteX1028" fmla="*/ 1691942 w 3819074"/>
                <a:gd name="connsiteY1028" fmla="*/ 1363734 h 3146477"/>
                <a:gd name="connsiteX1029" fmla="*/ 1819196 w 3819074"/>
                <a:gd name="connsiteY1029" fmla="*/ 1537470 h 3146477"/>
                <a:gd name="connsiteX1030" fmla="*/ 1817386 w 3819074"/>
                <a:gd name="connsiteY1030" fmla="*/ 1532898 h 3146477"/>
                <a:gd name="connsiteX1031" fmla="*/ 1760902 w 3819074"/>
                <a:gd name="connsiteY1031" fmla="*/ 1411645 h 3146477"/>
                <a:gd name="connsiteX1032" fmla="*/ 1749949 w 3819074"/>
                <a:gd name="connsiteY1032" fmla="*/ 1390785 h 3146477"/>
                <a:gd name="connsiteX1033" fmla="*/ 1756331 w 3819074"/>
                <a:gd name="connsiteY1033" fmla="*/ 1389642 h 3146477"/>
                <a:gd name="connsiteX1034" fmla="*/ 2347738 w 3819074"/>
                <a:gd name="connsiteY1034" fmla="*/ 1206190 h 3146477"/>
                <a:gd name="connsiteX1035" fmla="*/ 2395363 w 3819074"/>
                <a:gd name="connsiteY1035" fmla="*/ 1188474 h 3146477"/>
                <a:gd name="connsiteX1036" fmla="*/ 2397649 w 3819074"/>
                <a:gd name="connsiteY1036" fmla="*/ 1187617 h 3146477"/>
                <a:gd name="connsiteX1037" fmla="*/ 2399649 w 3819074"/>
                <a:gd name="connsiteY1037" fmla="*/ 1188950 h 3146477"/>
                <a:gd name="connsiteX1038" fmla="*/ 2577290 w 3819074"/>
                <a:gd name="connsiteY1038" fmla="*/ 1314490 h 3146477"/>
                <a:gd name="connsiteX1039" fmla="*/ 2580529 w 3819074"/>
                <a:gd name="connsiteY1039" fmla="*/ 1316966 h 3146477"/>
                <a:gd name="connsiteX1040" fmla="*/ 2578624 w 3819074"/>
                <a:gd name="connsiteY1040" fmla="*/ 1320586 h 3146477"/>
                <a:gd name="connsiteX1041" fmla="*/ 2536142 w 3819074"/>
                <a:gd name="connsiteY1041" fmla="*/ 1400024 h 3146477"/>
                <a:gd name="connsiteX1042" fmla="*/ 2534714 w 3819074"/>
                <a:gd name="connsiteY1042" fmla="*/ 1402691 h 3146477"/>
                <a:gd name="connsiteX1043" fmla="*/ 2531666 w 3819074"/>
                <a:gd name="connsiteY1043" fmla="*/ 1402691 h 3146477"/>
                <a:gd name="connsiteX1044" fmla="*/ 2451465 w 3819074"/>
                <a:gd name="connsiteY1044" fmla="*/ 1400882 h 3146477"/>
                <a:gd name="connsiteX1045" fmla="*/ 1841865 w 3819074"/>
                <a:gd name="connsiteY1045" fmla="*/ 1527183 h 3146477"/>
                <a:gd name="connsiteX1046" fmla="*/ 1823291 w 3819074"/>
                <a:gd name="connsiteY1046" fmla="*/ 1535660 h 3146477"/>
                <a:gd name="connsiteX1047" fmla="*/ 1764236 w 3819074"/>
                <a:gd name="connsiteY1047" fmla="*/ 1397357 h 3146477"/>
                <a:gd name="connsiteX1048" fmla="*/ 1769380 w 3819074"/>
                <a:gd name="connsiteY1048" fmla="*/ 1406882 h 3146477"/>
                <a:gd name="connsiteX1049" fmla="*/ 1824244 w 3819074"/>
                <a:gd name="connsiteY1049" fmla="*/ 1524326 h 3146477"/>
                <a:gd name="connsiteX1050" fmla="*/ 1838436 w 3819074"/>
                <a:gd name="connsiteY1050" fmla="*/ 1517848 h 3146477"/>
                <a:gd name="connsiteX1051" fmla="*/ 2451465 w 3819074"/>
                <a:gd name="connsiteY1051" fmla="*/ 1390690 h 3146477"/>
                <a:gd name="connsiteX1052" fmla="*/ 2529094 w 3819074"/>
                <a:gd name="connsiteY1052" fmla="*/ 1392404 h 3146477"/>
                <a:gd name="connsiteX1053" fmla="*/ 2568241 w 3819074"/>
                <a:gd name="connsiteY1053" fmla="*/ 1319062 h 3146477"/>
                <a:gd name="connsiteX1054" fmla="*/ 2396315 w 3819074"/>
                <a:gd name="connsiteY1054" fmla="*/ 1197713 h 3146477"/>
                <a:gd name="connsiteX1055" fmla="*/ 2350976 w 3819074"/>
                <a:gd name="connsiteY1055" fmla="*/ 1214477 h 3146477"/>
                <a:gd name="connsiteX1056" fmla="*/ 1764236 w 3819074"/>
                <a:gd name="connsiteY1056" fmla="*/ 1397357 h 3146477"/>
                <a:gd name="connsiteX1057" fmla="*/ 1843865 w 3819074"/>
                <a:gd name="connsiteY1057" fmla="*/ 1474129 h 3146477"/>
                <a:gd name="connsiteX1058" fmla="*/ 1841960 w 3819074"/>
                <a:gd name="connsiteY1058" fmla="*/ 1469843 h 3146477"/>
                <a:gd name="connsiteX1059" fmla="*/ 1822910 w 3819074"/>
                <a:gd name="connsiteY1059" fmla="*/ 1429076 h 3146477"/>
                <a:gd name="connsiteX1060" fmla="*/ 1820339 w 3819074"/>
                <a:gd name="connsiteY1060" fmla="*/ 1423741 h 3146477"/>
                <a:gd name="connsiteX1061" fmla="*/ 1826054 w 3819074"/>
                <a:gd name="connsiteY1061" fmla="*/ 1422313 h 3146477"/>
                <a:gd name="connsiteX1062" fmla="*/ 2364216 w 3819074"/>
                <a:gd name="connsiteY1062" fmla="*/ 1250863 h 3146477"/>
                <a:gd name="connsiteX1063" fmla="*/ 2391172 w 3819074"/>
                <a:gd name="connsiteY1063" fmla="*/ 1241338 h 3146477"/>
                <a:gd name="connsiteX1064" fmla="*/ 2393267 w 3819074"/>
                <a:gd name="connsiteY1064" fmla="*/ 1242671 h 3146477"/>
                <a:gd name="connsiteX1065" fmla="*/ 2515759 w 3819074"/>
                <a:gd name="connsiteY1065" fmla="*/ 1328396 h 3146477"/>
                <a:gd name="connsiteX1066" fmla="*/ 2519092 w 3819074"/>
                <a:gd name="connsiteY1066" fmla="*/ 1330873 h 3146477"/>
                <a:gd name="connsiteX1067" fmla="*/ 2506520 w 3819074"/>
                <a:gd name="connsiteY1067" fmla="*/ 1354399 h 3146477"/>
                <a:gd name="connsiteX1068" fmla="*/ 2503567 w 3819074"/>
                <a:gd name="connsiteY1068" fmla="*/ 1354399 h 3146477"/>
                <a:gd name="connsiteX1069" fmla="*/ 2451465 w 3819074"/>
                <a:gd name="connsiteY1069" fmla="*/ 1353638 h 3146477"/>
                <a:gd name="connsiteX1070" fmla="*/ 1848152 w 3819074"/>
                <a:gd name="connsiteY1070" fmla="*/ 1472986 h 3146477"/>
                <a:gd name="connsiteX1071" fmla="*/ 1834340 w 3819074"/>
                <a:gd name="connsiteY1071" fmla="*/ 1430219 h 3146477"/>
                <a:gd name="connsiteX1072" fmla="*/ 1849009 w 3819074"/>
                <a:gd name="connsiteY1072" fmla="*/ 1461746 h 3146477"/>
                <a:gd name="connsiteX1073" fmla="*/ 2451751 w 3819074"/>
                <a:gd name="connsiteY1073" fmla="*/ 1343446 h 3146477"/>
                <a:gd name="connsiteX1074" fmla="*/ 2501186 w 3819074"/>
                <a:gd name="connsiteY1074" fmla="*/ 1344113 h 3146477"/>
                <a:gd name="connsiteX1075" fmla="*/ 2507091 w 3819074"/>
                <a:gd name="connsiteY1075" fmla="*/ 1333064 h 3146477"/>
                <a:gd name="connsiteX1076" fmla="*/ 2390219 w 3819074"/>
                <a:gd name="connsiteY1076" fmla="*/ 1251148 h 3146477"/>
                <a:gd name="connsiteX1077" fmla="*/ 2367740 w 3819074"/>
                <a:gd name="connsiteY1077" fmla="*/ 1259531 h 3146477"/>
                <a:gd name="connsiteX1078" fmla="*/ 1834055 w 3819074"/>
                <a:gd name="connsiteY1078" fmla="*/ 1430219 h 314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</a:cxnLst>
              <a:rect l="l" t="t" r="r" b="b"/>
              <a:pathLst>
                <a:path w="3819074" h="3146477">
                  <a:moveTo>
                    <a:pt x="1242647" y="3146242"/>
                  </a:moveTo>
                  <a:cubicBezTo>
                    <a:pt x="1141492" y="3146242"/>
                    <a:pt x="1035479" y="3115096"/>
                    <a:pt x="920417" y="3039753"/>
                  </a:cubicBezTo>
                  <a:cubicBezTo>
                    <a:pt x="742680" y="2923358"/>
                    <a:pt x="765635" y="2709235"/>
                    <a:pt x="789924" y="2482445"/>
                  </a:cubicBezTo>
                  <a:cubicBezTo>
                    <a:pt x="810022" y="2294898"/>
                    <a:pt x="830786" y="2100874"/>
                    <a:pt x="746204" y="1937806"/>
                  </a:cubicBezTo>
                  <a:cubicBezTo>
                    <a:pt x="653907" y="1759783"/>
                    <a:pt x="520747" y="1592524"/>
                    <a:pt x="392065" y="1430885"/>
                  </a:cubicBezTo>
                  <a:cubicBezTo>
                    <a:pt x="120031" y="1089128"/>
                    <a:pt x="-136954" y="766326"/>
                    <a:pt x="82788" y="430760"/>
                  </a:cubicBezTo>
                  <a:cubicBezTo>
                    <a:pt x="234616" y="198827"/>
                    <a:pt x="550370" y="234640"/>
                    <a:pt x="884602" y="272550"/>
                  </a:cubicBezTo>
                  <a:cubicBezTo>
                    <a:pt x="1069483" y="293505"/>
                    <a:pt x="1260745" y="315222"/>
                    <a:pt x="1425051" y="288933"/>
                  </a:cubicBezTo>
                  <a:cubicBezTo>
                    <a:pt x="1616122" y="258358"/>
                    <a:pt x="1785477" y="195302"/>
                    <a:pt x="1948926" y="134438"/>
                  </a:cubicBezTo>
                  <a:cubicBezTo>
                    <a:pt x="2266585" y="16232"/>
                    <a:pt x="2541000" y="-85876"/>
                    <a:pt x="2838942" y="109292"/>
                  </a:cubicBezTo>
                  <a:lnTo>
                    <a:pt x="2859802" y="123008"/>
                  </a:lnTo>
                  <a:cubicBezTo>
                    <a:pt x="3331194" y="431522"/>
                    <a:pt x="3775631" y="722892"/>
                    <a:pt x="3817445" y="1236575"/>
                  </a:cubicBezTo>
                  <a:cubicBezTo>
                    <a:pt x="3832209" y="1419646"/>
                    <a:pt x="3740293" y="1583952"/>
                    <a:pt x="3633803" y="1774262"/>
                  </a:cubicBezTo>
                  <a:cubicBezTo>
                    <a:pt x="3519503" y="1978192"/>
                    <a:pt x="3390440" y="2209268"/>
                    <a:pt x="3345672" y="2532071"/>
                  </a:cubicBezTo>
                  <a:cubicBezTo>
                    <a:pt x="3339005" y="2580458"/>
                    <a:pt x="3318812" y="2616272"/>
                    <a:pt x="3285760" y="2638655"/>
                  </a:cubicBezTo>
                  <a:cubicBezTo>
                    <a:pt x="3194415" y="2700473"/>
                    <a:pt x="3016393" y="2656181"/>
                    <a:pt x="2827893" y="2609318"/>
                  </a:cubicBezTo>
                  <a:cubicBezTo>
                    <a:pt x="2635964" y="2561693"/>
                    <a:pt x="2437368" y="2512258"/>
                    <a:pt x="2312686" y="2568647"/>
                  </a:cubicBezTo>
                  <a:cubicBezTo>
                    <a:pt x="2149618" y="2642275"/>
                    <a:pt x="2005028" y="2747621"/>
                    <a:pt x="1865011" y="2849444"/>
                  </a:cubicBezTo>
                  <a:cubicBezTo>
                    <a:pt x="1651556" y="3005082"/>
                    <a:pt x="1458103" y="3146242"/>
                    <a:pt x="1242647" y="3146242"/>
                  </a:cubicBezTo>
                  <a:close/>
                  <a:moveTo>
                    <a:pt x="529034" y="254548"/>
                  </a:moveTo>
                  <a:cubicBezTo>
                    <a:pt x="342249" y="254548"/>
                    <a:pt x="184134" y="293600"/>
                    <a:pt x="90884" y="436189"/>
                  </a:cubicBezTo>
                  <a:cubicBezTo>
                    <a:pt x="-124952" y="765850"/>
                    <a:pt x="129841" y="1085985"/>
                    <a:pt x="399685" y="1424885"/>
                  </a:cubicBezTo>
                  <a:cubicBezTo>
                    <a:pt x="528749" y="1586810"/>
                    <a:pt x="662098" y="1754545"/>
                    <a:pt x="754872" y="1933424"/>
                  </a:cubicBezTo>
                  <a:cubicBezTo>
                    <a:pt x="840597" y="2099064"/>
                    <a:pt x="819832" y="2294517"/>
                    <a:pt x="799639" y="2483493"/>
                  </a:cubicBezTo>
                  <a:cubicBezTo>
                    <a:pt x="775636" y="2707236"/>
                    <a:pt x="752967" y="2918595"/>
                    <a:pt x="925846" y="3031752"/>
                  </a:cubicBezTo>
                  <a:cubicBezTo>
                    <a:pt x="1280461" y="3263972"/>
                    <a:pt x="1548971" y="3068328"/>
                    <a:pt x="1859867" y="2841728"/>
                  </a:cubicBezTo>
                  <a:cubicBezTo>
                    <a:pt x="2000075" y="2739620"/>
                    <a:pt x="2144950" y="2633988"/>
                    <a:pt x="2308876" y="2559979"/>
                  </a:cubicBezTo>
                  <a:cubicBezTo>
                    <a:pt x="2436892" y="2502257"/>
                    <a:pt x="2636917" y="2551978"/>
                    <a:pt x="2830370" y="2600079"/>
                  </a:cubicBezTo>
                  <a:cubicBezTo>
                    <a:pt x="3016774" y="2646371"/>
                    <a:pt x="3192796" y="2690185"/>
                    <a:pt x="3280616" y="2630845"/>
                  </a:cubicBezTo>
                  <a:cubicBezTo>
                    <a:pt x="3311763" y="2609699"/>
                    <a:pt x="3330051" y="2577029"/>
                    <a:pt x="3336433" y="2530832"/>
                  </a:cubicBezTo>
                  <a:cubicBezTo>
                    <a:pt x="3381486" y="2206220"/>
                    <a:pt x="3511216" y="1974287"/>
                    <a:pt x="3625707" y="1769594"/>
                  </a:cubicBezTo>
                  <a:cubicBezTo>
                    <a:pt x="3731434" y="1580714"/>
                    <a:pt x="3822684" y="1417169"/>
                    <a:pt x="3808206" y="1237337"/>
                  </a:cubicBezTo>
                  <a:cubicBezTo>
                    <a:pt x="3767058" y="728131"/>
                    <a:pt x="3324146" y="438095"/>
                    <a:pt x="2855706" y="131199"/>
                  </a:cubicBezTo>
                  <a:lnTo>
                    <a:pt x="2834751" y="117483"/>
                  </a:lnTo>
                  <a:cubicBezTo>
                    <a:pt x="2540809" y="-75017"/>
                    <a:pt x="2268490" y="26234"/>
                    <a:pt x="1953212" y="143486"/>
                  </a:cubicBezTo>
                  <a:cubicBezTo>
                    <a:pt x="1789001" y="204637"/>
                    <a:pt x="1619171" y="267788"/>
                    <a:pt x="1427147" y="298553"/>
                  </a:cubicBezTo>
                  <a:cubicBezTo>
                    <a:pt x="1261697" y="325033"/>
                    <a:pt x="1069768" y="303221"/>
                    <a:pt x="884221" y="282170"/>
                  </a:cubicBezTo>
                  <a:cubicBezTo>
                    <a:pt x="760301" y="268264"/>
                    <a:pt x="639619" y="254548"/>
                    <a:pt x="529034" y="254548"/>
                  </a:cubicBezTo>
                  <a:close/>
                  <a:moveTo>
                    <a:pt x="1241981" y="2764386"/>
                  </a:moveTo>
                  <a:lnTo>
                    <a:pt x="1241981" y="2764386"/>
                  </a:lnTo>
                  <a:cubicBezTo>
                    <a:pt x="1232456" y="2764386"/>
                    <a:pt x="1205785" y="2764386"/>
                    <a:pt x="1157589" y="2737906"/>
                  </a:cubicBezTo>
                  <a:lnTo>
                    <a:pt x="1155303" y="2736667"/>
                  </a:lnTo>
                  <a:lnTo>
                    <a:pt x="1155303" y="2734096"/>
                  </a:lnTo>
                  <a:cubicBezTo>
                    <a:pt x="1152160" y="2683232"/>
                    <a:pt x="1162066" y="2591221"/>
                    <a:pt x="1169305" y="2523117"/>
                  </a:cubicBezTo>
                  <a:cubicBezTo>
                    <a:pt x="1193022" y="2302232"/>
                    <a:pt x="1222454" y="2027341"/>
                    <a:pt x="1085009" y="1762355"/>
                  </a:cubicBezTo>
                  <a:cubicBezTo>
                    <a:pt x="975280" y="1551567"/>
                    <a:pt x="823738" y="1361067"/>
                    <a:pt x="690197" y="1193618"/>
                  </a:cubicBezTo>
                  <a:cubicBezTo>
                    <a:pt x="567991" y="1040170"/>
                    <a:pt x="452644" y="895295"/>
                    <a:pt x="402447" y="777947"/>
                  </a:cubicBezTo>
                  <a:cubicBezTo>
                    <a:pt x="368824" y="699365"/>
                    <a:pt x="378730" y="674600"/>
                    <a:pt x="399113" y="643263"/>
                  </a:cubicBezTo>
                  <a:lnTo>
                    <a:pt x="399970" y="642025"/>
                  </a:lnTo>
                  <a:lnTo>
                    <a:pt x="401304" y="641453"/>
                  </a:lnTo>
                  <a:cubicBezTo>
                    <a:pt x="412448" y="636881"/>
                    <a:pt x="447310" y="626213"/>
                    <a:pt x="530368" y="626213"/>
                  </a:cubicBezTo>
                  <a:cubicBezTo>
                    <a:pt x="620188" y="626213"/>
                    <a:pt x="727726" y="638405"/>
                    <a:pt x="841645" y="651264"/>
                  </a:cubicBezTo>
                  <a:cubicBezTo>
                    <a:pt x="975852" y="666504"/>
                    <a:pt x="1114536" y="682220"/>
                    <a:pt x="1255315" y="682220"/>
                  </a:cubicBezTo>
                  <a:cubicBezTo>
                    <a:pt x="1332276" y="682829"/>
                    <a:pt x="1409162" y="677319"/>
                    <a:pt x="1485249" y="665742"/>
                  </a:cubicBezTo>
                  <a:cubicBezTo>
                    <a:pt x="1713849" y="629166"/>
                    <a:pt x="1909302" y="556300"/>
                    <a:pt x="2082086" y="492101"/>
                  </a:cubicBezTo>
                  <a:cubicBezTo>
                    <a:pt x="2241534" y="432761"/>
                    <a:pt x="2379266" y="381516"/>
                    <a:pt x="2483183" y="381516"/>
                  </a:cubicBezTo>
                  <a:cubicBezTo>
                    <a:pt x="2520521" y="381516"/>
                    <a:pt x="2567289" y="387136"/>
                    <a:pt x="2630630" y="428665"/>
                  </a:cubicBezTo>
                  <a:lnTo>
                    <a:pt x="2651681" y="441905"/>
                  </a:lnTo>
                  <a:cubicBezTo>
                    <a:pt x="3124216" y="751467"/>
                    <a:pt x="3413014" y="961017"/>
                    <a:pt x="3437683" y="1267246"/>
                  </a:cubicBezTo>
                  <a:cubicBezTo>
                    <a:pt x="3443113" y="1334778"/>
                    <a:pt x="3374247" y="1457746"/>
                    <a:pt x="3301381" y="1588238"/>
                  </a:cubicBezTo>
                  <a:cubicBezTo>
                    <a:pt x="3153743" y="1852081"/>
                    <a:pt x="3058493" y="2070680"/>
                    <a:pt x="3010202" y="2256798"/>
                  </a:cubicBezTo>
                  <a:lnTo>
                    <a:pt x="3008963" y="2261275"/>
                  </a:lnTo>
                  <a:lnTo>
                    <a:pt x="3004487" y="2260227"/>
                  </a:lnTo>
                  <a:cubicBezTo>
                    <a:pt x="2975912" y="2253464"/>
                    <a:pt x="2946670" y="2246225"/>
                    <a:pt x="2920762" y="2239844"/>
                  </a:cubicBezTo>
                  <a:lnTo>
                    <a:pt x="2919809" y="2239844"/>
                  </a:lnTo>
                  <a:cubicBezTo>
                    <a:pt x="2774648" y="2203744"/>
                    <a:pt x="2610152" y="2162882"/>
                    <a:pt x="2451465" y="2162882"/>
                  </a:cubicBezTo>
                  <a:cubicBezTo>
                    <a:pt x="2341832" y="2162882"/>
                    <a:pt x="2241915" y="2182694"/>
                    <a:pt x="2156190" y="2221746"/>
                  </a:cubicBezTo>
                  <a:cubicBezTo>
                    <a:pt x="1957308" y="2311472"/>
                    <a:pt x="1789382" y="2433868"/>
                    <a:pt x="1641173" y="2541786"/>
                  </a:cubicBezTo>
                  <a:cubicBezTo>
                    <a:pt x="1490583" y="2651038"/>
                    <a:pt x="1335135" y="2764386"/>
                    <a:pt x="1241981" y="2764386"/>
                  </a:cubicBezTo>
                  <a:close/>
                  <a:moveTo>
                    <a:pt x="1164447" y="2730857"/>
                  </a:moveTo>
                  <a:cubicBezTo>
                    <a:pt x="1208929" y="2754861"/>
                    <a:pt x="1232741" y="2754861"/>
                    <a:pt x="1241885" y="2754861"/>
                  </a:cubicBezTo>
                  <a:lnTo>
                    <a:pt x="1241885" y="2754861"/>
                  </a:lnTo>
                  <a:cubicBezTo>
                    <a:pt x="1332277" y="2754861"/>
                    <a:pt x="1486392" y="2642466"/>
                    <a:pt x="1635458" y="2533880"/>
                  </a:cubicBezTo>
                  <a:cubicBezTo>
                    <a:pt x="1784525" y="2425295"/>
                    <a:pt x="1952355" y="2302899"/>
                    <a:pt x="2152190" y="2212697"/>
                  </a:cubicBezTo>
                  <a:cubicBezTo>
                    <a:pt x="2239915" y="2173169"/>
                    <a:pt x="2340594" y="2153071"/>
                    <a:pt x="2451656" y="2153071"/>
                  </a:cubicBezTo>
                  <a:cubicBezTo>
                    <a:pt x="2611485" y="2153071"/>
                    <a:pt x="2776553" y="2194124"/>
                    <a:pt x="2922191" y="2230319"/>
                  </a:cubicBezTo>
                  <a:lnTo>
                    <a:pt x="2923238" y="2230319"/>
                  </a:lnTo>
                  <a:cubicBezTo>
                    <a:pt x="2947813" y="2236415"/>
                    <a:pt x="2975054" y="2243177"/>
                    <a:pt x="3002296" y="2249369"/>
                  </a:cubicBezTo>
                  <a:cubicBezTo>
                    <a:pt x="3051254" y="2063440"/>
                    <a:pt x="3146409" y="1845413"/>
                    <a:pt x="3293189" y="1582619"/>
                  </a:cubicBezTo>
                  <a:cubicBezTo>
                    <a:pt x="3365389" y="1453650"/>
                    <a:pt x="3433588" y="1331730"/>
                    <a:pt x="3428444" y="1267055"/>
                  </a:cubicBezTo>
                  <a:cubicBezTo>
                    <a:pt x="3404060" y="965494"/>
                    <a:pt x="3116786" y="756801"/>
                    <a:pt x="2646537" y="448953"/>
                  </a:cubicBezTo>
                  <a:lnTo>
                    <a:pt x="2625582" y="435237"/>
                  </a:lnTo>
                  <a:cubicBezTo>
                    <a:pt x="2564336" y="395137"/>
                    <a:pt x="2519283" y="389707"/>
                    <a:pt x="2483374" y="389707"/>
                  </a:cubicBezTo>
                  <a:cubicBezTo>
                    <a:pt x="2381171" y="389707"/>
                    <a:pt x="2244201" y="440666"/>
                    <a:pt x="2085705" y="499626"/>
                  </a:cubicBezTo>
                  <a:cubicBezTo>
                    <a:pt x="1912445" y="564110"/>
                    <a:pt x="1716135" y="637072"/>
                    <a:pt x="1486868" y="673743"/>
                  </a:cubicBezTo>
                  <a:cubicBezTo>
                    <a:pt x="1410328" y="685611"/>
                    <a:pt x="1332959" y="691313"/>
                    <a:pt x="1255506" y="690793"/>
                  </a:cubicBezTo>
                  <a:cubicBezTo>
                    <a:pt x="1114155" y="690793"/>
                    <a:pt x="975185" y="675077"/>
                    <a:pt x="840788" y="659837"/>
                  </a:cubicBezTo>
                  <a:cubicBezTo>
                    <a:pt x="727154" y="646978"/>
                    <a:pt x="619903" y="634786"/>
                    <a:pt x="530558" y="634786"/>
                  </a:cubicBezTo>
                  <a:cubicBezTo>
                    <a:pt x="452358" y="634786"/>
                    <a:pt x="418449" y="644311"/>
                    <a:pt x="406733" y="648788"/>
                  </a:cubicBezTo>
                  <a:cubicBezTo>
                    <a:pt x="391017" y="672981"/>
                    <a:pt x="378158" y="694984"/>
                    <a:pt x="411686" y="773279"/>
                  </a:cubicBezTo>
                  <a:cubicBezTo>
                    <a:pt x="461407" y="889389"/>
                    <a:pt x="576374" y="1033788"/>
                    <a:pt x="698103" y="1186664"/>
                  </a:cubicBezTo>
                  <a:cubicBezTo>
                    <a:pt x="831929" y="1354781"/>
                    <a:pt x="983853" y="1545281"/>
                    <a:pt x="1093390" y="1757021"/>
                  </a:cubicBezTo>
                  <a:cubicBezTo>
                    <a:pt x="1232075" y="2024579"/>
                    <a:pt x="1202452" y="2300994"/>
                    <a:pt x="1179115" y="2523117"/>
                  </a:cubicBezTo>
                  <a:cubicBezTo>
                    <a:pt x="1171114" y="2589792"/>
                    <a:pt x="1161494" y="2680280"/>
                    <a:pt x="1164161" y="2730857"/>
                  </a:cubicBezTo>
                  <a:close/>
                  <a:moveTo>
                    <a:pt x="1566783" y="2126115"/>
                  </a:moveTo>
                  <a:lnTo>
                    <a:pt x="1566211" y="2117638"/>
                  </a:lnTo>
                  <a:cubicBezTo>
                    <a:pt x="1553257" y="1921423"/>
                    <a:pt x="1506394" y="1747877"/>
                    <a:pt x="1423336" y="1587000"/>
                  </a:cubicBezTo>
                  <a:cubicBezTo>
                    <a:pt x="1319800" y="1386975"/>
                    <a:pt x="1188926" y="1210858"/>
                    <a:pt x="1074626" y="1064649"/>
                  </a:cubicBezTo>
                  <a:lnTo>
                    <a:pt x="1068054" y="1056267"/>
                  </a:lnTo>
                  <a:lnTo>
                    <a:pt x="1078722" y="1056934"/>
                  </a:lnTo>
                  <a:cubicBezTo>
                    <a:pt x="1142063" y="1061220"/>
                    <a:pt x="1200071" y="1063220"/>
                    <a:pt x="1255982" y="1063220"/>
                  </a:cubicBezTo>
                  <a:cubicBezTo>
                    <a:pt x="1353087" y="1063765"/>
                    <a:pt x="1450078" y="1056503"/>
                    <a:pt x="1546018" y="1041503"/>
                  </a:cubicBezTo>
                  <a:cubicBezTo>
                    <a:pt x="1811671" y="999022"/>
                    <a:pt x="2035604" y="915773"/>
                    <a:pt x="2215531" y="848813"/>
                  </a:cubicBezTo>
                  <a:cubicBezTo>
                    <a:pt x="2294969" y="819285"/>
                    <a:pt x="2393363" y="782138"/>
                    <a:pt x="2452132" y="768136"/>
                  </a:cubicBezTo>
                  <a:lnTo>
                    <a:pt x="2454132" y="767660"/>
                  </a:lnTo>
                  <a:lnTo>
                    <a:pt x="2455942" y="768803"/>
                  </a:lnTo>
                  <a:cubicBezTo>
                    <a:pt x="2723213" y="944063"/>
                    <a:pt x="2989342" y="1125990"/>
                    <a:pt x="3046492" y="1255149"/>
                  </a:cubicBezTo>
                  <a:lnTo>
                    <a:pt x="3047444" y="1257245"/>
                  </a:lnTo>
                  <a:lnTo>
                    <a:pt x="3046397" y="1259245"/>
                  </a:lnTo>
                  <a:cubicBezTo>
                    <a:pt x="3025823" y="1300869"/>
                    <a:pt x="2993057" y="1359448"/>
                    <a:pt x="2969149" y="1402120"/>
                  </a:cubicBezTo>
                  <a:cubicBezTo>
                    <a:pt x="2894079" y="1534486"/>
                    <a:pt x="2825854" y="1670619"/>
                    <a:pt x="2764742" y="1809980"/>
                  </a:cubicBezTo>
                  <a:lnTo>
                    <a:pt x="2763218" y="1813505"/>
                  </a:lnTo>
                  <a:lnTo>
                    <a:pt x="2759504" y="1812743"/>
                  </a:lnTo>
                  <a:cubicBezTo>
                    <a:pt x="2658060" y="1792940"/>
                    <a:pt x="2555010" y="1782513"/>
                    <a:pt x="2451656" y="1781596"/>
                  </a:cubicBezTo>
                  <a:cubicBezTo>
                    <a:pt x="2287635" y="1781596"/>
                    <a:pt x="2135425" y="1812743"/>
                    <a:pt x="1999313" y="1874179"/>
                  </a:cubicBezTo>
                  <a:cubicBezTo>
                    <a:pt x="1821577" y="1954379"/>
                    <a:pt x="1671272" y="2053630"/>
                    <a:pt x="1573641" y="2121257"/>
                  </a:cubicBezTo>
                  <a:close/>
                  <a:moveTo>
                    <a:pt x="1087961" y="1067126"/>
                  </a:moveTo>
                  <a:cubicBezTo>
                    <a:pt x="1201023" y="1212096"/>
                    <a:pt x="1329230" y="1386023"/>
                    <a:pt x="1430861" y="1582619"/>
                  </a:cubicBezTo>
                  <a:cubicBezTo>
                    <a:pt x="1513729" y="1742353"/>
                    <a:pt x="1560782" y="1914565"/>
                    <a:pt x="1574593" y="2108684"/>
                  </a:cubicBezTo>
                  <a:cubicBezTo>
                    <a:pt x="1672606" y="2040962"/>
                    <a:pt x="1820624" y="1944188"/>
                    <a:pt x="1994932" y="1865416"/>
                  </a:cubicBezTo>
                  <a:cubicBezTo>
                    <a:pt x="2132282" y="1803503"/>
                    <a:pt x="2285730" y="1772071"/>
                    <a:pt x="2451179" y="1772071"/>
                  </a:cubicBezTo>
                  <a:cubicBezTo>
                    <a:pt x="2553819" y="1772945"/>
                    <a:pt x="2656164" y="1783211"/>
                    <a:pt x="2756932" y="1802741"/>
                  </a:cubicBezTo>
                  <a:cubicBezTo>
                    <a:pt x="2817769" y="1664347"/>
                    <a:pt x="2885612" y="1529139"/>
                    <a:pt x="2960195" y="1397643"/>
                  </a:cubicBezTo>
                  <a:cubicBezTo>
                    <a:pt x="2983722" y="1355543"/>
                    <a:pt x="3015821" y="1298297"/>
                    <a:pt x="3036395" y="1257054"/>
                  </a:cubicBezTo>
                  <a:cubicBezTo>
                    <a:pt x="2977912" y="1130562"/>
                    <a:pt x="2715689" y="951111"/>
                    <a:pt x="2451560" y="777947"/>
                  </a:cubicBezTo>
                  <a:cubicBezTo>
                    <a:pt x="2393077" y="792615"/>
                    <a:pt x="2296303" y="828620"/>
                    <a:pt x="2218388" y="857576"/>
                  </a:cubicBezTo>
                  <a:cubicBezTo>
                    <a:pt x="2037889" y="924822"/>
                    <a:pt x="1813481" y="1008642"/>
                    <a:pt x="1546781" y="1050933"/>
                  </a:cubicBezTo>
                  <a:cubicBezTo>
                    <a:pt x="1450331" y="1065964"/>
                    <a:pt x="1352833" y="1073258"/>
                    <a:pt x="1255220" y="1072745"/>
                  </a:cubicBezTo>
                  <a:cubicBezTo>
                    <a:pt x="1202356" y="1072745"/>
                    <a:pt x="1147493" y="1070936"/>
                    <a:pt x="1087961" y="1067126"/>
                  </a:cubicBezTo>
                  <a:close/>
                  <a:moveTo>
                    <a:pt x="1241981" y="2954886"/>
                  </a:moveTo>
                  <a:cubicBezTo>
                    <a:pt x="1172543" y="2954886"/>
                    <a:pt x="1101582" y="2930502"/>
                    <a:pt x="1025096" y="2880400"/>
                  </a:cubicBezTo>
                  <a:cubicBezTo>
                    <a:pt x="956421" y="2835442"/>
                    <a:pt x="953468" y="2747050"/>
                    <a:pt x="979662" y="2502733"/>
                  </a:cubicBezTo>
                  <a:cubicBezTo>
                    <a:pt x="1001665" y="2297184"/>
                    <a:pt x="1026620" y="2064107"/>
                    <a:pt x="915559" y="1850081"/>
                  </a:cubicBezTo>
                  <a:cubicBezTo>
                    <a:pt x="814784" y="1655580"/>
                    <a:pt x="675814" y="1480987"/>
                    <a:pt x="541417" y="1312204"/>
                  </a:cubicBezTo>
                  <a:cubicBezTo>
                    <a:pt x="232997" y="925108"/>
                    <a:pt x="111553" y="734703"/>
                    <a:pt x="241855" y="535249"/>
                  </a:cubicBezTo>
                  <a:cubicBezTo>
                    <a:pt x="274050" y="486005"/>
                    <a:pt x="333581" y="435713"/>
                    <a:pt x="530082" y="435713"/>
                  </a:cubicBezTo>
                  <a:cubicBezTo>
                    <a:pt x="630666" y="435713"/>
                    <a:pt x="743347" y="448477"/>
                    <a:pt x="862790" y="462002"/>
                  </a:cubicBezTo>
                  <a:cubicBezTo>
                    <a:pt x="991759" y="476671"/>
                    <a:pt x="1125014" y="491720"/>
                    <a:pt x="1255030" y="491720"/>
                  </a:cubicBezTo>
                  <a:cubicBezTo>
                    <a:pt x="1321983" y="492193"/>
                    <a:pt x="1388868" y="487352"/>
                    <a:pt x="1455055" y="477242"/>
                  </a:cubicBezTo>
                  <a:cubicBezTo>
                    <a:pt x="1664605" y="443619"/>
                    <a:pt x="1851104" y="374372"/>
                    <a:pt x="2015601" y="313127"/>
                  </a:cubicBezTo>
                  <a:cubicBezTo>
                    <a:pt x="2192290" y="247404"/>
                    <a:pt x="2344880" y="190635"/>
                    <a:pt x="2483088" y="190635"/>
                  </a:cubicBezTo>
                  <a:cubicBezTo>
                    <a:pt x="2573385" y="190635"/>
                    <a:pt x="2653395" y="215495"/>
                    <a:pt x="2734834" y="268835"/>
                  </a:cubicBezTo>
                  <a:lnTo>
                    <a:pt x="2755789" y="282551"/>
                  </a:lnTo>
                  <a:cubicBezTo>
                    <a:pt x="2984389" y="431998"/>
                    <a:pt x="3199463" y="572969"/>
                    <a:pt x="3361674" y="735084"/>
                  </a:cubicBezTo>
                  <a:cubicBezTo>
                    <a:pt x="3527981" y="901295"/>
                    <a:pt x="3612563" y="1065792"/>
                    <a:pt x="3627612" y="1251911"/>
                  </a:cubicBezTo>
                  <a:cubicBezTo>
                    <a:pt x="3637708" y="1377164"/>
                    <a:pt x="3562652" y="1511372"/>
                    <a:pt x="3467592" y="1681202"/>
                  </a:cubicBezTo>
                  <a:cubicBezTo>
                    <a:pt x="3355197" y="1882275"/>
                    <a:pt x="3215275" y="2132402"/>
                    <a:pt x="3161649" y="2474445"/>
                  </a:cubicBezTo>
                  <a:lnTo>
                    <a:pt x="3160982" y="2478540"/>
                  </a:lnTo>
                  <a:lnTo>
                    <a:pt x="3156506" y="2478540"/>
                  </a:lnTo>
                  <a:cubicBezTo>
                    <a:pt x="3086973" y="2477683"/>
                    <a:pt x="2978483" y="2450632"/>
                    <a:pt x="2873518" y="2424533"/>
                  </a:cubicBezTo>
                  <a:cubicBezTo>
                    <a:pt x="2732357" y="2389481"/>
                    <a:pt x="2586530" y="2353191"/>
                    <a:pt x="2451084" y="2353191"/>
                  </a:cubicBezTo>
                  <a:cubicBezTo>
                    <a:pt x="2367455" y="2353191"/>
                    <a:pt x="2296398" y="2366907"/>
                    <a:pt x="2233914" y="2395196"/>
                  </a:cubicBezTo>
                  <a:cubicBezTo>
                    <a:pt x="2052939" y="2476826"/>
                    <a:pt x="1893395" y="2593031"/>
                    <a:pt x="1752711" y="2695615"/>
                  </a:cubicBezTo>
                  <a:cubicBezTo>
                    <a:pt x="1562211" y="2834775"/>
                    <a:pt x="1396857" y="2954981"/>
                    <a:pt x="1241314" y="2954981"/>
                  </a:cubicBezTo>
                  <a:lnTo>
                    <a:pt x="1241314" y="2954981"/>
                  </a:lnTo>
                  <a:close/>
                  <a:moveTo>
                    <a:pt x="530368" y="445238"/>
                  </a:moveTo>
                  <a:cubicBezTo>
                    <a:pt x="338344" y="445238"/>
                    <a:pt x="280908" y="493435"/>
                    <a:pt x="250047" y="540488"/>
                  </a:cubicBezTo>
                  <a:cubicBezTo>
                    <a:pt x="122983" y="734703"/>
                    <a:pt x="243379" y="922917"/>
                    <a:pt x="548560" y="1306298"/>
                  </a:cubicBezTo>
                  <a:cubicBezTo>
                    <a:pt x="683244" y="1475367"/>
                    <a:pt x="822880" y="1650341"/>
                    <a:pt x="923750" y="1845699"/>
                  </a:cubicBezTo>
                  <a:cubicBezTo>
                    <a:pt x="1036050" y="2062298"/>
                    <a:pt x="1010999" y="2296803"/>
                    <a:pt x="988806" y="2503781"/>
                  </a:cubicBezTo>
                  <a:cubicBezTo>
                    <a:pt x="963184" y="2743335"/>
                    <a:pt x="965565" y="2830203"/>
                    <a:pt x="1029954" y="2872399"/>
                  </a:cubicBezTo>
                  <a:cubicBezTo>
                    <a:pt x="1104916" y="2921453"/>
                    <a:pt x="1174163" y="2945361"/>
                    <a:pt x="1241695" y="2945361"/>
                  </a:cubicBezTo>
                  <a:lnTo>
                    <a:pt x="1241695" y="2945361"/>
                  </a:lnTo>
                  <a:cubicBezTo>
                    <a:pt x="1394095" y="2945361"/>
                    <a:pt x="1557830" y="2826012"/>
                    <a:pt x="1747472" y="2688186"/>
                  </a:cubicBezTo>
                  <a:cubicBezTo>
                    <a:pt x="1888538" y="2585411"/>
                    <a:pt x="2048462" y="2469110"/>
                    <a:pt x="2230295" y="2386719"/>
                  </a:cubicBezTo>
                  <a:cubicBezTo>
                    <a:pt x="2294112" y="2358144"/>
                    <a:pt x="2366502" y="2343952"/>
                    <a:pt x="2451465" y="2343952"/>
                  </a:cubicBezTo>
                  <a:cubicBezTo>
                    <a:pt x="2588054" y="2343952"/>
                    <a:pt x="2734453" y="2380337"/>
                    <a:pt x="2876090" y="2415580"/>
                  </a:cubicBezTo>
                  <a:cubicBezTo>
                    <a:pt x="2978579" y="2441012"/>
                    <a:pt x="3084306" y="2467301"/>
                    <a:pt x="3152886" y="2469301"/>
                  </a:cubicBezTo>
                  <a:cubicBezTo>
                    <a:pt x="3207179" y="2127544"/>
                    <a:pt x="3346910" y="1877894"/>
                    <a:pt x="3459305" y="1677011"/>
                  </a:cubicBezTo>
                  <a:cubicBezTo>
                    <a:pt x="3553508" y="1508514"/>
                    <a:pt x="3627993" y="1375450"/>
                    <a:pt x="3618087" y="1253054"/>
                  </a:cubicBezTo>
                  <a:cubicBezTo>
                    <a:pt x="3603228" y="1069031"/>
                    <a:pt x="3519694" y="906724"/>
                    <a:pt x="3355102" y="742228"/>
                  </a:cubicBezTo>
                  <a:cubicBezTo>
                    <a:pt x="3193177" y="580779"/>
                    <a:pt x="2978483" y="439999"/>
                    <a:pt x="2750741" y="291029"/>
                  </a:cubicBezTo>
                  <a:lnTo>
                    <a:pt x="2729786" y="277217"/>
                  </a:lnTo>
                  <a:cubicBezTo>
                    <a:pt x="2649871" y="224925"/>
                    <a:pt x="2571480" y="200541"/>
                    <a:pt x="2483183" y="200541"/>
                  </a:cubicBezTo>
                  <a:cubicBezTo>
                    <a:pt x="2346690" y="200541"/>
                    <a:pt x="2194862" y="257024"/>
                    <a:pt x="2019030" y="322461"/>
                  </a:cubicBezTo>
                  <a:cubicBezTo>
                    <a:pt x="1854152" y="383802"/>
                    <a:pt x="1667272" y="453335"/>
                    <a:pt x="1457055" y="486958"/>
                  </a:cubicBezTo>
                  <a:cubicBezTo>
                    <a:pt x="1390468" y="497222"/>
                    <a:pt x="1323164" y="502127"/>
                    <a:pt x="1255792" y="501626"/>
                  </a:cubicBezTo>
                  <a:cubicBezTo>
                    <a:pt x="1125204" y="501626"/>
                    <a:pt x="991759" y="486481"/>
                    <a:pt x="862600" y="471908"/>
                  </a:cubicBezTo>
                  <a:cubicBezTo>
                    <a:pt x="742871" y="458002"/>
                    <a:pt x="630380" y="445238"/>
                    <a:pt x="530368" y="445238"/>
                  </a:cubicBezTo>
                  <a:close/>
                  <a:moveTo>
                    <a:pt x="1362281" y="2505210"/>
                  </a:moveTo>
                  <a:lnTo>
                    <a:pt x="1363329" y="2495114"/>
                  </a:lnTo>
                  <a:cubicBezTo>
                    <a:pt x="1388665" y="2249559"/>
                    <a:pt x="1403239" y="1963333"/>
                    <a:pt x="1253506" y="1674725"/>
                  </a:cubicBezTo>
                  <a:cubicBezTo>
                    <a:pt x="1135586" y="1447268"/>
                    <a:pt x="978138" y="1249434"/>
                    <a:pt x="839168" y="1074650"/>
                  </a:cubicBezTo>
                  <a:cubicBezTo>
                    <a:pt x="802973" y="1029121"/>
                    <a:pt x="718296" y="922822"/>
                    <a:pt x="654097" y="830715"/>
                  </a:cubicBezTo>
                  <a:lnTo>
                    <a:pt x="648287" y="822333"/>
                  </a:lnTo>
                  <a:lnTo>
                    <a:pt x="658479" y="823190"/>
                  </a:lnTo>
                  <a:cubicBezTo>
                    <a:pt x="708961" y="827667"/>
                    <a:pt x="762778" y="833763"/>
                    <a:pt x="819832" y="840240"/>
                  </a:cubicBezTo>
                  <a:cubicBezTo>
                    <a:pt x="953182" y="855385"/>
                    <a:pt x="1103677" y="872435"/>
                    <a:pt x="1255315" y="872435"/>
                  </a:cubicBezTo>
                  <a:cubicBezTo>
                    <a:pt x="1342363" y="873052"/>
                    <a:pt x="1429320" y="866682"/>
                    <a:pt x="1515348" y="853385"/>
                  </a:cubicBezTo>
                  <a:cubicBezTo>
                    <a:pt x="1762236" y="813951"/>
                    <a:pt x="1976453" y="734227"/>
                    <a:pt x="2148475" y="670219"/>
                  </a:cubicBezTo>
                  <a:cubicBezTo>
                    <a:pt x="2278777" y="621737"/>
                    <a:pt x="2413556" y="571635"/>
                    <a:pt x="2483183" y="571635"/>
                  </a:cubicBezTo>
                  <a:cubicBezTo>
                    <a:pt x="2493184" y="571635"/>
                    <a:pt x="2502233" y="571635"/>
                    <a:pt x="2526236" y="587637"/>
                  </a:cubicBezTo>
                  <a:lnTo>
                    <a:pt x="2547191" y="601353"/>
                  </a:lnTo>
                  <a:cubicBezTo>
                    <a:pt x="2758456" y="739656"/>
                    <a:pt x="2958005" y="870244"/>
                    <a:pt x="3092498" y="1004641"/>
                  </a:cubicBezTo>
                  <a:cubicBezTo>
                    <a:pt x="3216323" y="1128466"/>
                    <a:pt x="3240230" y="1212287"/>
                    <a:pt x="3246707" y="1271341"/>
                  </a:cubicBezTo>
                  <a:lnTo>
                    <a:pt x="3246707" y="1272199"/>
                  </a:lnTo>
                  <a:lnTo>
                    <a:pt x="3246707" y="1273056"/>
                  </a:lnTo>
                  <a:cubicBezTo>
                    <a:pt x="3235468" y="1316204"/>
                    <a:pt x="3177556" y="1419741"/>
                    <a:pt x="3135265" y="1495370"/>
                  </a:cubicBezTo>
                  <a:cubicBezTo>
                    <a:pt x="3056493" y="1636149"/>
                    <a:pt x="2958481" y="1811314"/>
                    <a:pt x="2882281" y="2029913"/>
                  </a:cubicBezTo>
                  <a:lnTo>
                    <a:pt x="2880852" y="2034008"/>
                  </a:lnTo>
                  <a:lnTo>
                    <a:pt x="2876661" y="2032961"/>
                  </a:lnTo>
                  <a:cubicBezTo>
                    <a:pt x="2751026" y="2002957"/>
                    <a:pt x="2602246" y="1972286"/>
                    <a:pt x="2451560" y="1972286"/>
                  </a:cubicBezTo>
                  <a:cubicBezTo>
                    <a:pt x="2312781" y="1972286"/>
                    <a:pt x="2190480" y="1997051"/>
                    <a:pt x="2077609" y="2048486"/>
                  </a:cubicBezTo>
                  <a:cubicBezTo>
                    <a:pt x="1860820" y="2146308"/>
                    <a:pt x="1676702" y="2280420"/>
                    <a:pt x="1528778" y="2388243"/>
                  </a:cubicBezTo>
                  <a:cubicBezTo>
                    <a:pt x="1482296" y="2422152"/>
                    <a:pt x="1424003" y="2464443"/>
                    <a:pt x="1370759" y="2500257"/>
                  </a:cubicBezTo>
                  <a:close/>
                  <a:moveTo>
                    <a:pt x="667813" y="833954"/>
                  </a:moveTo>
                  <a:cubicBezTo>
                    <a:pt x="731059" y="923774"/>
                    <a:pt x="811546" y="1024454"/>
                    <a:pt x="846598" y="1068935"/>
                  </a:cubicBezTo>
                  <a:cubicBezTo>
                    <a:pt x="985853" y="1243814"/>
                    <a:pt x="1143682" y="1442030"/>
                    <a:pt x="1261983" y="1670344"/>
                  </a:cubicBezTo>
                  <a:cubicBezTo>
                    <a:pt x="1410859" y="1957332"/>
                    <a:pt x="1398667" y="2241272"/>
                    <a:pt x="1373806" y="2485970"/>
                  </a:cubicBezTo>
                  <a:cubicBezTo>
                    <a:pt x="1424765" y="2451489"/>
                    <a:pt x="1478581" y="2411960"/>
                    <a:pt x="1523063" y="2379861"/>
                  </a:cubicBezTo>
                  <a:cubicBezTo>
                    <a:pt x="1671368" y="2271848"/>
                    <a:pt x="1855867" y="2137355"/>
                    <a:pt x="2073608" y="2039057"/>
                  </a:cubicBezTo>
                  <a:cubicBezTo>
                    <a:pt x="2187908" y="1987622"/>
                    <a:pt x="2311257" y="1962857"/>
                    <a:pt x="2451465" y="1962857"/>
                  </a:cubicBezTo>
                  <a:cubicBezTo>
                    <a:pt x="2601484" y="1962857"/>
                    <a:pt x="2749312" y="1992956"/>
                    <a:pt x="2874566" y="2022864"/>
                  </a:cubicBezTo>
                  <a:cubicBezTo>
                    <a:pt x="2950766" y="1805313"/>
                    <a:pt x="3048397" y="1631006"/>
                    <a:pt x="3126788" y="1490798"/>
                  </a:cubicBezTo>
                  <a:cubicBezTo>
                    <a:pt x="3168602" y="1416122"/>
                    <a:pt x="3225657" y="1314109"/>
                    <a:pt x="3237182" y="1271723"/>
                  </a:cubicBezTo>
                  <a:cubicBezTo>
                    <a:pt x="3230610" y="1214573"/>
                    <a:pt x="3207274" y="1133324"/>
                    <a:pt x="3085735" y="1011881"/>
                  </a:cubicBezTo>
                  <a:cubicBezTo>
                    <a:pt x="2952385" y="878531"/>
                    <a:pt x="2752836" y="747847"/>
                    <a:pt x="2541953" y="609830"/>
                  </a:cubicBezTo>
                  <a:lnTo>
                    <a:pt x="2520998" y="596019"/>
                  </a:lnTo>
                  <a:cubicBezTo>
                    <a:pt x="2498995" y="581636"/>
                    <a:pt x="2492423" y="581636"/>
                    <a:pt x="2482898" y="581636"/>
                  </a:cubicBezTo>
                  <a:cubicBezTo>
                    <a:pt x="2414984" y="581636"/>
                    <a:pt x="2281063" y="631452"/>
                    <a:pt x="2151523" y="679648"/>
                  </a:cubicBezTo>
                  <a:cubicBezTo>
                    <a:pt x="1979025" y="743847"/>
                    <a:pt x="1764427" y="823666"/>
                    <a:pt x="1516491" y="863290"/>
                  </a:cubicBezTo>
                  <a:cubicBezTo>
                    <a:pt x="1429983" y="876591"/>
                    <a:pt x="1342552" y="882961"/>
                    <a:pt x="1255030" y="882340"/>
                  </a:cubicBezTo>
                  <a:cubicBezTo>
                    <a:pt x="1102630" y="882340"/>
                    <a:pt x="951944" y="865291"/>
                    <a:pt x="818785" y="850146"/>
                  </a:cubicBezTo>
                  <a:cubicBezTo>
                    <a:pt x="765730" y="843955"/>
                    <a:pt x="715248" y="838240"/>
                    <a:pt x="667813" y="833954"/>
                  </a:cubicBezTo>
                  <a:close/>
                  <a:moveTo>
                    <a:pt x="1709277" y="1809218"/>
                  </a:moveTo>
                  <a:lnTo>
                    <a:pt x="1707753" y="1803218"/>
                  </a:lnTo>
                  <a:cubicBezTo>
                    <a:pt x="1680586" y="1697878"/>
                    <a:pt x="1641670" y="1595925"/>
                    <a:pt x="1591739" y="1499275"/>
                  </a:cubicBezTo>
                  <a:cubicBezTo>
                    <a:pt x="1547551" y="1414596"/>
                    <a:pt x="1498971" y="1332284"/>
                    <a:pt x="1446197" y="1252673"/>
                  </a:cubicBezTo>
                  <a:lnTo>
                    <a:pt x="1441815" y="1246005"/>
                  </a:lnTo>
                  <a:lnTo>
                    <a:pt x="1449721" y="1245338"/>
                  </a:lnTo>
                  <a:cubicBezTo>
                    <a:pt x="1492107" y="1241528"/>
                    <a:pt x="1534398" y="1235813"/>
                    <a:pt x="1575546" y="1229622"/>
                  </a:cubicBezTo>
                  <a:cubicBezTo>
                    <a:pt x="1859677" y="1184188"/>
                    <a:pt x="2103326" y="1093510"/>
                    <a:pt x="2281253" y="1027406"/>
                  </a:cubicBezTo>
                  <a:cubicBezTo>
                    <a:pt x="2320687" y="1012738"/>
                    <a:pt x="2374503" y="992640"/>
                    <a:pt x="2421366" y="976638"/>
                  </a:cubicBezTo>
                  <a:lnTo>
                    <a:pt x="2423557" y="975876"/>
                  </a:lnTo>
                  <a:lnTo>
                    <a:pt x="2425462" y="977210"/>
                  </a:lnTo>
                  <a:cubicBezTo>
                    <a:pt x="2566527" y="1070173"/>
                    <a:pt x="2725023" y="1177235"/>
                    <a:pt x="2819987" y="1270961"/>
                  </a:cubicBezTo>
                  <a:lnTo>
                    <a:pt x="2822559" y="1273532"/>
                  </a:lnTo>
                  <a:lnTo>
                    <a:pt x="2820749" y="1276676"/>
                  </a:lnTo>
                  <a:lnTo>
                    <a:pt x="2802652" y="1309156"/>
                  </a:lnTo>
                  <a:cubicBezTo>
                    <a:pt x="2758361" y="1388308"/>
                    <a:pt x="2703211" y="1486797"/>
                    <a:pt x="2648918" y="1599954"/>
                  </a:cubicBezTo>
                  <a:lnTo>
                    <a:pt x="2647490" y="1603002"/>
                  </a:lnTo>
                  <a:lnTo>
                    <a:pt x="2644061" y="1603002"/>
                  </a:lnTo>
                  <a:cubicBezTo>
                    <a:pt x="2580204" y="1595384"/>
                    <a:pt x="2515965" y="1591409"/>
                    <a:pt x="2451656" y="1591096"/>
                  </a:cubicBezTo>
                  <a:cubicBezTo>
                    <a:pt x="2257727" y="1591096"/>
                    <a:pt x="2084086" y="1626910"/>
                    <a:pt x="1920922" y="1700538"/>
                  </a:cubicBezTo>
                  <a:cubicBezTo>
                    <a:pt x="1853676" y="1730923"/>
                    <a:pt x="1784334" y="1766451"/>
                    <a:pt x="1714897" y="1806075"/>
                  </a:cubicBezTo>
                  <a:close/>
                  <a:moveTo>
                    <a:pt x="1458484" y="1254101"/>
                  </a:moveTo>
                  <a:cubicBezTo>
                    <a:pt x="1509833" y="1331877"/>
                    <a:pt x="1557140" y="1412248"/>
                    <a:pt x="1600216" y="1494893"/>
                  </a:cubicBezTo>
                  <a:cubicBezTo>
                    <a:pt x="1649491" y="1590313"/>
                    <a:pt x="1688109" y="1690868"/>
                    <a:pt x="1715373" y="1794740"/>
                  </a:cubicBezTo>
                  <a:cubicBezTo>
                    <a:pt x="1783286" y="1756640"/>
                    <a:pt x="1851009" y="1721588"/>
                    <a:pt x="1916827" y="1691870"/>
                  </a:cubicBezTo>
                  <a:cubicBezTo>
                    <a:pt x="2081228" y="1617671"/>
                    <a:pt x="2256107" y="1581571"/>
                    <a:pt x="2451465" y="1581571"/>
                  </a:cubicBezTo>
                  <a:cubicBezTo>
                    <a:pt x="2515124" y="1581706"/>
                    <a:pt x="2578725" y="1585427"/>
                    <a:pt x="2641965" y="1592715"/>
                  </a:cubicBezTo>
                  <a:cubicBezTo>
                    <a:pt x="2695972" y="1480701"/>
                    <a:pt x="2750550" y="1383165"/>
                    <a:pt x="2794365" y="1304489"/>
                  </a:cubicBezTo>
                  <a:lnTo>
                    <a:pt x="2810653" y="1275152"/>
                  </a:lnTo>
                  <a:cubicBezTo>
                    <a:pt x="2716450" y="1183045"/>
                    <a:pt x="2561098" y="1077984"/>
                    <a:pt x="2422223" y="986449"/>
                  </a:cubicBezTo>
                  <a:cubicBezTo>
                    <a:pt x="2376027" y="1002260"/>
                    <a:pt x="2323258" y="1021882"/>
                    <a:pt x="2284682" y="1036264"/>
                  </a:cubicBezTo>
                  <a:cubicBezTo>
                    <a:pt x="2106279" y="1102940"/>
                    <a:pt x="1862153" y="1193427"/>
                    <a:pt x="1576975" y="1239052"/>
                  </a:cubicBezTo>
                  <a:cubicBezTo>
                    <a:pt x="1538303" y="1245243"/>
                    <a:pt x="1498393" y="1250291"/>
                    <a:pt x="1458484" y="1254101"/>
                  </a:cubicBezTo>
                  <a:close/>
                  <a:moveTo>
                    <a:pt x="1241981" y="3050136"/>
                  </a:moveTo>
                  <a:lnTo>
                    <a:pt x="1241981" y="3050136"/>
                  </a:lnTo>
                  <a:cubicBezTo>
                    <a:pt x="1153398" y="3050136"/>
                    <a:pt x="1065387" y="3020608"/>
                    <a:pt x="972899" y="2960029"/>
                  </a:cubicBezTo>
                  <a:cubicBezTo>
                    <a:pt x="850122" y="2879638"/>
                    <a:pt x="859456" y="2730095"/>
                    <a:pt x="884888" y="2492637"/>
                  </a:cubicBezTo>
                  <a:cubicBezTo>
                    <a:pt x="905462" y="2300423"/>
                    <a:pt x="928798" y="2082490"/>
                    <a:pt x="831072" y="1893896"/>
                  </a:cubicBezTo>
                  <a:cubicBezTo>
                    <a:pt x="734488" y="1707682"/>
                    <a:pt x="598471" y="1536803"/>
                    <a:pt x="466836" y="1371545"/>
                  </a:cubicBezTo>
                  <a:cubicBezTo>
                    <a:pt x="165655" y="992926"/>
                    <a:pt x="-10748" y="747466"/>
                    <a:pt x="162417" y="483148"/>
                  </a:cubicBezTo>
                  <a:cubicBezTo>
                    <a:pt x="227092" y="384469"/>
                    <a:pt x="340534" y="340273"/>
                    <a:pt x="530368" y="340273"/>
                  </a:cubicBezTo>
                  <a:cubicBezTo>
                    <a:pt x="636381" y="340273"/>
                    <a:pt x="751729" y="353322"/>
                    <a:pt x="873839" y="367229"/>
                  </a:cubicBezTo>
                  <a:cubicBezTo>
                    <a:pt x="1000046" y="381516"/>
                    <a:pt x="1131014" y="396280"/>
                    <a:pt x="1255315" y="396280"/>
                  </a:cubicBezTo>
                  <a:cubicBezTo>
                    <a:pt x="1317167" y="396740"/>
                    <a:pt x="1378956" y="392281"/>
                    <a:pt x="1440100" y="382945"/>
                  </a:cubicBezTo>
                  <a:cubicBezTo>
                    <a:pt x="1640126" y="350941"/>
                    <a:pt x="1822148" y="283313"/>
                    <a:pt x="1982454" y="223687"/>
                  </a:cubicBezTo>
                  <a:cubicBezTo>
                    <a:pt x="2167811" y="154726"/>
                    <a:pt x="2327831" y="95195"/>
                    <a:pt x="2483183" y="95195"/>
                  </a:cubicBezTo>
                  <a:cubicBezTo>
                    <a:pt x="2592816" y="95195"/>
                    <a:pt x="2689399" y="125008"/>
                    <a:pt x="2787126" y="189016"/>
                  </a:cubicBezTo>
                  <a:lnTo>
                    <a:pt x="2808081" y="202732"/>
                  </a:lnTo>
                  <a:cubicBezTo>
                    <a:pt x="3258899" y="498007"/>
                    <a:pt x="3684857" y="776613"/>
                    <a:pt x="3722481" y="1244005"/>
                  </a:cubicBezTo>
                  <a:cubicBezTo>
                    <a:pt x="3734959" y="1398310"/>
                    <a:pt x="3653615" y="1543566"/>
                    <a:pt x="3551031" y="1727589"/>
                  </a:cubicBezTo>
                  <a:cubicBezTo>
                    <a:pt x="3438636" y="1928376"/>
                    <a:pt x="3298904" y="2178217"/>
                    <a:pt x="3251660" y="2518831"/>
                  </a:cubicBezTo>
                  <a:cubicBezTo>
                    <a:pt x="3247755" y="2547406"/>
                    <a:pt x="3244040" y="2573600"/>
                    <a:pt x="3160887" y="2573600"/>
                  </a:cubicBezTo>
                  <a:cubicBezTo>
                    <a:pt x="3079924" y="2573600"/>
                    <a:pt x="2968863" y="2545977"/>
                    <a:pt x="2851324" y="2516450"/>
                  </a:cubicBezTo>
                  <a:cubicBezTo>
                    <a:pt x="2715593" y="2482731"/>
                    <a:pt x="2575099" y="2447870"/>
                    <a:pt x="2451751" y="2447870"/>
                  </a:cubicBezTo>
                  <a:cubicBezTo>
                    <a:pt x="2381933" y="2447870"/>
                    <a:pt x="2323735" y="2458823"/>
                    <a:pt x="2273729" y="2481398"/>
                  </a:cubicBezTo>
                  <a:cubicBezTo>
                    <a:pt x="2101802" y="2559026"/>
                    <a:pt x="1953212" y="2667326"/>
                    <a:pt x="1809480" y="2772005"/>
                  </a:cubicBezTo>
                  <a:cubicBezTo>
                    <a:pt x="1604788" y="2921453"/>
                    <a:pt x="1428194" y="3050136"/>
                    <a:pt x="1241981" y="3050136"/>
                  </a:cubicBezTo>
                  <a:close/>
                  <a:moveTo>
                    <a:pt x="530368" y="349988"/>
                  </a:moveTo>
                  <a:cubicBezTo>
                    <a:pt x="344059" y="349988"/>
                    <a:pt x="233092" y="392660"/>
                    <a:pt x="170418" y="488291"/>
                  </a:cubicBezTo>
                  <a:cubicBezTo>
                    <a:pt x="873" y="747276"/>
                    <a:pt x="175371" y="990354"/>
                    <a:pt x="474075" y="1365639"/>
                  </a:cubicBezTo>
                  <a:cubicBezTo>
                    <a:pt x="605901" y="1531183"/>
                    <a:pt x="742204" y="1702443"/>
                    <a:pt x="839168" y="1889514"/>
                  </a:cubicBezTo>
                  <a:cubicBezTo>
                    <a:pt x="938323" y="2080681"/>
                    <a:pt x="914797" y="2300042"/>
                    <a:pt x="894127" y="2493590"/>
                  </a:cubicBezTo>
                  <a:cubicBezTo>
                    <a:pt x="869077" y="2727524"/>
                    <a:pt x="859742" y="2874590"/>
                    <a:pt x="977852" y="2952123"/>
                  </a:cubicBezTo>
                  <a:cubicBezTo>
                    <a:pt x="1068721" y="3011654"/>
                    <a:pt x="1155113" y="3040611"/>
                    <a:pt x="1241695" y="3040611"/>
                  </a:cubicBezTo>
                  <a:lnTo>
                    <a:pt x="1241695" y="3040611"/>
                  </a:lnTo>
                  <a:cubicBezTo>
                    <a:pt x="1425051" y="3040611"/>
                    <a:pt x="1600406" y="2912785"/>
                    <a:pt x="1803670" y="2764386"/>
                  </a:cubicBezTo>
                  <a:cubicBezTo>
                    <a:pt x="1947783" y="2659611"/>
                    <a:pt x="2096754" y="2550835"/>
                    <a:pt x="2269633" y="2472825"/>
                  </a:cubicBezTo>
                  <a:cubicBezTo>
                    <a:pt x="2320877" y="2449679"/>
                    <a:pt x="2380313" y="2438440"/>
                    <a:pt x="2451560" y="2438440"/>
                  </a:cubicBezTo>
                  <a:cubicBezTo>
                    <a:pt x="2576433" y="2438440"/>
                    <a:pt x="2717117" y="2473397"/>
                    <a:pt x="2853230" y="2507210"/>
                  </a:cubicBezTo>
                  <a:cubicBezTo>
                    <a:pt x="2970387" y="2536357"/>
                    <a:pt x="3080972" y="2563884"/>
                    <a:pt x="3160697" y="2563884"/>
                  </a:cubicBezTo>
                  <a:cubicBezTo>
                    <a:pt x="3235563" y="2563884"/>
                    <a:pt x="3238421" y="2543310"/>
                    <a:pt x="3242040" y="2517307"/>
                  </a:cubicBezTo>
                  <a:cubicBezTo>
                    <a:pt x="3289665" y="2174978"/>
                    <a:pt x="3429778" y="1924280"/>
                    <a:pt x="3542458" y="1722731"/>
                  </a:cubicBezTo>
                  <a:cubicBezTo>
                    <a:pt x="3644662" y="1540137"/>
                    <a:pt x="3725339" y="1395929"/>
                    <a:pt x="3713147" y="1244576"/>
                  </a:cubicBezTo>
                  <a:cubicBezTo>
                    <a:pt x="3675808" y="781852"/>
                    <a:pt x="3251851" y="504293"/>
                    <a:pt x="2802938" y="210447"/>
                  </a:cubicBezTo>
                  <a:lnTo>
                    <a:pt x="2781983" y="196731"/>
                  </a:lnTo>
                  <a:cubicBezTo>
                    <a:pt x="2685971" y="133866"/>
                    <a:pt x="2591006" y="104529"/>
                    <a:pt x="2483279" y="104529"/>
                  </a:cubicBezTo>
                  <a:cubicBezTo>
                    <a:pt x="2329640" y="104529"/>
                    <a:pt x="2170382" y="163775"/>
                    <a:pt x="1985883" y="232450"/>
                  </a:cubicBezTo>
                  <a:cubicBezTo>
                    <a:pt x="1825196" y="292172"/>
                    <a:pt x="1642983" y="359989"/>
                    <a:pt x="1441625" y="392184"/>
                  </a:cubicBezTo>
                  <a:cubicBezTo>
                    <a:pt x="1380009" y="401607"/>
                    <a:pt x="1317741" y="406098"/>
                    <a:pt x="1255411" y="405614"/>
                  </a:cubicBezTo>
                  <a:cubicBezTo>
                    <a:pt x="1130157" y="405614"/>
                    <a:pt x="999379" y="390851"/>
                    <a:pt x="872887" y="376468"/>
                  </a:cubicBezTo>
                  <a:cubicBezTo>
                    <a:pt x="750871" y="363038"/>
                    <a:pt x="635809" y="349988"/>
                    <a:pt x="530368" y="349988"/>
                  </a:cubicBezTo>
                  <a:close/>
                  <a:moveTo>
                    <a:pt x="1251506" y="2668564"/>
                  </a:moveTo>
                  <a:lnTo>
                    <a:pt x="1251506" y="2662182"/>
                  </a:lnTo>
                  <a:cubicBezTo>
                    <a:pt x="1254458" y="2616462"/>
                    <a:pt x="1260268" y="2562551"/>
                    <a:pt x="1263317" y="2533595"/>
                  </a:cubicBezTo>
                  <a:cubicBezTo>
                    <a:pt x="1287034" y="2311948"/>
                    <a:pt x="1319514" y="2008957"/>
                    <a:pt x="1168924" y="1718540"/>
                  </a:cubicBezTo>
                  <a:cubicBezTo>
                    <a:pt x="1055195" y="1499465"/>
                    <a:pt x="900795" y="1305346"/>
                    <a:pt x="764588" y="1134277"/>
                  </a:cubicBezTo>
                  <a:cubicBezTo>
                    <a:pt x="677434" y="1024835"/>
                    <a:pt x="587708" y="910344"/>
                    <a:pt x="531606" y="818904"/>
                  </a:cubicBezTo>
                  <a:cubicBezTo>
                    <a:pt x="513459" y="790353"/>
                    <a:pt x="497720" y="760341"/>
                    <a:pt x="484552" y="729178"/>
                  </a:cubicBezTo>
                  <a:lnTo>
                    <a:pt x="482171" y="723082"/>
                  </a:lnTo>
                  <a:lnTo>
                    <a:pt x="488743" y="723082"/>
                  </a:lnTo>
                  <a:cubicBezTo>
                    <a:pt x="501316" y="722321"/>
                    <a:pt x="515318" y="721939"/>
                    <a:pt x="530272" y="721939"/>
                  </a:cubicBezTo>
                  <a:cubicBezTo>
                    <a:pt x="614759" y="721939"/>
                    <a:pt x="719725" y="733846"/>
                    <a:pt x="830786" y="746419"/>
                  </a:cubicBezTo>
                  <a:cubicBezTo>
                    <a:pt x="961184" y="761182"/>
                    <a:pt x="1109011" y="777947"/>
                    <a:pt x="1255220" y="777947"/>
                  </a:cubicBezTo>
                  <a:cubicBezTo>
                    <a:pt x="1337233" y="778453"/>
                    <a:pt x="1419155" y="772401"/>
                    <a:pt x="1500203" y="759849"/>
                  </a:cubicBezTo>
                  <a:cubicBezTo>
                    <a:pt x="1737852" y="721749"/>
                    <a:pt x="1947116" y="644025"/>
                    <a:pt x="2115137" y="581446"/>
                  </a:cubicBezTo>
                  <a:cubicBezTo>
                    <a:pt x="2266013" y="525344"/>
                    <a:pt x="2396315" y="476671"/>
                    <a:pt x="2483088" y="476671"/>
                  </a:cubicBezTo>
                  <a:cubicBezTo>
                    <a:pt x="2513663" y="476671"/>
                    <a:pt x="2537857" y="481719"/>
                    <a:pt x="2578338" y="508198"/>
                  </a:cubicBezTo>
                  <a:lnTo>
                    <a:pt x="2599198" y="521914"/>
                  </a:lnTo>
                  <a:cubicBezTo>
                    <a:pt x="3047635" y="815475"/>
                    <a:pt x="3321479" y="1012643"/>
                    <a:pt x="3342624" y="1275152"/>
                  </a:cubicBezTo>
                  <a:cubicBezTo>
                    <a:pt x="3345577" y="1310870"/>
                    <a:pt x="3282712" y="1426599"/>
                    <a:pt x="3218132" y="1541852"/>
                  </a:cubicBezTo>
                  <a:cubicBezTo>
                    <a:pt x="3130502" y="1698443"/>
                    <a:pt x="3021536" y="1893229"/>
                    <a:pt x="2945336" y="2143260"/>
                  </a:cubicBezTo>
                  <a:lnTo>
                    <a:pt x="2944003" y="2147546"/>
                  </a:lnTo>
                  <a:lnTo>
                    <a:pt x="2939621" y="2146499"/>
                  </a:lnTo>
                  <a:cubicBezTo>
                    <a:pt x="2790650" y="2109446"/>
                    <a:pt x="2621772" y="2067441"/>
                    <a:pt x="2451370" y="2067441"/>
                  </a:cubicBezTo>
                  <a:cubicBezTo>
                    <a:pt x="2326307" y="2067441"/>
                    <a:pt x="2216864" y="2089444"/>
                    <a:pt x="2116566" y="2134688"/>
                  </a:cubicBezTo>
                  <a:cubicBezTo>
                    <a:pt x="1908826" y="2228509"/>
                    <a:pt x="1736614" y="2353763"/>
                    <a:pt x="1584785" y="2464633"/>
                  </a:cubicBezTo>
                  <a:cubicBezTo>
                    <a:pt x="1482582" y="2539119"/>
                    <a:pt x="1328277" y="2651609"/>
                    <a:pt x="1257316" y="2667230"/>
                  </a:cubicBezTo>
                  <a:close/>
                  <a:moveTo>
                    <a:pt x="496078" y="731750"/>
                  </a:moveTo>
                  <a:cubicBezTo>
                    <a:pt x="508620" y="760183"/>
                    <a:pt x="523233" y="787657"/>
                    <a:pt x="539797" y="813951"/>
                  </a:cubicBezTo>
                  <a:cubicBezTo>
                    <a:pt x="595614" y="904820"/>
                    <a:pt x="685149" y="1019120"/>
                    <a:pt x="772112" y="1128276"/>
                  </a:cubicBezTo>
                  <a:cubicBezTo>
                    <a:pt x="908605" y="1299726"/>
                    <a:pt x="1063387" y="1494131"/>
                    <a:pt x="1177401" y="1714159"/>
                  </a:cubicBezTo>
                  <a:cubicBezTo>
                    <a:pt x="1329801" y="2007148"/>
                    <a:pt x="1296749" y="2311757"/>
                    <a:pt x="1272651" y="2534166"/>
                  </a:cubicBezTo>
                  <a:cubicBezTo>
                    <a:pt x="1269698" y="2562170"/>
                    <a:pt x="1264269" y="2612271"/>
                    <a:pt x="1261221" y="2656276"/>
                  </a:cubicBezTo>
                  <a:cubicBezTo>
                    <a:pt x="1332944" y="2636179"/>
                    <a:pt x="1480296" y="2528642"/>
                    <a:pt x="1578975" y="2456823"/>
                  </a:cubicBezTo>
                  <a:cubicBezTo>
                    <a:pt x="1731375" y="2345857"/>
                    <a:pt x="1903778" y="2220127"/>
                    <a:pt x="2112375" y="2125925"/>
                  </a:cubicBezTo>
                  <a:cubicBezTo>
                    <a:pt x="2213912" y="2080109"/>
                    <a:pt x="2324687" y="2057821"/>
                    <a:pt x="2451084" y="2057821"/>
                  </a:cubicBezTo>
                  <a:cubicBezTo>
                    <a:pt x="2620915" y="2057821"/>
                    <a:pt x="2788745" y="2099159"/>
                    <a:pt x="2936859" y="2136021"/>
                  </a:cubicBezTo>
                  <a:cubicBezTo>
                    <a:pt x="3013059" y="1887133"/>
                    <a:pt x="3121834" y="1693204"/>
                    <a:pt x="3209083" y="1537089"/>
                  </a:cubicBezTo>
                  <a:cubicBezTo>
                    <a:pt x="3253280" y="1458222"/>
                    <a:pt x="3335385" y="1311442"/>
                    <a:pt x="3332908" y="1275628"/>
                  </a:cubicBezTo>
                  <a:cubicBezTo>
                    <a:pt x="3312049" y="1017500"/>
                    <a:pt x="3039729" y="821571"/>
                    <a:pt x="2593769" y="529630"/>
                  </a:cubicBezTo>
                  <a:lnTo>
                    <a:pt x="2572814" y="515914"/>
                  </a:lnTo>
                  <a:cubicBezTo>
                    <a:pt x="2534714" y="490672"/>
                    <a:pt x="2511473" y="485910"/>
                    <a:pt x="2482802" y="485910"/>
                  </a:cubicBezTo>
                  <a:cubicBezTo>
                    <a:pt x="2397744" y="485910"/>
                    <a:pt x="2268204" y="534106"/>
                    <a:pt x="2118281" y="589923"/>
                  </a:cubicBezTo>
                  <a:cubicBezTo>
                    <a:pt x="1949688" y="652597"/>
                    <a:pt x="1740043" y="730607"/>
                    <a:pt x="1501346" y="768803"/>
                  </a:cubicBezTo>
                  <a:cubicBezTo>
                    <a:pt x="1419826" y="781434"/>
                    <a:pt x="1337426" y="787517"/>
                    <a:pt x="1254935" y="786995"/>
                  </a:cubicBezTo>
                  <a:cubicBezTo>
                    <a:pt x="1108154" y="786995"/>
                    <a:pt x="959659" y="770231"/>
                    <a:pt x="829453" y="755372"/>
                  </a:cubicBezTo>
                  <a:cubicBezTo>
                    <a:pt x="718582" y="742799"/>
                    <a:pt x="613902" y="730988"/>
                    <a:pt x="529987" y="730988"/>
                  </a:cubicBezTo>
                  <a:cubicBezTo>
                    <a:pt x="518080" y="730988"/>
                    <a:pt x="506650" y="731274"/>
                    <a:pt x="496078" y="731750"/>
                  </a:cubicBezTo>
                  <a:close/>
                  <a:moveTo>
                    <a:pt x="1643269" y="1960475"/>
                  </a:moveTo>
                  <a:lnTo>
                    <a:pt x="1642126" y="1953427"/>
                  </a:lnTo>
                  <a:cubicBezTo>
                    <a:pt x="1618953" y="1810515"/>
                    <a:pt x="1573438" y="1672139"/>
                    <a:pt x="1507252" y="1543376"/>
                  </a:cubicBezTo>
                  <a:cubicBezTo>
                    <a:pt x="1437754" y="1411882"/>
                    <a:pt x="1358473" y="1285798"/>
                    <a:pt x="1270079" y="1166186"/>
                  </a:cubicBezTo>
                  <a:lnTo>
                    <a:pt x="1264650" y="1158661"/>
                  </a:lnTo>
                  <a:lnTo>
                    <a:pt x="1274175" y="1158661"/>
                  </a:lnTo>
                  <a:cubicBezTo>
                    <a:pt x="1370151" y="1158383"/>
                    <a:pt x="1465966" y="1150773"/>
                    <a:pt x="1560782" y="1135896"/>
                  </a:cubicBezTo>
                  <a:cubicBezTo>
                    <a:pt x="1835769" y="1091890"/>
                    <a:pt x="2074275" y="1003118"/>
                    <a:pt x="2248392" y="938347"/>
                  </a:cubicBezTo>
                  <a:cubicBezTo>
                    <a:pt x="2307923" y="916249"/>
                    <a:pt x="2381742" y="888722"/>
                    <a:pt x="2435463" y="871672"/>
                  </a:cubicBezTo>
                  <a:lnTo>
                    <a:pt x="2437654" y="871006"/>
                  </a:lnTo>
                  <a:lnTo>
                    <a:pt x="2439559" y="872244"/>
                  </a:lnTo>
                  <a:cubicBezTo>
                    <a:pt x="2629297" y="997117"/>
                    <a:pt x="2775220" y="1098558"/>
                    <a:pt x="2870851" y="1187712"/>
                  </a:cubicBezTo>
                  <a:cubicBezTo>
                    <a:pt x="2894582" y="1209335"/>
                    <a:pt x="2916559" y="1232809"/>
                    <a:pt x="2936573" y="1257911"/>
                  </a:cubicBezTo>
                  <a:lnTo>
                    <a:pt x="2938383" y="1260388"/>
                  </a:lnTo>
                  <a:lnTo>
                    <a:pt x="2936954" y="1263055"/>
                  </a:lnTo>
                  <a:cubicBezTo>
                    <a:pt x="2917904" y="1299059"/>
                    <a:pt x="2897140" y="1335921"/>
                    <a:pt x="2885996" y="1355733"/>
                  </a:cubicBezTo>
                  <a:cubicBezTo>
                    <a:pt x="2833513" y="1449649"/>
                    <a:pt x="2768076" y="1566426"/>
                    <a:pt x="2705973" y="1703491"/>
                  </a:cubicBezTo>
                  <a:lnTo>
                    <a:pt x="2704449" y="1706729"/>
                  </a:lnTo>
                  <a:lnTo>
                    <a:pt x="2700925" y="1706158"/>
                  </a:lnTo>
                  <a:cubicBezTo>
                    <a:pt x="2618450" y="1693310"/>
                    <a:pt x="2535125" y="1686688"/>
                    <a:pt x="2451656" y="1686346"/>
                  </a:cubicBezTo>
                  <a:cubicBezTo>
                    <a:pt x="2271442" y="1686346"/>
                    <a:pt x="2110661" y="1719398"/>
                    <a:pt x="1960070" y="1787406"/>
                  </a:cubicBezTo>
                  <a:cubicBezTo>
                    <a:pt x="1852680" y="1836315"/>
                    <a:pt x="1748913" y="1892814"/>
                    <a:pt x="1649555" y="1956475"/>
                  </a:cubicBezTo>
                  <a:close/>
                  <a:moveTo>
                    <a:pt x="1283224" y="1167995"/>
                  </a:moveTo>
                  <a:cubicBezTo>
                    <a:pt x="1369791" y="1285891"/>
                    <a:pt x="1447475" y="1410058"/>
                    <a:pt x="1515634" y="1539470"/>
                  </a:cubicBezTo>
                  <a:cubicBezTo>
                    <a:pt x="1581198" y="1666965"/>
                    <a:pt x="1626630" y="1803841"/>
                    <a:pt x="1650317" y="1945235"/>
                  </a:cubicBezTo>
                  <a:cubicBezTo>
                    <a:pt x="1748340" y="1882669"/>
                    <a:pt x="1850600" y="1827003"/>
                    <a:pt x="1956356" y="1778643"/>
                  </a:cubicBezTo>
                  <a:cubicBezTo>
                    <a:pt x="2108184" y="1710158"/>
                    <a:pt x="2270681" y="1676821"/>
                    <a:pt x="2451656" y="1676821"/>
                  </a:cubicBezTo>
                  <a:cubicBezTo>
                    <a:pt x="2534373" y="1677041"/>
                    <a:pt x="2616960" y="1683408"/>
                    <a:pt x="2698734" y="1695871"/>
                  </a:cubicBezTo>
                  <a:cubicBezTo>
                    <a:pt x="2760551" y="1559949"/>
                    <a:pt x="2825416" y="1444030"/>
                    <a:pt x="2877614" y="1350685"/>
                  </a:cubicBezTo>
                  <a:cubicBezTo>
                    <a:pt x="2888377" y="1331635"/>
                    <a:pt x="2908284" y="1295916"/>
                    <a:pt x="2927048" y="1260959"/>
                  </a:cubicBezTo>
                  <a:cubicBezTo>
                    <a:pt x="2907789" y="1237224"/>
                    <a:pt x="2886810" y="1214939"/>
                    <a:pt x="2864279" y="1194284"/>
                  </a:cubicBezTo>
                  <a:cubicBezTo>
                    <a:pt x="2769505" y="1105892"/>
                    <a:pt x="2624534" y="1005118"/>
                    <a:pt x="2435654" y="881102"/>
                  </a:cubicBezTo>
                  <a:cubicBezTo>
                    <a:pt x="2382409" y="897771"/>
                    <a:pt x="2309828" y="924822"/>
                    <a:pt x="2251345" y="946539"/>
                  </a:cubicBezTo>
                  <a:cubicBezTo>
                    <a:pt x="2076752" y="1011595"/>
                    <a:pt x="1837674" y="1100463"/>
                    <a:pt x="1561735" y="1144659"/>
                  </a:cubicBezTo>
                  <a:cubicBezTo>
                    <a:pt x="1469598" y="1159254"/>
                    <a:pt x="1376506" y="1166991"/>
                    <a:pt x="1283224" y="1167805"/>
                  </a:cubicBezTo>
                  <a:close/>
                  <a:moveTo>
                    <a:pt x="1241981" y="2859636"/>
                  </a:moveTo>
                  <a:lnTo>
                    <a:pt x="1241981" y="2859636"/>
                  </a:lnTo>
                  <a:cubicBezTo>
                    <a:pt x="1191689" y="2859636"/>
                    <a:pt x="1137777" y="2840586"/>
                    <a:pt x="1077293" y="2800676"/>
                  </a:cubicBezTo>
                  <a:cubicBezTo>
                    <a:pt x="1051100" y="2783531"/>
                    <a:pt x="1057196" y="2673231"/>
                    <a:pt x="1074340" y="2512925"/>
                  </a:cubicBezTo>
                  <a:cubicBezTo>
                    <a:pt x="1096629" y="2304804"/>
                    <a:pt x="1124347" y="2045724"/>
                    <a:pt x="1000141" y="1806265"/>
                  </a:cubicBezTo>
                  <a:cubicBezTo>
                    <a:pt x="895366" y="1603478"/>
                    <a:pt x="753157" y="1425265"/>
                    <a:pt x="615902" y="1252958"/>
                  </a:cubicBezTo>
                  <a:cubicBezTo>
                    <a:pt x="290433" y="844050"/>
                    <a:pt x="235569" y="719558"/>
                    <a:pt x="322056" y="587447"/>
                  </a:cubicBezTo>
                  <a:cubicBezTo>
                    <a:pt x="331581" y="573540"/>
                    <a:pt x="359108" y="530963"/>
                    <a:pt x="530653" y="530963"/>
                  </a:cubicBezTo>
                  <a:cubicBezTo>
                    <a:pt x="625904" y="530963"/>
                    <a:pt x="736013" y="543441"/>
                    <a:pt x="852598" y="556681"/>
                  </a:cubicBezTo>
                  <a:cubicBezTo>
                    <a:pt x="984139" y="571540"/>
                    <a:pt x="1120156" y="586970"/>
                    <a:pt x="1255601" y="586970"/>
                  </a:cubicBezTo>
                  <a:cubicBezTo>
                    <a:pt x="1327565" y="587459"/>
                    <a:pt x="1399453" y="582204"/>
                    <a:pt x="1470581" y="571254"/>
                  </a:cubicBezTo>
                  <a:cubicBezTo>
                    <a:pt x="1689656" y="536202"/>
                    <a:pt x="1880727" y="465146"/>
                    <a:pt x="2049224" y="402376"/>
                  </a:cubicBezTo>
                  <a:cubicBezTo>
                    <a:pt x="2217722" y="339606"/>
                    <a:pt x="2362502" y="285885"/>
                    <a:pt x="2483564" y="285885"/>
                  </a:cubicBezTo>
                  <a:cubicBezTo>
                    <a:pt x="2556431" y="285885"/>
                    <a:pt x="2616057" y="304935"/>
                    <a:pt x="2683113" y="348560"/>
                  </a:cubicBezTo>
                  <a:lnTo>
                    <a:pt x="2704068" y="362276"/>
                  </a:lnTo>
                  <a:cubicBezTo>
                    <a:pt x="3132693" y="642882"/>
                    <a:pt x="3502834" y="885103"/>
                    <a:pt x="3532743" y="1259531"/>
                  </a:cubicBezTo>
                  <a:cubicBezTo>
                    <a:pt x="3540554" y="1356019"/>
                    <a:pt x="3471688" y="1478606"/>
                    <a:pt x="3384534" y="1634720"/>
                  </a:cubicBezTo>
                  <a:cubicBezTo>
                    <a:pt x="3285283" y="1812266"/>
                    <a:pt x="3149362" y="2055249"/>
                    <a:pt x="3084020" y="2369955"/>
                  </a:cubicBezTo>
                  <a:lnTo>
                    <a:pt x="3083068" y="2374527"/>
                  </a:lnTo>
                  <a:lnTo>
                    <a:pt x="3078496" y="2373670"/>
                  </a:lnTo>
                  <a:cubicBezTo>
                    <a:pt x="3024965" y="2364145"/>
                    <a:pt x="2960100" y="2347667"/>
                    <a:pt x="2897521" y="2332141"/>
                  </a:cubicBezTo>
                  <a:cubicBezTo>
                    <a:pt x="2750550" y="2295565"/>
                    <a:pt x="2598912" y="2257846"/>
                    <a:pt x="2451846" y="2257846"/>
                  </a:cubicBezTo>
                  <a:cubicBezTo>
                    <a:pt x="2354405" y="2257846"/>
                    <a:pt x="2270871" y="2274324"/>
                    <a:pt x="2195433" y="2308233"/>
                  </a:cubicBezTo>
                  <a:cubicBezTo>
                    <a:pt x="2005505" y="2393958"/>
                    <a:pt x="1848914" y="2508258"/>
                    <a:pt x="1697466" y="2618462"/>
                  </a:cubicBezTo>
                  <a:cubicBezTo>
                    <a:pt x="1519539" y="2747907"/>
                    <a:pt x="1365806" y="2859636"/>
                    <a:pt x="1241981" y="2859636"/>
                  </a:cubicBezTo>
                  <a:close/>
                  <a:moveTo>
                    <a:pt x="530368" y="540488"/>
                  </a:moveTo>
                  <a:cubicBezTo>
                    <a:pt x="363966" y="540488"/>
                    <a:pt x="338248" y="579731"/>
                    <a:pt x="329771" y="592685"/>
                  </a:cubicBezTo>
                  <a:cubicBezTo>
                    <a:pt x="246237" y="720225"/>
                    <a:pt x="301196" y="842526"/>
                    <a:pt x="623046" y="1246957"/>
                  </a:cubicBezTo>
                  <a:cubicBezTo>
                    <a:pt x="760587" y="1419741"/>
                    <a:pt x="902795" y="1598335"/>
                    <a:pt x="1008332" y="1801789"/>
                  </a:cubicBezTo>
                  <a:cubicBezTo>
                    <a:pt x="1133872" y="2043914"/>
                    <a:pt x="1105964" y="2304518"/>
                    <a:pt x="1083485" y="2513878"/>
                  </a:cubicBezTo>
                  <a:cubicBezTo>
                    <a:pt x="1075864" y="2585411"/>
                    <a:pt x="1055576" y="2775244"/>
                    <a:pt x="1082151" y="2792675"/>
                  </a:cubicBezTo>
                  <a:cubicBezTo>
                    <a:pt x="1141111" y="2831346"/>
                    <a:pt x="1193308" y="2849825"/>
                    <a:pt x="1241695" y="2849825"/>
                  </a:cubicBezTo>
                  <a:lnTo>
                    <a:pt x="1241695" y="2849825"/>
                  </a:lnTo>
                  <a:cubicBezTo>
                    <a:pt x="1363043" y="2849825"/>
                    <a:pt x="1515253" y="2738953"/>
                    <a:pt x="1691465" y="2610557"/>
                  </a:cubicBezTo>
                  <a:cubicBezTo>
                    <a:pt x="1843294" y="2499876"/>
                    <a:pt x="2000361" y="2385386"/>
                    <a:pt x="2191147" y="2299280"/>
                  </a:cubicBezTo>
                  <a:cubicBezTo>
                    <a:pt x="2267347" y="2264799"/>
                    <a:pt x="2353072" y="2248035"/>
                    <a:pt x="2451465" y="2248035"/>
                  </a:cubicBezTo>
                  <a:cubicBezTo>
                    <a:pt x="2599674" y="2248035"/>
                    <a:pt x="2751979" y="2286135"/>
                    <a:pt x="2899140" y="2322521"/>
                  </a:cubicBezTo>
                  <a:cubicBezTo>
                    <a:pt x="2960195" y="2337665"/>
                    <a:pt x="3022965" y="2353287"/>
                    <a:pt x="3075448" y="2363192"/>
                  </a:cubicBezTo>
                  <a:cubicBezTo>
                    <a:pt x="3141456" y="2048867"/>
                    <a:pt x="3276902" y="1807028"/>
                    <a:pt x="3376057" y="1629767"/>
                  </a:cubicBezTo>
                  <a:cubicBezTo>
                    <a:pt x="3462353" y="1475367"/>
                    <a:pt x="3530552" y="1353542"/>
                    <a:pt x="3523028" y="1259912"/>
                  </a:cubicBezTo>
                  <a:cubicBezTo>
                    <a:pt x="3493214" y="890151"/>
                    <a:pt x="3124883" y="649073"/>
                    <a:pt x="2698448" y="369896"/>
                  </a:cubicBezTo>
                  <a:lnTo>
                    <a:pt x="2677493" y="356180"/>
                  </a:lnTo>
                  <a:cubicBezTo>
                    <a:pt x="2612057" y="313317"/>
                    <a:pt x="2553668" y="295029"/>
                    <a:pt x="2483088" y="295029"/>
                  </a:cubicBezTo>
                  <a:cubicBezTo>
                    <a:pt x="2363740" y="295029"/>
                    <a:pt x="2219341" y="348750"/>
                    <a:pt x="2052082" y="410948"/>
                  </a:cubicBezTo>
                  <a:cubicBezTo>
                    <a:pt x="1883108" y="473813"/>
                    <a:pt x="1691560" y="545060"/>
                    <a:pt x="1471533" y="580303"/>
                  </a:cubicBezTo>
                  <a:cubicBezTo>
                    <a:pt x="1399965" y="591330"/>
                    <a:pt x="1327631" y="596617"/>
                    <a:pt x="1255220" y="596114"/>
                  </a:cubicBezTo>
                  <a:cubicBezTo>
                    <a:pt x="1119203" y="596114"/>
                    <a:pt x="982996" y="580684"/>
                    <a:pt x="851170" y="565730"/>
                  </a:cubicBezTo>
                  <a:cubicBezTo>
                    <a:pt x="734869" y="552966"/>
                    <a:pt x="625046" y="540488"/>
                    <a:pt x="530368" y="540488"/>
                  </a:cubicBezTo>
                  <a:close/>
                  <a:moveTo>
                    <a:pt x="1472771" y="2310519"/>
                  </a:moveTo>
                  <a:lnTo>
                    <a:pt x="1472771" y="2300994"/>
                  </a:lnTo>
                  <a:cubicBezTo>
                    <a:pt x="1481534" y="2042200"/>
                    <a:pt x="1437338" y="1823030"/>
                    <a:pt x="1337802" y="1631101"/>
                  </a:cubicBezTo>
                  <a:cubicBezTo>
                    <a:pt x="1215596" y="1395452"/>
                    <a:pt x="1055100" y="1193808"/>
                    <a:pt x="913463" y="1015881"/>
                  </a:cubicBezTo>
                  <a:cubicBezTo>
                    <a:pt x="894413" y="992323"/>
                    <a:pt x="876951" y="970098"/>
                    <a:pt x="861076" y="949206"/>
                  </a:cubicBezTo>
                  <a:lnTo>
                    <a:pt x="854122" y="940348"/>
                  </a:lnTo>
                  <a:lnTo>
                    <a:pt x="865362" y="941586"/>
                  </a:lnTo>
                  <a:cubicBezTo>
                    <a:pt x="994669" y="957527"/>
                    <a:pt x="1124755" y="966335"/>
                    <a:pt x="1255030" y="967970"/>
                  </a:cubicBezTo>
                  <a:cubicBezTo>
                    <a:pt x="1347123" y="968492"/>
                    <a:pt x="1439111" y="961643"/>
                    <a:pt x="1530112" y="947491"/>
                  </a:cubicBezTo>
                  <a:cubicBezTo>
                    <a:pt x="1786430" y="906439"/>
                    <a:pt x="2005409" y="825000"/>
                    <a:pt x="2181431" y="759563"/>
                  </a:cubicBezTo>
                  <a:cubicBezTo>
                    <a:pt x="2279253" y="723082"/>
                    <a:pt x="2413174" y="673362"/>
                    <a:pt x="2472134" y="667456"/>
                  </a:cubicBezTo>
                  <a:lnTo>
                    <a:pt x="2473849" y="667456"/>
                  </a:lnTo>
                  <a:lnTo>
                    <a:pt x="2494708" y="681077"/>
                  </a:lnTo>
                  <a:cubicBezTo>
                    <a:pt x="2809510" y="887198"/>
                    <a:pt x="3106785" y="1081794"/>
                    <a:pt x="3148219" y="1262102"/>
                  </a:cubicBezTo>
                  <a:lnTo>
                    <a:pt x="3148219" y="1263626"/>
                  </a:lnTo>
                  <a:lnTo>
                    <a:pt x="3147647" y="1265055"/>
                  </a:lnTo>
                  <a:cubicBezTo>
                    <a:pt x="3129836" y="1308108"/>
                    <a:pt x="3084592" y="1388880"/>
                    <a:pt x="3051540" y="1448126"/>
                  </a:cubicBezTo>
                  <a:cubicBezTo>
                    <a:pt x="2986103" y="1565093"/>
                    <a:pt x="2896854" y="1724351"/>
                    <a:pt x="2821607" y="1918280"/>
                  </a:cubicBezTo>
                  <a:lnTo>
                    <a:pt x="2820178" y="1922090"/>
                  </a:lnTo>
                  <a:lnTo>
                    <a:pt x="2816177" y="1921232"/>
                  </a:lnTo>
                  <a:cubicBezTo>
                    <a:pt x="2675588" y="1890848"/>
                    <a:pt x="2559479" y="1876655"/>
                    <a:pt x="2450798" y="1876655"/>
                  </a:cubicBezTo>
                  <a:cubicBezTo>
                    <a:pt x="2298398" y="1876655"/>
                    <a:pt x="2163048" y="1904182"/>
                    <a:pt x="2037604" y="1960761"/>
                  </a:cubicBezTo>
                  <a:cubicBezTo>
                    <a:pt x="1812052" y="2062679"/>
                    <a:pt x="1628029" y="2196791"/>
                    <a:pt x="1480010" y="2304614"/>
                  </a:cubicBezTo>
                  <a:close/>
                  <a:moveTo>
                    <a:pt x="875839" y="952254"/>
                  </a:moveTo>
                  <a:cubicBezTo>
                    <a:pt x="890032" y="970352"/>
                    <a:pt x="905081" y="989497"/>
                    <a:pt x="921179" y="1009404"/>
                  </a:cubicBezTo>
                  <a:cubicBezTo>
                    <a:pt x="1063101" y="1187712"/>
                    <a:pt x="1223978" y="1389737"/>
                    <a:pt x="1346565" y="1626148"/>
                  </a:cubicBezTo>
                  <a:cubicBezTo>
                    <a:pt x="1445625" y="1817219"/>
                    <a:pt x="1490202" y="2034770"/>
                    <a:pt x="1482868" y="2291088"/>
                  </a:cubicBezTo>
                  <a:cubicBezTo>
                    <a:pt x="1629839" y="2184027"/>
                    <a:pt x="1811861" y="2052487"/>
                    <a:pt x="2034365" y="1951998"/>
                  </a:cubicBezTo>
                  <a:cubicBezTo>
                    <a:pt x="2161048" y="1894848"/>
                    <a:pt x="2297446" y="1867035"/>
                    <a:pt x="2451465" y="1867035"/>
                  </a:cubicBezTo>
                  <a:cubicBezTo>
                    <a:pt x="2559859" y="1867035"/>
                    <a:pt x="2675493" y="1881037"/>
                    <a:pt x="2814939" y="1910945"/>
                  </a:cubicBezTo>
                  <a:cubicBezTo>
                    <a:pt x="2889996" y="1718445"/>
                    <a:pt x="2978769" y="1559854"/>
                    <a:pt x="3043539" y="1444220"/>
                  </a:cubicBezTo>
                  <a:cubicBezTo>
                    <a:pt x="3076400" y="1385546"/>
                    <a:pt x="3120882" y="1306013"/>
                    <a:pt x="3138789" y="1263245"/>
                  </a:cubicBezTo>
                  <a:cubicBezTo>
                    <a:pt x="3096974" y="1086842"/>
                    <a:pt x="2801985" y="893675"/>
                    <a:pt x="2489660" y="689269"/>
                  </a:cubicBezTo>
                  <a:lnTo>
                    <a:pt x="2471658" y="677458"/>
                  </a:lnTo>
                  <a:cubicBezTo>
                    <a:pt x="2412984" y="683935"/>
                    <a:pt x="2281158" y="732893"/>
                    <a:pt x="2185051" y="768707"/>
                  </a:cubicBezTo>
                  <a:cubicBezTo>
                    <a:pt x="2008553" y="834335"/>
                    <a:pt x="1789001" y="915964"/>
                    <a:pt x="1531731" y="957207"/>
                  </a:cubicBezTo>
                  <a:cubicBezTo>
                    <a:pt x="1440347" y="971382"/>
                    <a:pt x="1347981" y="978261"/>
                    <a:pt x="1255506" y="977781"/>
                  </a:cubicBezTo>
                  <a:cubicBezTo>
                    <a:pt x="1128579" y="976225"/>
                    <a:pt x="1001832" y="967704"/>
                    <a:pt x="875839" y="952254"/>
                  </a:cubicBezTo>
                  <a:close/>
                  <a:moveTo>
                    <a:pt x="1767284" y="1668915"/>
                  </a:moveTo>
                  <a:lnTo>
                    <a:pt x="1765475" y="1663676"/>
                  </a:lnTo>
                  <a:cubicBezTo>
                    <a:pt x="1740942" y="1592163"/>
                    <a:pt x="1711143" y="1522567"/>
                    <a:pt x="1676321" y="1455460"/>
                  </a:cubicBezTo>
                  <a:cubicBezTo>
                    <a:pt x="1654508" y="1413455"/>
                    <a:pt x="1630696" y="1370497"/>
                    <a:pt x="1605455" y="1327825"/>
                  </a:cubicBezTo>
                  <a:lnTo>
                    <a:pt x="1601930" y="1321824"/>
                  </a:lnTo>
                  <a:lnTo>
                    <a:pt x="1608788" y="1320681"/>
                  </a:lnTo>
                  <a:cubicBezTo>
                    <a:pt x="1894538" y="1273056"/>
                    <a:pt x="2137235" y="1182569"/>
                    <a:pt x="2314496" y="1116656"/>
                  </a:cubicBezTo>
                  <a:cubicBezTo>
                    <a:pt x="2338403" y="1107702"/>
                    <a:pt x="2373170" y="1094748"/>
                    <a:pt x="2408222" y="1082270"/>
                  </a:cubicBezTo>
                  <a:lnTo>
                    <a:pt x="2410508" y="1081413"/>
                  </a:lnTo>
                  <a:lnTo>
                    <a:pt x="2412508" y="1082747"/>
                  </a:lnTo>
                  <a:cubicBezTo>
                    <a:pt x="2511282" y="1148374"/>
                    <a:pt x="2580719" y="1197047"/>
                    <a:pt x="2637679" y="1240385"/>
                  </a:cubicBezTo>
                  <a:cubicBezTo>
                    <a:pt x="2660253" y="1257626"/>
                    <a:pt x="2681208" y="1274294"/>
                    <a:pt x="2699782" y="1290011"/>
                  </a:cubicBezTo>
                  <a:lnTo>
                    <a:pt x="2702830" y="1292582"/>
                  </a:lnTo>
                  <a:lnTo>
                    <a:pt x="2700925" y="1296011"/>
                  </a:lnTo>
                  <a:cubicBezTo>
                    <a:pt x="2668921" y="1353161"/>
                    <a:pt x="2631107" y="1422218"/>
                    <a:pt x="2592721" y="1498798"/>
                  </a:cubicBezTo>
                  <a:lnTo>
                    <a:pt x="2591292" y="1501656"/>
                  </a:lnTo>
                  <a:lnTo>
                    <a:pt x="2588149" y="1501656"/>
                  </a:lnTo>
                  <a:cubicBezTo>
                    <a:pt x="2541476" y="1497941"/>
                    <a:pt x="2496709" y="1496132"/>
                    <a:pt x="2451465" y="1496132"/>
                  </a:cubicBezTo>
                  <a:cubicBezTo>
                    <a:pt x="2243725" y="1496132"/>
                    <a:pt x="2057225" y="1534708"/>
                    <a:pt x="1881584" y="1614051"/>
                  </a:cubicBezTo>
                  <a:cubicBezTo>
                    <a:pt x="1845104" y="1630434"/>
                    <a:pt x="1808337" y="1648151"/>
                    <a:pt x="1772142" y="1666724"/>
                  </a:cubicBezTo>
                  <a:close/>
                  <a:moveTo>
                    <a:pt x="1617170" y="1328968"/>
                  </a:moveTo>
                  <a:cubicBezTo>
                    <a:pt x="1641173" y="1369830"/>
                    <a:pt x="1663938" y="1410883"/>
                    <a:pt x="1684798" y="1451078"/>
                  </a:cubicBezTo>
                  <a:cubicBezTo>
                    <a:pt x="1718931" y="1517002"/>
                    <a:pt x="1748311" y="1585279"/>
                    <a:pt x="1772714" y="1655390"/>
                  </a:cubicBezTo>
                  <a:cubicBezTo>
                    <a:pt x="1807385" y="1637768"/>
                    <a:pt x="1842722" y="1620814"/>
                    <a:pt x="1877489" y="1605002"/>
                  </a:cubicBezTo>
                  <a:cubicBezTo>
                    <a:pt x="2054463" y="1525183"/>
                    <a:pt x="2242201" y="1486321"/>
                    <a:pt x="2451370" y="1486321"/>
                  </a:cubicBezTo>
                  <a:cubicBezTo>
                    <a:pt x="2495852" y="1486321"/>
                    <a:pt x="2539762" y="1488035"/>
                    <a:pt x="2585577" y="1491655"/>
                  </a:cubicBezTo>
                  <a:cubicBezTo>
                    <a:pt x="2622724" y="1417550"/>
                    <a:pt x="2659396" y="1350780"/>
                    <a:pt x="2690352" y="1294773"/>
                  </a:cubicBezTo>
                  <a:cubicBezTo>
                    <a:pt x="2672636" y="1279914"/>
                    <a:pt x="2652919" y="1264198"/>
                    <a:pt x="2631583" y="1248005"/>
                  </a:cubicBezTo>
                  <a:cubicBezTo>
                    <a:pt x="2575195" y="1204952"/>
                    <a:pt x="2506424" y="1156851"/>
                    <a:pt x="2408888" y="1091986"/>
                  </a:cubicBezTo>
                  <a:cubicBezTo>
                    <a:pt x="2374694" y="1104273"/>
                    <a:pt x="2340880" y="1116846"/>
                    <a:pt x="2317544" y="1125514"/>
                  </a:cubicBezTo>
                  <a:cubicBezTo>
                    <a:pt x="2141522" y="1191141"/>
                    <a:pt x="1900730" y="1280676"/>
                    <a:pt x="1617170" y="1328968"/>
                  </a:cubicBezTo>
                  <a:close/>
                  <a:moveTo>
                    <a:pt x="1241981" y="3097761"/>
                  </a:moveTo>
                  <a:lnTo>
                    <a:pt x="1241981" y="3097761"/>
                  </a:lnTo>
                  <a:cubicBezTo>
                    <a:pt x="1143873" y="3097761"/>
                    <a:pt x="1047289" y="3065756"/>
                    <a:pt x="946705" y="2999939"/>
                  </a:cubicBezTo>
                  <a:cubicBezTo>
                    <a:pt x="793353" y="2899450"/>
                    <a:pt x="813832" y="2708569"/>
                    <a:pt x="837454" y="2487589"/>
                  </a:cubicBezTo>
                  <a:cubicBezTo>
                    <a:pt x="857361" y="2302042"/>
                    <a:pt x="879840" y="2091730"/>
                    <a:pt x="788686" y="1916089"/>
                  </a:cubicBezTo>
                  <a:cubicBezTo>
                    <a:pt x="694198" y="1734066"/>
                    <a:pt x="560086" y="1564997"/>
                    <a:pt x="429593" y="1401739"/>
                  </a:cubicBezTo>
                  <a:cubicBezTo>
                    <a:pt x="157178" y="1059601"/>
                    <a:pt x="-77994" y="764135"/>
                    <a:pt x="122793" y="457526"/>
                  </a:cubicBezTo>
                  <a:cubicBezTo>
                    <a:pt x="197183" y="343892"/>
                    <a:pt x="322818" y="293314"/>
                    <a:pt x="530558" y="293314"/>
                  </a:cubicBezTo>
                  <a:cubicBezTo>
                    <a:pt x="639238" y="293314"/>
                    <a:pt x="755920" y="306554"/>
                    <a:pt x="879364" y="320556"/>
                  </a:cubicBezTo>
                  <a:cubicBezTo>
                    <a:pt x="1004332" y="334653"/>
                    <a:pt x="1133491" y="349131"/>
                    <a:pt x="1255506" y="349131"/>
                  </a:cubicBezTo>
                  <a:cubicBezTo>
                    <a:pt x="1314746" y="349463"/>
                    <a:pt x="1373920" y="345132"/>
                    <a:pt x="1432481" y="336177"/>
                  </a:cubicBezTo>
                  <a:cubicBezTo>
                    <a:pt x="1628219" y="304840"/>
                    <a:pt x="1799764" y="240927"/>
                    <a:pt x="1965881" y="179205"/>
                  </a:cubicBezTo>
                  <a:cubicBezTo>
                    <a:pt x="2147617" y="111673"/>
                    <a:pt x="2319258" y="47760"/>
                    <a:pt x="2483183" y="47760"/>
                  </a:cubicBezTo>
                  <a:cubicBezTo>
                    <a:pt x="2600912" y="47760"/>
                    <a:pt x="2708926" y="81002"/>
                    <a:pt x="2813224" y="149297"/>
                  </a:cubicBezTo>
                  <a:lnTo>
                    <a:pt x="2834084" y="163013"/>
                  </a:lnTo>
                  <a:cubicBezTo>
                    <a:pt x="3295094" y="464764"/>
                    <a:pt x="3730387" y="749753"/>
                    <a:pt x="3770011" y="1240385"/>
                  </a:cubicBezTo>
                  <a:cubicBezTo>
                    <a:pt x="3783632" y="1409073"/>
                    <a:pt x="3699145" y="1559949"/>
                    <a:pt x="3592274" y="1751021"/>
                  </a:cubicBezTo>
                  <a:cubicBezTo>
                    <a:pt x="3476165" y="1958570"/>
                    <a:pt x="3344624" y="2193838"/>
                    <a:pt x="3298523" y="2525594"/>
                  </a:cubicBezTo>
                  <a:cubicBezTo>
                    <a:pt x="3291665" y="2575314"/>
                    <a:pt x="3269948" y="2621415"/>
                    <a:pt x="3160601" y="2621415"/>
                  </a:cubicBezTo>
                  <a:cubicBezTo>
                    <a:pt x="3073829" y="2621415"/>
                    <a:pt x="2959909" y="2592840"/>
                    <a:pt x="2839323" y="2563122"/>
                  </a:cubicBezTo>
                  <a:cubicBezTo>
                    <a:pt x="2706640" y="2530070"/>
                    <a:pt x="2569384" y="2495971"/>
                    <a:pt x="2451465" y="2495971"/>
                  </a:cubicBezTo>
                  <a:cubicBezTo>
                    <a:pt x="2388505" y="2495971"/>
                    <a:pt x="2336689" y="2505496"/>
                    <a:pt x="2293064" y="2525308"/>
                  </a:cubicBezTo>
                  <a:cubicBezTo>
                    <a:pt x="2125520" y="2600937"/>
                    <a:pt x="1978739" y="2707712"/>
                    <a:pt x="1837198" y="2811058"/>
                  </a:cubicBezTo>
                  <a:cubicBezTo>
                    <a:pt x="1634887" y="2958410"/>
                    <a:pt x="1443720" y="3097761"/>
                    <a:pt x="1241981" y="3097761"/>
                  </a:cubicBezTo>
                  <a:close/>
                  <a:moveTo>
                    <a:pt x="530368" y="302363"/>
                  </a:moveTo>
                  <a:cubicBezTo>
                    <a:pt x="326247" y="302363"/>
                    <a:pt x="202993" y="351703"/>
                    <a:pt x="130318" y="462193"/>
                  </a:cubicBezTo>
                  <a:cubicBezTo>
                    <a:pt x="-66755" y="763088"/>
                    <a:pt x="166417" y="1056077"/>
                    <a:pt x="436546" y="1395643"/>
                  </a:cubicBezTo>
                  <a:cubicBezTo>
                    <a:pt x="566944" y="1559473"/>
                    <a:pt x="701818" y="1729018"/>
                    <a:pt x="796687" y="1911803"/>
                  </a:cubicBezTo>
                  <a:cubicBezTo>
                    <a:pt x="889175" y="2090206"/>
                    <a:pt x="866505" y="2302328"/>
                    <a:pt x="846502" y="2488922"/>
                  </a:cubicBezTo>
                  <a:cubicBezTo>
                    <a:pt x="823166" y="2706854"/>
                    <a:pt x="802973" y="2895068"/>
                    <a:pt x="951277" y="2992319"/>
                  </a:cubicBezTo>
                  <a:cubicBezTo>
                    <a:pt x="1050147" y="3057089"/>
                    <a:pt x="1145016" y="3088616"/>
                    <a:pt x="1241218" y="3088616"/>
                  </a:cubicBezTo>
                  <a:lnTo>
                    <a:pt x="1241218" y="3088616"/>
                  </a:lnTo>
                  <a:cubicBezTo>
                    <a:pt x="1440005" y="3088616"/>
                    <a:pt x="1629934" y="2950218"/>
                    <a:pt x="1831006" y="2803724"/>
                  </a:cubicBezTo>
                  <a:cubicBezTo>
                    <a:pt x="1973120" y="2700092"/>
                    <a:pt x="2120090" y="2593031"/>
                    <a:pt x="2288207" y="2516926"/>
                  </a:cubicBezTo>
                  <a:cubicBezTo>
                    <a:pt x="2333069" y="2496638"/>
                    <a:pt x="2386219" y="2486827"/>
                    <a:pt x="2450132" y="2486827"/>
                  </a:cubicBezTo>
                  <a:cubicBezTo>
                    <a:pt x="2569194" y="2486827"/>
                    <a:pt x="2707307" y="2521117"/>
                    <a:pt x="2840657" y="2554264"/>
                  </a:cubicBezTo>
                  <a:cubicBezTo>
                    <a:pt x="2960672" y="2584077"/>
                    <a:pt x="3074019" y="2612271"/>
                    <a:pt x="3159649" y="2612271"/>
                  </a:cubicBezTo>
                  <a:cubicBezTo>
                    <a:pt x="3256518" y="2612271"/>
                    <a:pt x="3280616" y="2578743"/>
                    <a:pt x="3288141" y="2524641"/>
                  </a:cubicBezTo>
                  <a:cubicBezTo>
                    <a:pt x="3334433" y="2191266"/>
                    <a:pt x="3466449" y="1955046"/>
                    <a:pt x="3583416" y="1746734"/>
                  </a:cubicBezTo>
                  <a:cubicBezTo>
                    <a:pt x="3689524" y="1557091"/>
                    <a:pt x="3773345" y="1407263"/>
                    <a:pt x="3759914" y="1241909"/>
                  </a:cubicBezTo>
                  <a:cubicBezTo>
                    <a:pt x="3720766" y="756134"/>
                    <a:pt x="3287284" y="472194"/>
                    <a:pt x="2828369" y="171776"/>
                  </a:cubicBezTo>
                  <a:lnTo>
                    <a:pt x="2807414" y="158059"/>
                  </a:lnTo>
                  <a:cubicBezTo>
                    <a:pt x="2704735" y="90813"/>
                    <a:pt x="2598436" y="58047"/>
                    <a:pt x="2482612" y="58047"/>
                  </a:cubicBezTo>
                  <a:cubicBezTo>
                    <a:pt x="2320687" y="58047"/>
                    <a:pt x="2149237" y="121674"/>
                    <a:pt x="1968262" y="188921"/>
                  </a:cubicBezTo>
                  <a:cubicBezTo>
                    <a:pt x="1801860" y="250833"/>
                    <a:pt x="1629743" y="314841"/>
                    <a:pt x="1433052" y="346273"/>
                  </a:cubicBezTo>
                  <a:cubicBezTo>
                    <a:pt x="1373927" y="355312"/>
                    <a:pt x="1314173" y="359612"/>
                    <a:pt x="1254363" y="359132"/>
                  </a:cubicBezTo>
                  <a:cubicBezTo>
                    <a:pt x="1131872" y="359132"/>
                    <a:pt x="1002427" y="344464"/>
                    <a:pt x="877173" y="330557"/>
                  </a:cubicBezTo>
                  <a:cubicBezTo>
                    <a:pt x="754872" y="315508"/>
                    <a:pt x="638476" y="302363"/>
                    <a:pt x="530368" y="302363"/>
                  </a:cubicBezTo>
                  <a:close/>
                  <a:moveTo>
                    <a:pt x="1241981" y="2716761"/>
                  </a:moveTo>
                  <a:lnTo>
                    <a:pt x="1241981" y="2716761"/>
                  </a:lnTo>
                  <a:cubicBezTo>
                    <a:pt x="1229228" y="2716204"/>
                    <a:pt x="1216693" y="2713264"/>
                    <a:pt x="1205023" y="2708093"/>
                  </a:cubicBezTo>
                  <a:lnTo>
                    <a:pt x="1202071" y="2706854"/>
                  </a:lnTo>
                  <a:lnTo>
                    <a:pt x="1202071" y="2703521"/>
                  </a:lnTo>
                  <a:cubicBezTo>
                    <a:pt x="1202833" y="2654657"/>
                    <a:pt x="1210643" y="2581505"/>
                    <a:pt x="1216358" y="2528165"/>
                  </a:cubicBezTo>
                  <a:cubicBezTo>
                    <a:pt x="1239409" y="2312900"/>
                    <a:pt x="1271032" y="2018197"/>
                    <a:pt x="1127014" y="1740448"/>
                  </a:cubicBezTo>
                  <a:cubicBezTo>
                    <a:pt x="1015476" y="1525469"/>
                    <a:pt x="862600" y="1333349"/>
                    <a:pt x="727726" y="1163995"/>
                  </a:cubicBezTo>
                  <a:cubicBezTo>
                    <a:pt x="608663" y="1014452"/>
                    <a:pt x="496268" y="873197"/>
                    <a:pt x="448357" y="763945"/>
                  </a:cubicBezTo>
                  <a:cubicBezTo>
                    <a:pt x="430069" y="722225"/>
                    <a:pt x="425593" y="701461"/>
                    <a:pt x="431403" y="684602"/>
                  </a:cubicBezTo>
                  <a:lnTo>
                    <a:pt x="432260" y="682030"/>
                  </a:lnTo>
                  <a:lnTo>
                    <a:pt x="434927" y="681458"/>
                  </a:lnTo>
                  <a:cubicBezTo>
                    <a:pt x="466494" y="675670"/>
                    <a:pt x="498569" y="673117"/>
                    <a:pt x="530653" y="673838"/>
                  </a:cubicBezTo>
                  <a:cubicBezTo>
                    <a:pt x="617712" y="673838"/>
                    <a:pt x="723916" y="685840"/>
                    <a:pt x="836406" y="698603"/>
                  </a:cubicBezTo>
                  <a:cubicBezTo>
                    <a:pt x="965660" y="713272"/>
                    <a:pt x="1112060" y="729845"/>
                    <a:pt x="1255506" y="729845"/>
                  </a:cubicBezTo>
                  <a:cubicBezTo>
                    <a:pt x="1335000" y="730349"/>
                    <a:pt x="1414406" y="724488"/>
                    <a:pt x="1492964" y="712319"/>
                  </a:cubicBezTo>
                  <a:cubicBezTo>
                    <a:pt x="1725946" y="675077"/>
                    <a:pt x="1924066" y="601353"/>
                    <a:pt x="2098849" y="536297"/>
                  </a:cubicBezTo>
                  <a:cubicBezTo>
                    <a:pt x="2247630" y="481052"/>
                    <a:pt x="2388029" y="428760"/>
                    <a:pt x="2483374" y="428760"/>
                  </a:cubicBezTo>
                  <a:cubicBezTo>
                    <a:pt x="2526903" y="428760"/>
                    <a:pt x="2562050" y="440190"/>
                    <a:pt x="2604722" y="468098"/>
                  </a:cubicBezTo>
                  <a:lnTo>
                    <a:pt x="2625677" y="481814"/>
                  </a:lnTo>
                  <a:cubicBezTo>
                    <a:pt x="3086211" y="783281"/>
                    <a:pt x="3367484" y="986639"/>
                    <a:pt x="3390440" y="1271056"/>
                  </a:cubicBezTo>
                  <a:cubicBezTo>
                    <a:pt x="3394726" y="1324205"/>
                    <a:pt x="3326241" y="1446602"/>
                    <a:pt x="3259947" y="1564997"/>
                  </a:cubicBezTo>
                  <a:cubicBezTo>
                    <a:pt x="3162316" y="1739590"/>
                    <a:pt x="3051635" y="1937425"/>
                    <a:pt x="2978102" y="2200124"/>
                  </a:cubicBezTo>
                  <a:lnTo>
                    <a:pt x="2976864" y="2204601"/>
                  </a:lnTo>
                  <a:lnTo>
                    <a:pt x="2972387" y="2203458"/>
                  </a:lnTo>
                  <a:lnTo>
                    <a:pt x="2932573" y="2193933"/>
                  </a:lnTo>
                  <a:lnTo>
                    <a:pt x="2931525" y="2193933"/>
                  </a:lnTo>
                  <a:cubicBezTo>
                    <a:pt x="2783697" y="2157167"/>
                    <a:pt x="2616248" y="2115542"/>
                    <a:pt x="2451656" y="2115542"/>
                  </a:cubicBezTo>
                  <a:cubicBezTo>
                    <a:pt x="2333546" y="2115542"/>
                    <a:pt x="2230485" y="2136116"/>
                    <a:pt x="2136473" y="2178598"/>
                  </a:cubicBezTo>
                  <a:cubicBezTo>
                    <a:pt x="1933019" y="2270419"/>
                    <a:pt x="1762998" y="2394339"/>
                    <a:pt x="1613075" y="2503591"/>
                  </a:cubicBezTo>
                  <a:cubicBezTo>
                    <a:pt x="1489059" y="2593221"/>
                    <a:pt x="1319609" y="2716761"/>
                    <a:pt x="1241981" y="2716761"/>
                  </a:cubicBezTo>
                  <a:close/>
                  <a:moveTo>
                    <a:pt x="1211691" y="2700473"/>
                  </a:moveTo>
                  <a:cubicBezTo>
                    <a:pt x="1221307" y="2704505"/>
                    <a:pt x="1231563" y="2706795"/>
                    <a:pt x="1241981" y="2707236"/>
                  </a:cubicBezTo>
                  <a:cubicBezTo>
                    <a:pt x="1316847" y="2707236"/>
                    <a:pt x="1484773" y="2584744"/>
                    <a:pt x="1607455" y="2495399"/>
                  </a:cubicBezTo>
                  <a:cubicBezTo>
                    <a:pt x="1757855" y="2385767"/>
                    <a:pt x="1928352" y="2261561"/>
                    <a:pt x="2132663" y="2169358"/>
                  </a:cubicBezTo>
                  <a:cubicBezTo>
                    <a:pt x="2227913" y="2126306"/>
                    <a:pt x="2332688" y="2105446"/>
                    <a:pt x="2451751" y="2105446"/>
                  </a:cubicBezTo>
                  <a:cubicBezTo>
                    <a:pt x="2617486" y="2105446"/>
                    <a:pt x="2785126" y="2147261"/>
                    <a:pt x="2933906" y="2184122"/>
                  </a:cubicBezTo>
                  <a:lnTo>
                    <a:pt x="2934954" y="2184122"/>
                  </a:lnTo>
                  <a:lnTo>
                    <a:pt x="2970292" y="2192885"/>
                  </a:lnTo>
                  <a:cubicBezTo>
                    <a:pt x="3044111" y="1931233"/>
                    <a:pt x="3154410" y="1734161"/>
                    <a:pt x="3251756" y="1560044"/>
                  </a:cubicBezTo>
                  <a:cubicBezTo>
                    <a:pt x="3317288" y="1442887"/>
                    <a:pt x="3385106" y="1321919"/>
                    <a:pt x="3381010" y="1271532"/>
                  </a:cubicBezTo>
                  <a:cubicBezTo>
                    <a:pt x="3358436" y="991688"/>
                    <a:pt x="3078686" y="789377"/>
                    <a:pt x="2620534" y="489530"/>
                  </a:cubicBezTo>
                  <a:lnTo>
                    <a:pt x="2599579" y="475718"/>
                  </a:lnTo>
                  <a:cubicBezTo>
                    <a:pt x="2558621" y="448953"/>
                    <a:pt x="2524998" y="437618"/>
                    <a:pt x="2483469" y="437618"/>
                  </a:cubicBezTo>
                  <a:cubicBezTo>
                    <a:pt x="2389838" y="437618"/>
                    <a:pt x="2250202" y="489625"/>
                    <a:pt x="2102469" y="544584"/>
                  </a:cubicBezTo>
                  <a:cubicBezTo>
                    <a:pt x="1927209" y="609735"/>
                    <a:pt x="1728613" y="683649"/>
                    <a:pt x="1494679" y="721082"/>
                  </a:cubicBezTo>
                  <a:cubicBezTo>
                    <a:pt x="1415617" y="733329"/>
                    <a:pt x="1335700" y="739222"/>
                    <a:pt x="1255697" y="738704"/>
                  </a:cubicBezTo>
                  <a:cubicBezTo>
                    <a:pt x="1111583" y="738704"/>
                    <a:pt x="964993" y="722130"/>
                    <a:pt x="835549" y="707462"/>
                  </a:cubicBezTo>
                  <a:cubicBezTo>
                    <a:pt x="723249" y="694698"/>
                    <a:pt x="617236" y="682697"/>
                    <a:pt x="530749" y="682697"/>
                  </a:cubicBezTo>
                  <a:cubicBezTo>
                    <a:pt x="500248" y="682111"/>
                    <a:pt x="469759" y="684407"/>
                    <a:pt x="439690" y="689555"/>
                  </a:cubicBezTo>
                  <a:cubicBezTo>
                    <a:pt x="436737" y="701365"/>
                    <a:pt x="439118" y="718130"/>
                    <a:pt x="457216" y="759468"/>
                  </a:cubicBezTo>
                  <a:cubicBezTo>
                    <a:pt x="504841" y="867577"/>
                    <a:pt x="616664" y="1008356"/>
                    <a:pt x="735251" y="1157327"/>
                  </a:cubicBezTo>
                  <a:cubicBezTo>
                    <a:pt x="870410" y="1327158"/>
                    <a:pt x="1023572" y="1519277"/>
                    <a:pt x="1135301" y="1735399"/>
                  </a:cubicBezTo>
                  <a:cubicBezTo>
                    <a:pt x="1280557" y="2015720"/>
                    <a:pt x="1248839" y="2312043"/>
                    <a:pt x="1225693" y="2528451"/>
                  </a:cubicBezTo>
                  <a:cubicBezTo>
                    <a:pt x="1219978" y="2581220"/>
                    <a:pt x="1212453" y="2651991"/>
                    <a:pt x="1211405" y="2700473"/>
                  </a:cubicBezTo>
                  <a:close/>
                  <a:moveTo>
                    <a:pt x="1606407" y="2041343"/>
                  </a:moveTo>
                  <a:lnTo>
                    <a:pt x="1605550" y="2033627"/>
                  </a:lnTo>
                  <a:cubicBezTo>
                    <a:pt x="1587563" y="1870237"/>
                    <a:pt x="1540023" y="1711477"/>
                    <a:pt x="1465247" y="1565092"/>
                  </a:cubicBezTo>
                  <a:cubicBezTo>
                    <a:pt x="1393047" y="1425837"/>
                    <a:pt x="1300750" y="1283533"/>
                    <a:pt x="1174925" y="1117418"/>
                  </a:cubicBezTo>
                  <a:lnTo>
                    <a:pt x="1168924" y="1109512"/>
                  </a:lnTo>
                  <a:lnTo>
                    <a:pt x="1178449" y="1109512"/>
                  </a:lnTo>
                  <a:cubicBezTo>
                    <a:pt x="1303644" y="1114548"/>
                    <a:pt x="1429034" y="1107499"/>
                    <a:pt x="1552877" y="1088462"/>
                  </a:cubicBezTo>
                  <a:cubicBezTo>
                    <a:pt x="1823006" y="1045313"/>
                    <a:pt x="2049605" y="961017"/>
                    <a:pt x="2231533" y="893389"/>
                  </a:cubicBezTo>
                  <a:cubicBezTo>
                    <a:pt x="2296112" y="869387"/>
                    <a:pt x="2384504" y="836239"/>
                    <a:pt x="2443178" y="819856"/>
                  </a:cubicBezTo>
                  <a:lnTo>
                    <a:pt x="2445274" y="819285"/>
                  </a:lnTo>
                  <a:lnTo>
                    <a:pt x="2447083" y="820428"/>
                  </a:lnTo>
                  <a:cubicBezTo>
                    <a:pt x="2611390" y="928156"/>
                    <a:pt x="2917238" y="1128657"/>
                    <a:pt x="2992771" y="1254197"/>
                  </a:cubicBezTo>
                  <a:lnTo>
                    <a:pt x="2994199" y="1256482"/>
                  </a:lnTo>
                  <a:lnTo>
                    <a:pt x="2992961" y="1258864"/>
                  </a:lnTo>
                  <a:cubicBezTo>
                    <a:pt x="2972864" y="1297440"/>
                    <a:pt x="2946670" y="1344589"/>
                    <a:pt x="2927620" y="1378403"/>
                  </a:cubicBezTo>
                  <a:cubicBezTo>
                    <a:pt x="2866565" y="1487559"/>
                    <a:pt x="2797794" y="1610527"/>
                    <a:pt x="2733691" y="1756164"/>
                  </a:cubicBezTo>
                  <a:lnTo>
                    <a:pt x="2732167" y="1759593"/>
                  </a:lnTo>
                  <a:lnTo>
                    <a:pt x="2728547" y="1758926"/>
                  </a:lnTo>
                  <a:cubicBezTo>
                    <a:pt x="2637104" y="1742926"/>
                    <a:pt x="2544486" y="1734579"/>
                    <a:pt x="2451656" y="1733971"/>
                  </a:cubicBezTo>
                  <a:cubicBezTo>
                    <a:pt x="2278396" y="1733971"/>
                    <a:pt x="2123996" y="1765594"/>
                    <a:pt x="1979787" y="1830745"/>
                  </a:cubicBezTo>
                  <a:cubicBezTo>
                    <a:pt x="1851961" y="1889481"/>
                    <a:pt x="1729155" y="1958577"/>
                    <a:pt x="1612598" y="2037342"/>
                  </a:cubicBezTo>
                  <a:close/>
                  <a:moveTo>
                    <a:pt x="1188450" y="1119418"/>
                  </a:moveTo>
                  <a:cubicBezTo>
                    <a:pt x="1311608" y="1282772"/>
                    <a:pt x="1402381" y="1423170"/>
                    <a:pt x="1474200" y="1560711"/>
                  </a:cubicBezTo>
                  <a:cubicBezTo>
                    <a:pt x="1547955" y="1705875"/>
                    <a:pt x="1595117" y="1863074"/>
                    <a:pt x="1613456" y="2024864"/>
                  </a:cubicBezTo>
                  <a:cubicBezTo>
                    <a:pt x="1728461" y="1947653"/>
                    <a:pt x="1849503" y="1879838"/>
                    <a:pt x="1975406" y="1822077"/>
                  </a:cubicBezTo>
                  <a:cubicBezTo>
                    <a:pt x="2121043" y="1756355"/>
                    <a:pt x="2276586" y="1724446"/>
                    <a:pt x="2451656" y="1724446"/>
                  </a:cubicBezTo>
                  <a:cubicBezTo>
                    <a:pt x="2543836" y="1725002"/>
                    <a:pt x="2635813" y="1733190"/>
                    <a:pt x="2726642" y="1748925"/>
                  </a:cubicBezTo>
                  <a:cubicBezTo>
                    <a:pt x="2790460" y="1604336"/>
                    <a:pt x="2858754" y="1482225"/>
                    <a:pt x="2919142" y="1374497"/>
                  </a:cubicBezTo>
                  <a:cubicBezTo>
                    <a:pt x="2938192" y="1340398"/>
                    <a:pt x="2963624" y="1294868"/>
                    <a:pt x="2983436" y="1256864"/>
                  </a:cubicBezTo>
                  <a:cubicBezTo>
                    <a:pt x="2907236" y="1133515"/>
                    <a:pt x="2607008" y="936538"/>
                    <a:pt x="2443940" y="829572"/>
                  </a:cubicBezTo>
                  <a:cubicBezTo>
                    <a:pt x="2385647" y="846336"/>
                    <a:pt x="2298779" y="878626"/>
                    <a:pt x="2235057" y="902343"/>
                  </a:cubicBezTo>
                  <a:cubicBezTo>
                    <a:pt x="2052748" y="970161"/>
                    <a:pt x="1825482" y="1054743"/>
                    <a:pt x="1554686" y="1097987"/>
                  </a:cubicBezTo>
                  <a:cubicBezTo>
                    <a:pt x="1455714" y="1113393"/>
                    <a:pt x="1355669" y="1120878"/>
                    <a:pt x="1255506" y="1120370"/>
                  </a:cubicBezTo>
                  <a:cubicBezTo>
                    <a:pt x="1233503" y="1120370"/>
                    <a:pt x="1211024" y="1120085"/>
                    <a:pt x="1188164" y="1119418"/>
                  </a:cubicBezTo>
                  <a:close/>
                  <a:moveTo>
                    <a:pt x="1241981" y="2907261"/>
                  </a:moveTo>
                  <a:lnTo>
                    <a:pt x="1241981" y="2907261"/>
                  </a:lnTo>
                  <a:cubicBezTo>
                    <a:pt x="1181306" y="2907261"/>
                    <a:pt x="1120632" y="2886019"/>
                    <a:pt x="1051481" y="2840586"/>
                  </a:cubicBezTo>
                  <a:cubicBezTo>
                    <a:pt x="999284" y="2806486"/>
                    <a:pt x="1007570" y="2692186"/>
                    <a:pt x="1027287" y="2507972"/>
                  </a:cubicBezTo>
                  <a:cubicBezTo>
                    <a:pt x="1048909" y="2306138"/>
                    <a:pt x="1075769" y="2055058"/>
                    <a:pt x="958135" y="1828268"/>
                  </a:cubicBezTo>
                  <a:cubicBezTo>
                    <a:pt x="855170" y="1629672"/>
                    <a:pt x="714867" y="1453364"/>
                    <a:pt x="579040" y="1282772"/>
                  </a:cubicBezTo>
                  <a:cubicBezTo>
                    <a:pt x="451405" y="1122942"/>
                    <a:pt x="331486" y="972447"/>
                    <a:pt x="273669" y="840526"/>
                  </a:cubicBezTo>
                  <a:cubicBezTo>
                    <a:pt x="231664" y="744704"/>
                    <a:pt x="216519" y="660598"/>
                    <a:pt x="281956" y="561348"/>
                  </a:cubicBezTo>
                  <a:cubicBezTo>
                    <a:pt x="297291" y="538012"/>
                    <a:pt x="333105" y="483338"/>
                    <a:pt x="530368" y="483338"/>
                  </a:cubicBezTo>
                  <a:cubicBezTo>
                    <a:pt x="628189" y="483338"/>
                    <a:pt x="739918" y="495911"/>
                    <a:pt x="857551" y="509341"/>
                  </a:cubicBezTo>
                  <a:cubicBezTo>
                    <a:pt x="987949" y="524105"/>
                    <a:pt x="1122537" y="539345"/>
                    <a:pt x="1255315" y="539345"/>
                  </a:cubicBezTo>
                  <a:cubicBezTo>
                    <a:pt x="1324728" y="539830"/>
                    <a:pt x="1394069" y="534766"/>
                    <a:pt x="1462675" y="524201"/>
                  </a:cubicBezTo>
                  <a:cubicBezTo>
                    <a:pt x="1676987" y="489911"/>
                    <a:pt x="1857581" y="422759"/>
                    <a:pt x="2032270" y="357799"/>
                  </a:cubicBezTo>
                  <a:cubicBezTo>
                    <a:pt x="2197529" y="296363"/>
                    <a:pt x="2353548" y="238260"/>
                    <a:pt x="2483183" y="238260"/>
                  </a:cubicBezTo>
                  <a:cubicBezTo>
                    <a:pt x="2563765" y="238260"/>
                    <a:pt x="2635583" y="260644"/>
                    <a:pt x="2708831" y="308745"/>
                  </a:cubicBezTo>
                  <a:lnTo>
                    <a:pt x="2729786" y="322366"/>
                  </a:lnTo>
                  <a:cubicBezTo>
                    <a:pt x="3168888" y="609830"/>
                    <a:pt x="3547983" y="858052"/>
                    <a:pt x="3580082" y="1255816"/>
                  </a:cubicBezTo>
                  <a:cubicBezTo>
                    <a:pt x="3589036" y="1366687"/>
                    <a:pt x="3520646" y="1488988"/>
                    <a:pt x="3426063" y="1658152"/>
                  </a:cubicBezTo>
                  <a:cubicBezTo>
                    <a:pt x="3316907" y="1853129"/>
                    <a:pt x="3181175" y="2095826"/>
                    <a:pt x="3121930" y="2423962"/>
                  </a:cubicBezTo>
                  <a:lnTo>
                    <a:pt x="3121073" y="2428439"/>
                  </a:lnTo>
                  <a:lnTo>
                    <a:pt x="3116596" y="2427867"/>
                  </a:lnTo>
                  <a:cubicBezTo>
                    <a:pt x="3053350" y="2420152"/>
                    <a:pt x="2968006" y="2399292"/>
                    <a:pt x="2885329" y="2378337"/>
                  </a:cubicBezTo>
                  <a:cubicBezTo>
                    <a:pt x="2741501" y="2342523"/>
                    <a:pt x="2592721" y="2305566"/>
                    <a:pt x="2451465" y="2305566"/>
                  </a:cubicBezTo>
                  <a:cubicBezTo>
                    <a:pt x="2360978" y="2305566"/>
                    <a:pt x="2283444" y="2320711"/>
                    <a:pt x="2214674" y="2351762"/>
                  </a:cubicBezTo>
                  <a:cubicBezTo>
                    <a:pt x="2029127" y="2435487"/>
                    <a:pt x="1874536" y="2548168"/>
                    <a:pt x="1725089" y="2657134"/>
                  </a:cubicBezTo>
                  <a:cubicBezTo>
                    <a:pt x="1548400" y="2785721"/>
                    <a:pt x="1381712" y="2907261"/>
                    <a:pt x="1241981" y="2907261"/>
                  </a:cubicBezTo>
                  <a:close/>
                  <a:moveTo>
                    <a:pt x="530368" y="492863"/>
                  </a:moveTo>
                  <a:cubicBezTo>
                    <a:pt x="338248" y="492863"/>
                    <a:pt x="304339" y="544489"/>
                    <a:pt x="289957" y="566587"/>
                  </a:cubicBezTo>
                  <a:cubicBezTo>
                    <a:pt x="227282" y="661837"/>
                    <a:pt x="241570" y="743752"/>
                    <a:pt x="282337" y="836621"/>
                  </a:cubicBezTo>
                  <a:cubicBezTo>
                    <a:pt x="339487" y="967494"/>
                    <a:pt x="459311" y="1117608"/>
                    <a:pt x="585899" y="1276676"/>
                  </a:cubicBezTo>
                  <a:cubicBezTo>
                    <a:pt x="722011" y="1447649"/>
                    <a:pt x="862695" y="1624433"/>
                    <a:pt x="966041" y="1823791"/>
                  </a:cubicBezTo>
                  <a:cubicBezTo>
                    <a:pt x="1085009" y="2053154"/>
                    <a:pt x="1057957" y="2305757"/>
                    <a:pt x="1036145" y="2508830"/>
                  </a:cubicBezTo>
                  <a:cubicBezTo>
                    <a:pt x="1017095" y="2689805"/>
                    <a:pt x="1008523" y="2801437"/>
                    <a:pt x="1056052" y="2832680"/>
                  </a:cubicBezTo>
                  <a:cubicBezTo>
                    <a:pt x="1123966" y="2877066"/>
                    <a:pt x="1182926" y="2897831"/>
                    <a:pt x="1241695" y="2897831"/>
                  </a:cubicBezTo>
                  <a:lnTo>
                    <a:pt x="1241695" y="2897831"/>
                  </a:lnTo>
                  <a:cubicBezTo>
                    <a:pt x="1378569" y="2897831"/>
                    <a:pt x="1544114" y="2777149"/>
                    <a:pt x="1719373" y="2649419"/>
                  </a:cubicBezTo>
                  <a:cubicBezTo>
                    <a:pt x="1869297" y="2540167"/>
                    <a:pt x="2024173" y="2427200"/>
                    <a:pt x="2210768" y="2343095"/>
                  </a:cubicBezTo>
                  <a:cubicBezTo>
                    <a:pt x="2280777" y="2311376"/>
                    <a:pt x="2359549" y="2296041"/>
                    <a:pt x="2451465" y="2296041"/>
                  </a:cubicBezTo>
                  <a:cubicBezTo>
                    <a:pt x="2593864" y="2296041"/>
                    <a:pt x="2743216" y="2333189"/>
                    <a:pt x="2887615" y="2369098"/>
                  </a:cubicBezTo>
                  <a:cubicBezTo>
                    <a:pt x="2968101" y="2389100"/>
                    <a:pt x="3051159" y="2409770"/>
                    <a:pt x="3113357" y="2417866"/>
                  </a:cubicBezTo>
                  <a:cubicBezTo>
                    <a:pt x="3173270" y="2090396"/>
                    <a:pt x="3308715" y="1848271"/>
                    <a:pt x="3417681" y="1653580"/>
                  </a:cubicBezTo>
                  <a:cubicBezTo>
                    <a:pt x="3511502" y="1485749"/>
                    <a:pt x="3579606" y="1364591"/>
                    <a:pt x="3570653" y="1256578"/>
                  </a:cubicBezTo>
                  <a:cubicBezTo>
                    <a:pt x="3538934" y="863576"/>
                    <a:pt x="3161078" y="616498"/>
                    <a:pt x="2724642" y="330462"/>
                  </a:cubicBezTo>
                  <a:lnTo>
                    <a:pt x="2703687" y="316746"/>
                  </a:lnTo>
                  <a:cubicBezTo>
                    <a:pt x="2631869" y="269788"/>
                    <a:pt x="2561860" y="247880"/>
                    <a:pt x="2483183" y="247880"/>
                  </a:cubicBezTo>
                  <a:cubicBezTo>
                    <a:pt x="2355263" y="247880"/>
                    <a:pt x="2200005" y="305697"/>
                    <a:pt x="2035508" y="366847"/>
                  </a:cubicBezTo>
                  <a:cubicBezTo>
                    <a:pt x="1860439" y="431903"/>
                    <a:pt x="1679368" y="499245"/>
                    <a:pt x="1464008" y="533726"/>
                  </a:cubicBezTo>
                  <a:cubicBezTo>
                    <a:pt x="1394931" y="544373"/>
                    <a:pt x="1325111" y="549469"/>
                    <a:pt x="1255220" y="548966"/>
                  </a:cubicBezTo>
                  <a:cubicBezTo>
                    <a:pt x="1121870" y="548965"/>
                    <a:pt x="986996" y="533726"/>
                    <a:pt x="856599" y="518866"/>
                  </a:cubicBezTo>
                  <a:cubicBezTo>
                    <a:pt x="738775" y="505436"/>
                    <a:pt x="627618" y="492863"/>
                    <a:pt x="530368" y="492863"/>
                  </a:cubicBezTo>
                  <a:close/>
                  <a:moveTo>
                    <a:pt x="1419146" y="2407960"/>
                  </a:moveTo>
                  <a:lnTo>
                    <a:pt x="1419907" y="2397768"/>
                  </a:lnTo>
                  <a:cubicBezTo>
                    <a:pt x="1434290" y="2208316"/>
                    <a:pt x="1436957" y="1924947"/>
                    <a:pt x="1296082" y="1652723"/>
                  </a:cubicBezTo>
                  <a:cubicBezTo>
                    <a:pt x="1176068" y="1421360"/>
                    <a:pt x="1017095" y="1221621"/>
                    <a:pt x="876982" y="1045408"/>
                  </a:cubicBezTo>
                  <a:cubicBezTo>
                    <a:pt x="835358" y="993212"/>
                    <a:pt x="792686" y="939586"/>
                    <a:pt x="754491" y="889198"/>
                  </a:cubicBezTo>
                  <a:lnTo>
                    <a:pt x="747728" y="880340"/>
                  </a:lnTo>
                  <a:lnTo>
                    <a:pt x="758777" y="881579"/>
                  </a:lnTo>
                  <a:lnTo>
                    <a:pt x="813451" y="887674"/>
                  </a:lnTo>
                  <a:lnTo>
                    <a:pt x="814975" y="887674"/>
                  </a:lnTo>
                  <a:cubicBezTo>
                    <a:pt x="949277" y="902914"/>
                    <a:pt x="1101392" y="920155"/>
                    <a:pt x="1255697" y="920155"/>
                  </a:cubicBezTo>
                  <a:cubicBezTo>
                    <a:pt x="1345271" y="920680"/>
                    <a:pt x="1434743" y="914023"/>
                    <a:pt x="1523254" y="900247"/>
                  </a:cubicBezTo>
                  <a:cubicBezTo>
                    <a:pt x="1774904" y="859957"/>
                    <a:pt x="1982359" y="782804"/>
                    <a:pt x="2165524" y="714701"/>
                  </a:cubicBezTo>
                  <a:cubicBezTo>
                    <a:pt x="2273919" y="674314"/>
                    <a:pt x="2422699" y="619451"/>
                    <a:pt x="2483564" y="619451"/>
                  </a:cubicBezTo>
                  <a:lnTo>
                    <a:pt x="2486898" y="619927"/>
                  </a:lnTo>
                  <a:cubicBezTo>
                    <a:pt x="2491653" y="622101"/>
                    <a:pt x="2496210" y="624682"/>
                    <a:pt x="2500519" y="627642"/>
                  </a:cubicBezTo>
                  <a:lnTo>
                    <a:pt x="2521569" y="641358"/>
                  </a:lnTo>
                  <a:cubicBezTo>
                    <a:pt x="2867136" y="867672"/>
                    <a:pt x="3165459" y="1062935"/>
                    <a:pt x="3198416" y="1267817"/>
                  </a:cubicBezTo>
                  <a:lnTo>
                    <a:pt x="3198416" y="1268960"/>
                  </a:lnTo>
                  <a:lnTo>
                    <a:pt x="3198416" y="1270103"/>
                  </a:lnTo>
                  <a:cubicBezTo>
                    <a:pt x="3183747" y="1311918"/>
                    <a:pt x="3134027" y="1400786"/>
                    <a:pt x="3094117" y="1472129"/>
                  </a:cubicBezTo>
                  <a:cubicBezTo>
                    <a:pt x="3019822" y="1604907"/>
                    <a:pt x="2927429" y="1770166"/>
                    <a:pt x="2852182" y="1974001"/>
                  </a:cubicBezTo>
                  <a:lnTo>
                    <a:pt x="2850753" y="1977906"/>
                  </a:lnTo>
                  <a:lnTo>
                    <a:pt x="2846657" y="1976954"/>
                  </a:lnTo>
                  <a:cubicBezTo>
                    <a:pt x="2740358" y="1952570"/>
                    <a:pt x="2599007" y="1924661"/>
                    <a:pt x="2452037" y="1924661"/>
                  </a:cubicBezTo>
                  <a:cubicBezTo>
                    <a:pt x="2306304" y="1924661"/>
                    <a:pt x="2177621" y="1950760"/>
                    <a:pt x="2058464" y="2004576"/>
                  </a:cubicBezTo>
                  <a:cubicBezTo>
                    <a:pt x="1837198" y="2104493"/>
                    <a:pt x="1658414" y="2234510"/>
                    <a:pt x="1501346" y="2349191"/>
                  </a:cubicBezTo>
                  <a:cubicBezTo>
                    <a:pt x="1479629" y="2365002"/>
                    <a:pt x="1454483" y="2383385"/>
                    <a:pt x="1428004" y="2402245"/>
                  </a:cubicBezTo>
                  <a:close/>
                  <a:moveTo>
                    <a:pt x="768397" y="892247"/>
                  </a:moveTo>
                  <a:cubicBezTo>
                    <a:pt x="804783" y="939872"/>
                    <a:pt x="844597" y="990354"/>
                    <a:pt x="883745" y="1039122"/>
                  </a:cubicBezTo>
                  <a:cubicBezTo>
                    <a:pt x="1024525" y="1216001"/>
                    <a:pt x="1183878" y="1416122"/>
                    <a:pt x="1304274" y="1648722"/>
                  </a:cubicBezTo>
                  <a:cubicBezTo>
                    <a:pt x="1444006" y="1918280"/>
                    <a:pt x="1443910" y="2198220"/>
                    <a:pt x="1430194" y="2388720"/>
                  </a:cubicBezTo>
                  <a:cubicBezTo>
                    <a:pt x="1453531" y="2372051"/>
                    <a:pt x="1475724" y="2355858"/>
                    <a:pt x="1494964" y="2341856"/>
                  </a:cubicBezTo>
                  <a:cubicBezTo>
                    <a:pt x="1652889" y="2226699"/>
                    <a:pt x="1831769" y="2096397"/>
                    <a:pt x="2053987" y="1996099"/>
                  </a:cubicBezTo>
                  <a:cubicBezTo>
                    <a:pt x="2174383" y="1941711"/>
                    <a:pt x="2304399" y="1915327"/>
                    <a:pt x="2451465" y="1915327"/>
                  </a:cubicBezTo>
                  <a:cubicBezTo>
                    <a:pt x="2598531" y="1915327"/>
                    <a:pt x="2737406" y="1942092"/>
                    <a:pt x="2844181" y="1966571"/>
                  </a:cubicBezTo>
                  <a:cubicBezTo>
                    <a:pt x="2919333" y="1763879"/>
                    <a:pt x="3011249" y="1599573"/>
                    <a:pt x="3085258" y="1467366"/>
                  </a:cubicBezTo>
                  <a:cubicBezTo>
                    <a:pt x="3124597" y="1396881"/>
                    <a:pt x="3173555" y="1309441"/>
                    <a:pt x="3188509" y="1267913"/>
                  </a:cubicBezTo>
                  <a:cubicBezTo>
                    <a:pt x="3155172" y="1067888"/>
                    <a:pt x="2858945" y="873768"/>
                    <a:pt x="2516045" y="648788"/>
                  </a:cubicBezTo>
                  <a:lnTo>
                    <a:pt x="2494899" y="634976"/>
                  </a:lnTo>
                  <a:cubicBezTo>
                    <a:pt x="2491267" y="632514"/>
                    <a:pt x="2487481" y="630287"/>
                    <a:pt x="2483564" y="628309"/>
                  </a:cubicBezTo>
                  <a:lnTo>
                    <a:pt x="2483564" y="628309"/>
                  </a:lnTo>
                  <a:cubicBezTo>
                    <a:pt x="2424224" y="628309"/>
                    <a:pt x="2276586" y="683268"/>
                    <a:pt x="2168763" y="723559"/>
                  </a:cubicBezTo>
                  <a:cubicBezTo>
                    <a:pt x="1985312" y="791758"/>
                    <a:pt x="1777285" y="869196"/>
                    <a:pt x="1524778" y="909582"/>
                  </a:cubicBezTo>
                  <a:cubicBezTo>
                    <a:pt x="1435758" y="923388"/>
                    <a:pt x="1345779" y="930076"/>
                    <a:pt x="1255697" y="929585"/>
                  </a:cubicBezTo>
                  <a:cubicBezTo>
                    <a:pt x="1100820" y="929585"/>
                    <a:pt x="948420" y="912344"/>
                    <a:pt x="814022" y="897104"/>
                  </a:cubicBezTo>
                  <a:lnTo>
                    <a:pt x="812308" y="897104"/>
                  </a:lnTo>
                  <a:close/>
                  <a:moveTo>
                    <a:pt x="1739090" y="1737781"/>
                  </a:moveTo>
                  <a:lnTo>
                    <a:pt x="1737281" y="1732542"/>
                  </a:lnTo>
                  <a:cubicBezTo>
                    <a:pt x="1710775" y="1644601"/>
                    <a:pt x="1676178" y="1559306"/>
                    <a:pt x="1633934" y="1477748"/>
                  </a:cubicBezTo>
                  <a:cubicBezTo>
                    <a:pt x="1602502" y="1416979"/>
                    <a:pt x="1566688" y="1354495"/>
                    <a:pt x="1527540" y="1291820"/>
                  </a:cubicBezTo>
                  <a:lnTo>
                    <a:pt x="1523635" y="1285534"/>
                  </a:lnTo>
                  <a:lnTo>
                    <a:pt x="1530969" y="1284581"/>
                  </a:lnTo>
                  <a:cubicBezTo>
                    <a:pt x="1548400" y="1282295"/>
                    <a:pt x="1565926" y="1279819"/>
                    <a:pt x="1582976" y="1277057"/>
                  </a:cubicBezTo>
                  <a:cubicBezTo>
                    <a:pt x="1871869" y="1230860"/>
                    <a:pt x="2107994" y="1142945"/>
                    <a:pt x="2297350" y="1072364"/>
                  </a:cubicBezTo>
                  <a:cubicBezTo>
                    <a:pt x="2324783" y="1062173"/>
                    <a:pt x="2370598" y="1045123"/>
                    <a:pt x="2414413" y="1029788"/>
                  </a:cubicBezTo>
                  <a:lnTo>
                    <a:pt x="2416604" y="1029026"/>
                  </a:lnTo>
                  <a:lnTo>
                    <a:pt x="2418604" y="1030359"/>
                  </a:lnTo>
                  <a:cubicBezTo>
                    <a:pt x="2505091" y="1087509"/>
                    <a:pt x="2604151" y="1154184"/>
                    <a:pt x="2683399" y="1215906"/>
                  </a:cubicBezTo>
                  <a:cubicBezTo>
                    <a:pt x="2712545" y="1238480"/>
                    <a:pt x="2738263" y="1259912"/>
                    <a:pt x="2760075" y="1279628"/>
                  </a:cubicBezTo>
                  <a:lnTo>
                    <a:pt x="2762837" y="1282105"/>
                  </a:lnTo>
                  <a:lnTo>
                    <a:pt x="2760551" y="1286296"/>
                  </a:lnTo>
                  <a:cubicBezTo>
                    <a:pt x="2720165" y="1358495"/>
                    <a:pt x="2670159" y="1448221"/>
                    <a:pt x="2620248" y="1549376"/>
                  </a:cubicBezTo>
                  <a:lnTo>
                    <a:pt x="2618819" y="1552329"/>
                  </a:lnTo>
                  <a:lnTo>
                    <a:pt x="2615486" y="1552329"/>
                  </a:lnTo>
                  <a:cubicBezTo>
                    <a:pt x="2559383" y="1546900"/>
                    <a:pt x="2504043" y="1544138"/>
                    <a:pt x="2450989" y="1544138"/>
                  </a:cubicBezTo>
                  <a:cubicBezTo>
                    <a:pt x="2250107" y="1544138"/>
                    <a:pt x="2069989" y="1581285"/>
                    <a:pt x="1900634" y="1657866"/>
                  </a:cubicBezTo>
                  <a:cubicBezTo>
                    <a:pt x="1848723" y="1681298"/>
                    <a:pt x="1795859" y="1707396"/>
                    <a:pt x="1743757" y="1735590"/>
                  </a:cubicBezTo>
                  <a:close/>
                  <a:moveTo>
                    <a:pt x="1539637" y="1292678"/>
                  </a:moveTo>
                  <a:cubicBezTo>
                    <a:pt x="1577737" y="1353447"/>
                    <a:pt x="1611931" y="1414026"/>
                    <a:pt x="1642507" y="1472986"/>
                  </a:cubicBezTo>
                  <a:cubicBezTo>
                    <a:pt x="1684082" y="1553336"/>
                    <a:pt x="1718320" y="1637274"/>
                    <a:pt x="1744805" y="1723779"/>
                  </a:cubicBezTo>
                  <a:cubicBezTo>
                    <a:pt x="1795573" y="1696538"/>
                    <a:pt x="1846723" y="1671201"/>
                    <a:pt x="1897205" y="1648436"/>
                  </a:cubicBezTo>
                  <a:cubicBezTo>
                    <a:pt x="2067893" y="1571379"/>
                    <a:pt x="2249154" y="1534136"/>
                    <a:pt x="2451465" y="1534136"/>
                  </a:cubicBezTo>
                  <a:cubicBezTo>
                    <a:pt x="2503757" y="1534136"/>
                    <a:pt x="2558240" y="1536803"/>
                    <a:pt x="2613390" y="1542042"/>
                  </a:cubicBezTo>
                  <a:cubicBezTo>
                    <a:pt x="2662444" y="1442601"/>
                    <a:pt x="2711498" y="1354876"/>
                    <a:pt x="2751122" y="1284010"/>
                  </a:cubicBezTo>
                  <a:cubicBezTo>
                    <a:pt x="2730166" y="1264960"/>
                    <a:pt x="2705497" y="1244672"/>
                    <a:pt x="2677874" y="1223240"/>
                  </a:cubicBezTo>
                  <a:cubicBezTo>
                    <a:pt x="2599483" y="1162280"/>
                    <a:pt x="2501471" y="1096177"/>
                    <a:pt x="2415651" y="1039408"/>
                  </a:cubicBezTo>
                  <a:cubicBezTo>
                    <a:pt x="2372503" y="1054553"/>
                    <a:pt x="2327926" y="1071126"/>
                    <a:pt x="2301351" y="1081127"/>
                  </a:cubicBezTo>
                  <a:cubicBezTo>
                    <a:pt x="2110851" y="1151898"/>
                    <a:pt x="1874440" y="1239909"/>
                    <a:pt x="1584690" y="1286296"/>
                  </a:cubicBezTo>
                  <a:cubicBezTo>
                    <a:pt x="1569831" y="1288391"/>
                    <a:pt x="1554686" y="1290677"/>
                    <a:pt x="1539637" y="1292678"/>
                  </a:cubicBezTo>
                  <a:close/>
                  <a:moveTo>
                    <a:pt x="1241981" y="3002511"/>
                  </a:moveTo>
                  <a:lnTo>
                    <a:pt x="1241981" y="3002511"/>
                  </a:lnTo>
                  <a:cubicBezTo>
                    <a:pt x="1163018" y="3002511"/>
                    <a:pt x="1083485" y="2975555"/>
                    <a:pt x="998998" y="2920214"/>
                  </a:cubicBezTo>
                  <a:cubicBezTo>
                    <a:pt x="899461" y="2855063"/>
                    <a:pt x="908796" y="2717237"/>
                    <a:pt x="932323" y="2497685"/>
                  </a:cubicBezTo>
                  <a:cubicBezTo>
                    <a:pt x="952611" y="2308614"/>
                    <a:pt x="977852" y="2073347"/>
                    <a:pt x="873458" y="1871988"/>
                  </a:cubicBezTo>
                  <a:cubicBezTo>
                    <a:pt x="774684" y="1681488"/>
                    <a:pt x="637238" y="1508990"/>
                    <a:pt x="504269" y="1341922"/>
                  </a:cubicBezTo>
                  <a:cubicBezTo>
                    <a:pt x="216138" y="979972"/>
                    <a:pt x="47069" y="746133"/>
                    <a:pt x="202612" y="509246"/>
                  </a:cubicBezTo>
                  <a:cubicBezTo>
                    <a:pt x="272526" y="402471"/>
                    <a:pt x="407781" y="388088"/>
                    <a:pt x="530749" y="388088"/>
                  </a:cubicBezTo>
                  <a:cubicBezTo>
                    <a:pt x="634000" y="388088"/>
                    <a:pt x="748109" y="401042"/>
                    <a:pt x="868791" y="414663"/>
                  </a:cubicBezTo>
                  <a:cubicBezTo>
                    <a:pt x="996426" y="429141"/>
                    <a:pt x="1128347" y="444095"/>
                    <a:pt x="1255697" y="444095"/>
                  </a:cubicBezTo>
                  <a:cubicBezTo>
                    <a:pt x="1320067" y="444559"/>
                    <a:pt x="1384372" y="439909"/>
                    <a:pt x="1448006" y="430189"/>
                  </a:cubicBezTo>
                  <a:cubicBezTo>
                    <a:pt x="1652984" y="397423"/>
                    <a:pt x="1829006" y="331891"/>
                    <a:pt x="1999408" y="268264"/>
                  </a:cubicBezTo>
                  <a:cubicBezTo>
                    <a:pt x="2172954" y="203684"/>
                    <a:pt x="2336784" y="142724"/>
                    <a:pt x="2483564" y="142724"/>
                  </a:cubicBezTo>
                  <a:cubicBezTo>
                    <a:pt x="2582676" y="142818"/>
                    <a:pt x="2679474" y="172683"/>
                    <a:pt x="2761409" y="228449"/>
                  </a:cubicBezTo>
                  <a:lnTo>
                    <a:pt x="2782364" y="242165"/>
                  </a:lnTo>
                  <a:cubicBezTo>
                    <a:pt x="3011630" y="392279"/>
                    <a:pt x="3228229" y="534011"/>
                    <a:pt x="3392725" y="697365"/>
                  </a:cubicBezTo>
                  <a:cubicBezTo>
                    <a:pt x="3569509" y="872815"/>
                    <a:pt x="3659425" y="1047599"/>
                    <a:pt x="3675428" y="1247529"/>
                  </a:cubicBezTo>
                  <a:cubicBezTo>
                    <a:pt x="3686762" y="1387261"/>
                    <a:pt x="3612372" y="1520135"/>
                    <a:pt x="3509502" y="1703967"/>
                  </a:cubicBezTo>
                  <a:cubicBezTo>
                    <a:pt x="3389297" y="1918851"/>
                    <a:pt x="3253089" y="2162405"/>
                    <a:pt x="3204702" y="2511878"/>
                  </a:cubicBezTo>
                  <a:cubicBezTo>
                    <a:pt x="3204702" y="2514545"/>
                    <a:pt x="3203940" y="2516545"/>
                    <a:pt x="3203654" y="2518259"/>
                  </a:cubicBezTo>
                  <a:lnTo>
                    <a:pt x="3202988" y="2521212"/>
                  </a:lnTo>
                  <a:lnTo>
                    <a:pt x="3200130" y="2521879"/>
                  </a:lnTo>
                  <a:cubicBezTo>
                    <a:pt x="3187317" y="2524734"/>
                    <a:pt x="3174199" y="2525982"/>
                    <a:pt x="3161077" y="2525594"/>
                  </a:cubicBezTo>
                  <a:cubicBezTo>
                    <a:pt x="3085925" y="2525594"/>
                    <a:pt x="2977626" y="2498638"/>
                    <a:pt x="2862945" y="2470158"/>
                  </a:cubicBezTo>
                  <a:cubicBezTo>
                    <a:pt x="2724547" y="2435678"/>
                    <a:pt x="2581577" y="2400149"/>
                    <a:pt x="2451941" y="2400149"/>
                  </a:cubicBezTo>
                  <a:cubicBezTo>
                    <a:pt x="2375265" y="2400149"/>
                    <a:pt x="2310590" y="2412532"/>
                    <a:pt x="2254298" y="2438249"/>
                  </a:cubicBezTo>
                  <a:cubicBezTo>
                    <a:pt x="2077799" y="2517974"/>
                    <a:pt x="1927304" y="2627702"/>
                    <a:pt x="1781667" y="2733525"/>
                  </a:cubicBezTo>
                  <a:cubicBezTo>
                    <a:pt x="1591643" y="2872113"/>
                    <a:pt x="1412668" y="3002511"/>
                    <a:pt x="1241981" y="3002511"/>
                  </a:cubicBezTo>
                  <a:close/>
                  <a:moveTo>
                    <a:pt x="530368" y="397613"/>
                  </a:moveTo>
                  <a:cubicBezTo>
                    <a:pt x="409876" y="397613"/>
                    <a:pt x="277669" y="411520"/>
                    <a:pt x="210232" y="514390"/>
                  </a:cubicBezTo>
                  <a:cubicBezTo>
                    <a:pt x="58690" y="745943"/>
                    <a:pt x="225949" y="977400"/>
                    <a:pt x="511318" y="1336016"/>
                  </a:cubicBezTo>
                  <a:cubicBezTo>
                    <a:pt x="644668" y="1503371"/>
                    <a:pt x="782399" y="1676440"/>
                    <a:pt x="881459" y="1867607"/>
                  </a:cubicBezTo>
                  <a:cubicBezTo>
                    <a:pt x="987187" y="2071537"/>
                    <a:pt x="961850" y="2308424"/>
                    <a:pt x="941467" y="2498733"/>
                  </a:cubicBezTo>
                  <a:cubicBezTo>
                    <a:pt x="918130" y="2714569"/>
                    <a:pt x="908605" y="2850111"/>
                    <a:pt x="1003855" y="2912213"/>
                  </a:cubicBezTo>
                  <a:cubicBezTo>
                    <a:pt x="1086818" y="2966601"/>
                    <a:pt x="1164638" y="2992986"/>
                    <a:pt x="1241981" y="2992986"/>
                  </a:cubicBezTo>
                  <a:lnTo>
                    <a:pt x="1241981" y="2992986"/>
                  </a:lnTo>
                  <a:cubicBezTo>
                    <a:pt x="1409906" y="2992986"/>
                    <a:pt x="1587643" y="2863445"/>
                    <a:pt x="1775381" y="2726286"/>
                  </a:cubicBezTo>
                  <a:cubicBezTo>
                    <a:pt x="1921494" y="2619891"/>
                    <a:pt x="2072465" y="2509877"/>
                    <a:pt x="2249821" y="2429772"/>
                  </a:cubicBezTo>
                  <a:cubicBezTo>
                    <a:pt x="2306971" y="2403769"/>
                    <a:pt x="2373646" y="2391196"/>
                    <a:pt x="2451370" y="2391196"/>
                  </a:cubicBezTo>
                  <a:cubicBezTo>
                    <a:pt x="2582148" y="2391196"/>
                    <a:pt x="2725690" y="2426915"/>
                    <a:pt x="2864564" y="2461395"/>
                  </a:cubicBezTo>
                  <a:cubicBezTo>
                    <a:pt x="2978864" y="2489970"/>
                    <a:pt x="3086592" y="2516640"/>
                    <a:pt x="3160506" y="2516640"/>
                  </a:cubicBezTo>
                  <a:cubicBezTo>
                    <a:pt x="3171944" y="2516727"/>
                    <a:pt x="3183364" y="2515706"/>
                    <a:pt x="3194606" y="2513592"/>
                  </a:cubicBezTo>
                  <a:cubicBezTo>
                    <a:pt x="3194606" y="2512735"/>
                    <a:pt x="3194606" y="2511782"/>
                    <a:pt x="3194606" y="2510830"/>
                  </a:cubicBezTo>
                  <a:cubicBezTo>
                    <a:pt x="3243278" y="2159548"/>
                    <a:pt x="3380057" y="1915136"/>
                    <a:pt x="3500644" y="1699490"/>
                  </a:cubicBezTo>
                  <a:cubicBezTo>
                    <a:pt x="3602657" y="1517087"/>
                    <a:pt x="3676380" y="1385165"/>
                    <a:pt x="3665331" y="1248482"/>
                  </a:cubicBezTo>
                  <a:cubicBezTo>
                    <a:pt x="3649424" y="1050933"/>
                    <a:pt x="3560556" y="878054"/>
                    <a:pt x="3385391" y="704318"/>
                  </a:cubicBezTo>
                  <a:cubicBezTo>
                    <a:pt x="3221657" y="541631"/>
                    <a:pt x="3005439" y="400185"/>
                    <a:pt x="2776553" y="250357"/>
                  </a:cubicBezTo>
                  <a:lnTo>
                    <a:pt x="2755598" y="236641"/>
                  </a:lnTo>
                  <a:cubicBezTo>
                    <a:pt x="2675270" y="181755"/>
                    <a:pt x="2580282" y="152316"/>
                    <a:pt x="2482993" y="152154"/>
                  </a:cubicBezTo>
                  <a:cubicBezTo>
                    <a:pt x="2337927" y="152154"/>
                    <a:pt x="2174859" y="212828"/>
                    <a:pt x="2002171" y="277027"/>
                  </a:cubicBezTo>
                  <a:cubicBezTo>
                    <a:pt x="1831483" y="340558"/>
                    <a:pt x="1654889" y="406281"/>
                    <a:pt x="1448864" y="438952"/>
                  </a:cubicBezTo>
                  <a:cubicBezTo>
                    <a:pt x="1384758" y="448754"/>
                    <a:pt x="1319974" y="453436"/>
                    <a:pt x="1255125" y="452954"/>
                  </a:cubicBezTo>
                  <a:cubicBezTo>
                    <a:pt x="1127204" y="452954"/>
                    <a:pt x="995092" y="437999"/>
                    <a:pt x="867267" y="423521"/>
                  </a:cubicBezTo>
                  <a:cubicBezTo>
                    <a:pt x="746680" y="410472"/>
                    <a:pt x="633047" y="397613"/>
                    <a:pt x="530368" y="397613"/>
                  </a:cubicBezTo>
                  <a:close/>
                  <a:moveTo>
                    <a:pt x="1304941" y="2595412"/>
                  </a:moveTo>
                  <a:lnTo>
                    <a:pt x="1305798" y="2586363"/>
                  </a:lnTo>
                  <a:cubicBezTo>
                    <a:pt x="1307608" y="2568075"/>
                    <a:pt x="1309418" y="2551597"/>
                    <a:pt x="1310751" y="2539214"/>
                  </a:cubicBezTo>
                  <a:lnTo>
                    <a:pt x="1310751" y="2538262"/>
                  </a:lnTo>
                  <a:cubicBezTo>
                    <a:pt x="1333706" y="2323854"/>
                    <a:pt x="1368377" y="1999814"/>
                    <a:pt x="1211215" y="1696633"/>
                  </a:cubicBezTo>
                  <a:cubicBezTo>
                    <a:pt x="1095391" y="1473367"/>
                    <a:pt x="939467" y="1277533"/>
                    <a:pt x="801640" y="1104654"/>
                  </a:cubicBezTo>
                  <a:cubicBezTo>
                    <a:pt x="743442" y="1031597"/>
                    <a:pt x="622570" y="879769"/>
                    <a:pt x="561514" y="776899"/>
                  </a:cubicBezTo>
                  <a:lnTo>
                    <a:pt x="557133" y="769469"/>
                  </a:lnTo>
                  <a:lnTo>
                    <a:pt x="565801" y="769469"/>
                  </a:lnTo>
                  <a:cubicBezTo>
                    <a:pt x="640953" y="772136"/>
                    <a:pt x="730297" y="782233"/>
                    <a:pt x="824785" y="792901"/>
                  </a:cubicBezTo>
                  <a:cubicBezTo>
                    <a:pt x="956802" y="807950"/>
                    <a:pt x="1106059" y="824810"/>
                    <a:pt x="1254935" y="824810"/>
                  </a:cubicBezTo>
                  <a:cubicBezTo>
                    <a:pt x="1339476" y="825186"/>
                    <a:pt x="1423914" y="818816"/>
                    <a:pt x="1507442" y="805760"/>
                  </a:cubicBezTo>
                  <a:cubicBezTo>
                    <a:pt x="1749758" y="766993"/>
                    <a:pt x="1952546" y="691460"/>
                    <a:pt x="2131520" y="624785"/>
                  </a:cubicBezTo>
                  <a:cubicBezTo>
                    <a:pt x="2265728" y="574778"/>
                    <a:pt x="2404507" y="523153"/>
                    <a:pt x="2482802" y="523153"/>
                  </a:cubicBezTo>
                  <a:cubicBezTo>
                    <a:pt x="2499471" y="523153"/>
                    <a:pt x="2518521" y="524963"/>
                    <a:pt x="2551954" y="546870"/>
                  </a:cubicBezTo>
                  <a:lnTo>
                    <a:pt x="2572909" y="560586"/>
                  </a:lnTo>
                  <a:cubicBezTo>
                    <a:pt x="2785602" y="699841"/>
                    <a:pt x="2986389" y="831382"/>
                    <a:pt x="3123549" y="967399"/>
                  </a:cubicBezTo>
                  <a:cubicBezTo>
                    <a:pt x="3262805" y="1105702"/>
                    <a:pt x="3288141" y="1200380"/>
                    <a:pt x="3294999" y="1274771"/>
                  </a:cubicBezTo>
                  <a:lnTo>
                    <a:pt x="3294999" y="1275818"/>
                  </a:lnTo>
                  <a:cubicBezTo>
                    <a:pt x="3289284" y="1316299"/>
                    <a:pt x="3224228" y="1432695"/>
                    <a:pt x="3176699" y="1517658"/>
                  </a:cubicBezTo>
                  <a:cubicBezTo>
                    <a:pt x="3088021" y="1676059"/>
                    <a:pt x="2987723" y="1855415"/>
                    <a:pt x="2912761" y="2085253"/>
                  </a:cubicBezTo>
                  <a:lnTo>
                    <a:pt x="2911427" y="2089444"/>
                  </a:lnTo>
                  <a:lnTo>
                    <a:pt x="2907141" y="2088396"/>
                  </a:lnTo>
                  <a:cubicBezTo>
                    <a:pt x="2770267" y="2054773"/>
                    <a:pt x="2611009" y="2018864"/>
                    <a:pt x="2451465" y="2018864"/>
                  </a:cubicBezTo>
                  <a:cubicBezTo>
                    <a:pt x="2319544" y="2018864"/>
                    <a:pt x="2203815" y="2042200"/>
                    <a:pt x="2097135" y="2090301"/>
                  </a:cubicBezTo>
                  <a:cubicBezTo>
                    <a:pt x="1884728" y="2186218"/>
                    <a:pt x="1710610" y="2313091"/>
                    <a:pt x="1556877" y="2425105"/>
                  </a:cubicBezTo>
                  <a:cubicBezTo>
                    <a:pt x="1489154" y="2474445"/>
                    <a:pt x="1387046" y="2548930"/>
                    <a:pt x="1312847" y="2590078"/>
                  </a:cubicBezTo>
                  <a:close/>
                  <a:moveTo>
                    <a:pt x="574659" y="780042"/>
                  </a:moveTo>
                  <a:cubicBezTo>
                    <a:pt x="636667" y="882150"/>
                    <a:pt x="752872" y="1028168"/>
                    <a:pt x="809450" y="1099225"/>
                  </a:cubicBezTo>
                  <a:cubicBezTo>
                    <a:pt x="947277" y="1272294"/>
                    <a:pt x="1103487" y="1468604"/>
                    <a:pt x="1219692" y="1692728"/>
                  </a:cubicBezTo>
                  <a:cubicBezTo>
                    <a:pt x="1378283" y="1998480"/>
                    <a:pt x="1343517" y="2324235"/>
                    <a:pt x="1320276" y="2539786"/>
                  </a:cubicBezTo>
                  <a:lnTo>
                    <a:pt x="1320276" y="2540738"/>
                  </a:lnTo>
                  <a:cubicBezTo>
                    <a:pt x="1319228" y="2550930"/>
                    <a:pt x="1317800" y="2564075"/>
                    <a:pt x="1316276" y="2578838"/>
                  </a:cubicBezTo>
                  <a:cubicBezTo>
                    <a:pt x="1389237" y="2537119"/>
                    <a:pt x="1486297" y="2466348"/>
                    <a:pt x="1551257" y="2419009"/>
                  </a:cubicBezTo>
                  <a:cubicBezTo>
                    <a:pt x="1705467" y="2306709"/>
                    <a:pt x="1880060" y="2179455"/>
                    <a:pt x="2093230" y="2083157"/>
                  </a:cubicBezTo>
                  <a:cubicBezTo>
                    <a:pt x="2201053" y="2034485"/>
                    <a:pt x="2318306" y="2010863"/>
                    <a:pt x="2451560" y="2010863"/>
                  </a:cubicBezTo>
                  <a:cubicBezTo>
                    <a:pt x="2610437" y="2010863"/>
                    <a:pt x="2768838" y="2046105"/>
                    <a:pt x="2905236" y="2079633"/>
                  </a:cubicBezTo>
                  <a:cubicBezTo>
                    <a:pt x="2980293" y="1851033"/>
                    <a:pt x="3080115" y="1672344"/>
                    <a:pt x="3168316" y="1514705"/>
                  </a:cubicBezTo>
                  <a:cubicBezTo>
                    <a:pt x="3215370" y="1430599"/>
                    <a:pt x="3279664" y="1315728"/>
                    <a:pt x="3285569" y="1276580"/>
                  </a:cubicBezTo>
                  <a:cubicBezTo>
                    <a:pt x="3279188" y="1203905"/>
                    <a:pt x="3254041" y="1111417"/>
                    <a:pt x="3117263" y="975686"/>
                  </a:cubicBezTo>
                  <a:cubicBezTo>
                    <a:pt x="2980483" y="839954"/>
                    <a:pt x="2780363" y="708986"/>
                    <a:pt x="2568146" y="570111"/>
                  </a:cubicBezTo>
                  <a:lnTo>
                    <a:pt x="2547191" y="556395"/>
                  </a:lnTo>
                  <a:cubicBezTo>
                    <a:pt x="2515949" y="535916"/>
                    <a:pt x="2498423" y="534202"/>
                    <a:pt x="2483279" y="534202"/>
                  </a:cubicBezTo>
                  <a:cubicBezTo>
                    <a:pt x="2407079" y="534202"/>
                    <a:pt x="2268775" y="585541"/>
                    <a:pt x="2135330" y="635167"/>
                  </a:cubicBezTo>
                  <a:cubicBezTo>
                    <a:pt x="1955879" y="701842"/>
                    <a:pt x="1752616" y="777565"/>
                    <a:pt x="1509443" y="816142"/>
                  </a:cubicBezTo>
                  <a:cubicBezTo>
                    <a:pt x="1425413" y="829293"/>
                    <a:pt x="1340462" y="835664"/>
                    <a:pt x="1255411" y="835192"/>
                  </a:cubicBezTo>
                  <a:cubicBezTo>
                    <a:pt x="1105964" y="835192"/>
                    <a:pt x="956516" y="818237"/>
                    <a:pt x="824595" y="803283"/>
                  </a:cubicBezTo>
                  <a:cubicBezTo>
                    <a:pt x="733441" y="792424"/>
                    <a:pt x="647621" y="782709"/>
                    <a:pt x="574659" y="780042"/>
                  </a:cubicBezTo>
                  <a:close/>
                  <a:moveTo>
                    <a:pt x="1677559" y="1882942"/>
                  </a:moveTo>
                  <a:lnTo>
                    <a:pt x="1676130" y="1876465"/>
                  </a:lnTo>
                  <a:cubicBezTo>
                    <a:pt x="1649981" y="1752918"/>
                    <a:pt x="1607407" y="1633429"/>
                    <a:pt x="1549543" y="1521182"/>
                  </a:cubicBezTo>
                  <a:cubicBezTo>
                    <a:pt x="1493205" y="1413843"/>
                    <a:pt x="1430052" y="1310222"/>
                    <a:pt x="1360472" y="1210953"/>
                  </a:cubicBezTo>
                  <a:lnTo>
                    <a:pt x="1355614" y="1203905"/>
                  </a:lnTo>
                  <a:lnTo>
                    <a:pt x="1364186" y="1203905"/>
                  </a:lnTo>
                  <a:cubicBezTo>
                    <a:pt x="1432470" y="1200740"/>
                    <a:pt x="1500522" y="1193744"/>
                    <a:pt x="1568021" y="1182949"/>
                  </a:cubicBezTo>
                  <a:cubicBezTo>
                    <a:pt x="1847580" y="1138277"/>
                    <a:pt x="2078847" y="1052266"/>
                    <a:pt x="2264680" y="982924"/>
                  </a:cubicBezTo>
                  <a:cubicBezTo>
                    <a:pt x="2311638" y="965494"/>
                    <a:pt x="2375932" y="941491"/>
                    <a:pt x="2428319" y="924346"/>
                  </a:cubicBezTo>
                  <a:lnTo>
                    <a:pt x="2430415" y="923584"/>
                  </a:lnTo>
                  <a:lnTo>
                    <a:pt x="2432415" y="924917"/>
                  </a:lnTo>
                  <a:cubicBezTo>
                    <a:pt x="2592245" y="1029692"/>
                    <a:pt x="2756265" y="1140754"/>
                    <a:pt x="2855516" y="1239242"/>
                  </a:cubicBezTo>
                  <a:cubicBezTo>
                    <a:pt x="2863898" y="1247624"/>
                    <a:pt x="2871803" y="1255816"/>
                    <a:pt x="2878947" y="1263722"/>
                  </a:cubicBezTo>
                  <a:lnTo>
                    <a:pt x="2881233" y="1266198"/>
                  </a:lnTo>
                  <a:lnTo>
                    <a:pt x="2879614" y="1269246"/>
                  </a:lnTo>
                  <a:cubicBezTo>
                    <a:pt x="2866374" y="1293344"/>
                    <a:pt x="2853420" y="1316871"/>
                    <a:pt x="2844181" y="1332968"/>
                  </a:cubicBezTo>
                  <a:cubicBezTo>
                    <a:pt x="2792365" y="1425647"/>
                    <a:pt x="2733596" y="1530612"/>
                    <a:pt x="2676731" y="1651865"/>
                  </a:cubicBezTo>
                  <a:lnTo>
                    <a:pt x="2675207" y="1655008"/>
                  </a:lnTo>
                  <a:lnTo>
                    <a:pt x="2671778" y="1654532"/>
                  </a:lnTo>
                  <a:cubicBezTo>
                    <a:pt x="2598761" y="1644560"/>
                    <a:pt x="2525160" y="1639468"/>
                    <a:pt x="2451465" y="1639292"/>
                  </a:cubicBezTo>
                  <a:cubicBezTo>
                    <a:pt x="2264394" y="1639292"/>
                    <a:pt x="2097135" y="1673678"/>
                    <a:pt x="1940354" y="1744544"/>
                  </a:cubicBezTo>
                  <a:cubicBezTo>
                    <a:pt x="1852023" y="1784597"/>
                    <a:pt x="1766147" y="1829857"/>
                    <a:pt x="1683179" y="1880085"/>
                  </a:cubicBezTo>
                  <a:close/>
                  <a:moveTo>
                    <a:pt x="1372759" y="1212572"/>
                  </a:moveTo>
                  <a:cubicBezTo>
                    <a:pt x="1440723" y="1309973"/>
                    <a:pt x="1502442" y="1411587"/>
                    <a:pt x="1557544" y="1516801"/>
                  </a:cubicBezTo>
                  <a:cubicBezTo>
                    <a:pt x="1614806" y="1627790"/>
                    <a:pt x="1657207" y="1745835"/>
                    <a:pt x="1683655" y="1867892"/>
                  </a:cubicBezTo>
                  <a:cubicBezTo>
                    <a:pt x="1765142" y="1818882"/>
                    <a:pt x="1849387" y="1774613"/>
                    <a:pt x="1935972" y="1735304"/>
                  </a:cubicBezTo>
                  <a:cubicBezTo>
                    <a:pt x="2094087" y="1663867"/>
                    <a:pt x="2262584" y="1629196"/>
                    <a:pt x="2451084" y="1629196"/>
                  </a:cubicBezTo>
                  <a:cubicBezTo>
                    <a:pt x="2524038" y="1629373"/>
                    <a:pt x="2596902" y="1634337"/>
                    <a:pt x="2669207" y="1644055"/>
                  </a:cubicBezTo>
                  <a:cubicBezTo>
                    <a:pt x="2725785" y="1523849"/>
                    <a:pt x="2783983" y="1419741"/>
                    <a:pt x="2835513" y="1327825"/>
                  </a:cubicBezTo>
                  <a:cubicBezTo>
                    <a:pt x="2844276" y="1312013"/>
                    <a:pt x="2856563" y="1289725"/>
                    <a:pt x="2869232" y="1267055"/>
                  </a:cubicBezTo>
                  <a:cubicBezTo>
                    <a:pt x="2862850" y="1260102"/>
                    <a:pt x="2855801" y="1252768"/>
                    <a:pt x="2848372" y="1245433"/>
                  </a:cubicBezTo>
                  <a:cubicBezTo>
                    <a:pt x="2750645" y="1148374"/>
                    <a:pt x="2587577" y="1038360"/>
                    <a:pt x="2428700" y="933871"/>
                  </a:cubicBezTo>
                  <a:cubicBezTo>
                    <a:pt x="2376884" y="951016"/>
                    <a:pt x="2313829" y="974447"/>
                    <a:pt x="2267633" y="991688"/>
                  </a:cubicBezTo>
                  <a:cubicBezTo>
                    <a:pt x="2081419" y="1060934"/>
                    <a:pt x="1849580" y="1147136"/>
                    <a:pt x="1569069" y="1191713"/>
                  </a:cubicBezTo>
                  <a:cubicBezTo>
                    <a:pt x="1504185" y="1202210"/>
                    <a:pt x="1438779" y="1209173"/>
                    <a:pt x="1373140" y="1212572"/>
                  </a:cubicBezTo>
                  <a:close/>
                  <a:moveTo>
                    <a:pt x="1241981" y="2812011"/>
                  </a:moveTo>
                  <a:lnTo>
                    <a:pt x="1241981" y="2812011"/>
                  </a:lnTo>
                  <a:cubicBezTo>
                    <a:pt x="1203881" y="2812011"/>
                    <a:pt x="1161685" y="2797342"/>
                    <a:pt x="1113298" y="2767243"/>
                  </a:cubicBezTo>
                  <a:lnTo>
                    <a:pt x="1111679" y="2766195"/>
                  </a:lnTo>
                  <a:lnTo>
                    <a:pt x="1111679" y="2764290"/>
                  </a:lnTo>
                  <a:cubicBezTo>
                    <a:pt x="1100725" y="2718189"/>
                    <a:pt x="1114631" y="2587982"/>
                    <a:pt x="1122156" y="2518069"/>
                  </a:cubicBezTo>
                  <a:cubicBezTo>
                    <a:pt x="1143968" y="2314805"/>
                    <a:pt x="1173686" y="2036580"/>
                    <a:pt x="1042908" y="1784644"/>
                  </a:cubicBezTo>
                  <a:cubicBezTo>
                    <a:pt x="935656" y="1577856"/>
                    <a:pt x="792305" y="1397833"/>
                    <a:pt x="653717" y="1223621"/>
                  </a:cubicBezTo>
                  <a:cubicBezTo>
                    <a:pt x="524176" y="1060934"/>
                    <a:pt x="412829" y="916916"/>
                    <a:pt x="362442" y="803283"/>
                  </a:cubicBezTo>
                  <a:cubicBezTo>
                    <a:pt x="316246" y="698508"/>
                    <a:pt x="336058" y="654217"/>
                    <a:pt x="362442" y="613926"/>
                  </a:cubicBezTo>
                  <a:cubicBezTo>
                    <a:pt x="372824" y="598019"/>
                    <a:pt x="410638" y="578969"/>
                    <a:pt x="531130" y="578969"/>
                  </a:cubicBezTo>
                  <a:cubicBezTo>
                    <a:pt x="623617" y="578969"/>
                    <a:pt x="732488" y="591256"/>
                    <a:pt x="847741" y="604401"/>
                  </a:cubicBezTo>
                  <a:cubicBezTo>
                    <a:pt x="981091" y="619451"/>
                    <a:pt x="1117965" y="634976"/>
                    <a:pt x="1256077" y="634976"/>
                  </a:cubicBezTo>
                  <a:cubicBezTo>
                    <a:pt x="1330289" y="635230"/>
                    <a:pt x="1404404" y="629593"/>
                    <a:pt x="1477724" y="618117"/>
                  </a:cubicBezTo>
                  <a:cubicBezTo>
                    <a:pt x="1701371" y="582303"/>
                    <a:pt x="1886442" y="513342"/>
                    <a:pt x="2065417" y="446667"/>
                  </a:cubicBezTo>
                  <a:cubicBezTo>
                    <a:pt x="2222389" y="388279"/>
                    <a:pt x="2370693" y="333129"/>
                    <a:pt x="2483183" y="333129"/>
                  </a:cubicBezTo>
                  <a:cubicBezTo>
                    <a:pt x="2545231" y="333370"/>
                    <a:pt x="2605733" y="352508"/>
                    <a:pt x="2656633" y="387993"/>
                  </a:cubicBezTo>
                  <a:lnTo>
                    <a:pt x="2677589" y="401709"/>
                  </a:lnTo>
                  <a:cubicBezTo>
                    <a:pt x="2898569" y="546394"/>
                    <a:pt x="3107357" y="682982"/>
                    <a:pt x="3258137" y="832715"/>
                  </a:cubicBezTo>
                  <a:cubicBezTo>
                    <a:pt x="3402727" y="976257"/>
                    <a:pt x="3472736" y="1108940"/>
                    <a:pt x="3485213" y="1262960"/>
                  </a:cubicBezTo>
                  <a:cubicBezTo>
                    <a:pt x="3491786" y="1344970"/>
                    <a:pt x="3429302" y="1456603"/>
                    <a:pt x="3342910" y="1611098"/>
                  </a:cubicBezTo>
                  <a:cubicBezTo>
                    <a:pt x="3241659" y="1792073"/>
                    <a:pt x="3115548" y="2017435"/>
                    <a:pt x="3047635" y="2313662"/>
                  </a:cubicBezTo>
                  <a:lnTo>
                    <a:pt x="3046587" y="2318234"/>
                  </a:lnTo>
                  <a:lnTo>
                    <a:pt x="3041920" y="2317187"/>
                  </a:lnTo>
                  <a:cubicBezTo>
                    <a:pt x="2999819" y="2307662"/>
                    <a:pt x="2954195" y="2296708"/>
                    <a:pt x="2910094" y="2285754"/>
                  </a:cubicBezTo>
                  <a:lnTo>
                    <a:pt x="2908760" y="2285754"/>
                  </a:lnTo>
                  <a:cubicBezTo>
                    <a:pt x="2759313" y="2248512"/>
                    <a:pt x="2604817" y="2210126"/>
                    <a:pt x="2451560" y="2210126"/>
                  </a:cubicBezTo>
                  <a:cubicBezTo>
                    <a:pt x="2346785" y="2210126"/>
                    <a:pt x="2256965" y="2227937"/>
                    <a:pt x="2175335" y="2264704"/>
                  </a:cubicBezTo>
                  <a:cubicBezTo>
                    <a:pt x="1980835" y="2352524"/>
                    <a:pt x="1822148" y="2468158"/>
                    <a:pt x="1668796" y="2579886"/>
                  </a:cubicBezTo>
                  <a:cubicBezTo>
                    <a:pt x="1512490" y="2694567"/>
                    <a:pt x="1350661" y="2812011"/>
                    <a:pt x="1241981" y="2812011"/>
                  </a:cubicBezTo>
                  <a:close/>
                  <a:moveTo>
                    <a:pt x="1120060" y="2760195"/>
                  </a:moveTo>
                  <a:cubicBezTo>
                    <a:pt x="1166161" y="2788770"/>
                    <a:pt x="1205785" y="2802486"/>
                    <a:pt x="1241981" y="2802486"/>
                  </a:cubicBezTo>
                  <a:cubicBezTo>
                    <a:pt x="1347803" y="2802486"/>
                    <a:pt x="1508681" y="2685423"/>
                    <a:pt x="1663652" y="2572266"/>
                  </a:cubicBezTo>
                  <a:cubicBezTo>
                    <a:pt x="1817481" y="2460252"/>
                    <a:pt x="1976453" y="2344333"/>
                    <a:pt x="2171811" y="2256131"/>
                  </a:cubicBezTo>
                  <a:cubicBezTo>
                    <a:pt x="2254488" y="2218793"/>
                    <a:pt x="2346023" y="2200696"/>
                    <a:pt x="2451751" y="2200696"/>
                  </a:cubicBezTo>
                  <a:cubicBezTo>
                    <a:pt x="2605865" y="2200696"/>
                    <a:pt x="2761028" y="2239272"/>
                    <a:pt x="2910951" y="2276896"/>
                  </a:cubicBezTo>
                  <a:lnTo>
                    <a:pt x="2912284" y="2276896"/>
                  </a:lnTo>
                  <a:cubicBezTo>
                    <a:pt x="2954766" y="2287469"/>
                    <a:pt x="2998581" y="2298327"/>
                    <a:pt x="3039348" y="2307281"/>
                  </a:cubicBezTo>
                  <a:cubicBezTo>
                    <a:pt x="3108214" y="2012006"/>
                    <a:pt x="3233849" y="1787501"/>
                    <a:pt x="3334623" y="1606907"/>
                  </a:cubicBezTo>
                  <a:cubicBezTo>
                    <a:pt x="3420348" y="1453840"/>
                    <a:pt x="3482070" y="1343255"/>
                    <a:pt x="3475688" y="1264007"/>
                  </a:cubicBezTo>
                  <a:cubicBezTo>
                    <a:pt x="3463401" y="1112465"/>
                    <a:pt x="3394249" y="981591"/>
                    <a:pt x="3251374" y="839764"/>
                  </a:cubicBezTo>
                  <a:cubicBezTo>
                    <a:pt x="3101356" y="690793"/>
                    <a:pt x="2892949" y="554014"/>
                    <a:pt x="2672350" y="409996"/>
                  </a:cubicBezTo>
                  <a:lnTo>
                    <a:pt x="2651681" y="396375"/>
                  </a:lnTo>
                  <a:cubicBezTo>
                    <a:pt x="2602293" y="361923"/>
                    <a:pt x="2543590" y="343318"/>
                    <a:pt x="2483374" y="343035"/>
                  </a:cubicBezTo>
                  <a:cubicBezTo>
                    <a:pt x="2372598" y="343035"/>
                    <a:pt x="2225056" y="397899"/>
                    <a:pt x="2069036" y="456002"/>
                  </a:cubicBezTo>
                  <a:cubicBezTo>
                    <a:pt x="1889490" y="522677"/>
                    <a:pt x="1704038" y="591733"/>
                    <a:pt x="1479343" y="627452"/>
                  </a:cubicBezTo>
                  <a:cubicBezTo>
                    <a:pt x="1405286" y="638862"/>
                    <a:pt x="1330436" y="644340"/>
                    <a:pt x="1255506" y="643835"/>
                  </a:cubicBezTo>
                  <a:cubicBezTo>
                    <a:pt x="1116917" y="643835"/>
                    <a:pt x="979281" y="628214"/>
                    <a:pt x="845931" y="613164"/>
                  </a:cubicBezTo>
                  <a:cubicBezTo>
                    <a:pt x="730869" y="600115"/>
                    <a:pt x="622284" y="587828"/>
                    <a:pt x="530272" y="587828"/>
                  </a:cubicBezTo>
                  <a:cubicBezTo>
                    <a:pt x="403304" y="587828"/>
                    <a:pt x="375586" y="609259"/>
                    <a:pt x="369490" y="618498"/>
                  </a:cubicBezTo>
                  <a:cubicBezTo>
                    <a:pt x="344630" y="656598"/>
                    <a:pt x="326056" y="698794"/>
                    <a:pt x="370348" y="798806"/>
                  </a:cubicBezTo>
                  <a:cubicBezTo>
                    <a:pt x="420163" y="911392"/>
                    <a:pt x="531130" y="1054838"/>
                    <a:pt x="660289" y="1217049"/>
                  </a:cubicBezTo>
                  <a:cubicBezTo>
                    <a:pt x="799163" y="1391547"/>
                    <a:pt x="942800" y="1571951"/>
                    <a:pt x="1050814" y="1779596"/>
                  </a:cubicBezTo>
                  <a:cubicBezTo>
                    <a:pt x="1182926" y="2034485"/>
                    <a:pt x="1152922" y="2314329"/>
                    <a:pt x="1131110" y="2518736"/>
                  </a:cubicBezTo>
                  <a:cubicBezTo>
                    <a:pt x="1124061" y="2582648"/>
                    <a:pt x="1110059" y="2713617"/>
                    <a:pt x="1119775" y="2760195"/>
                  </a:cubicBezTo>
                  <a:close/>
                  <a:moveTo>
                    <a:pt x="1521444" y="2216507"/>
                  </a:moveTo>
                  <a:lnTo>
                    <a:pt x="1521444" y="2207458"/>
                  </a:lnTo>
                  <a:cubicBezTo>
                    <a:pt x="1517539" y="1979525"/>
                    <a:pt x="1471533" y="1783787"/>
                    <a:pt x="1380855" y="1608907"/>
                  </a:cubicBezTo>
                  <a:cubicBezTo>
                    <a:pt x="1257030" y="1370021"/>
                    <a:pt x="1090628" y="1161232"/>
                    <a:pt x="969280" y="1008261"/>
                  </a:cubicBezTo>
                  <a:lnTo>
                    <a:pt x="962326" y="999593"/>
                  </a:lnTo>
                  <a:lnTo>
                    <a:pt x="973471" y="1000641"/>
                  </a:lnTo>
                  <a:cubicBezTo>
                    <a:pt x="1081675" y="1010833"/>
                    <a:pt x="1171400" y="1015595"/>
                    <a:pt x="1255792" y="1015595"/>
                  </a:cubicBezTo>
                  <a:cubicBezTo>
                    <a:pt x="1350405" y="1016123"/>
                    <a:pt x="1444908" y="1009084"/>
                    <a:pt x="1538398" y="994545"/>
                  </a:cubicBezTo>
                  <a:cubicBezTo>
                    <a:pt x="1799288" y="952730"/>
                    <a:pt x="2011505" y="873863"/>
                    <a:pt x="2198767" y="804045"/>
                  </a:cubicBezTo>
                  <a:cubicBezTo>
                    <a:pt x="2279063" y="774232"/>
                    <a:pt x="2400506" y="728988"/>
                    <a:pt x="2461752" y="717368"/>
                  </a:cubicBezTo>
                  <a:lnTo>
                    <a:pt x="2463562" y="717368"/>
                  </a:lnTo>
                  <a:lnTo>
                    <a:pt x="2469372" y="721082"/>
                  </a:lnTo>
                  <a:cubicBezTo>
                    <a:pt x="2673683" y="854908"/>
                    <a:pt x="2866755" y="981305"/>
                    <a:pt x="2990199" y="1103797"/>
                  </a:cubicBezTo>
                  <a:cubicBezTo>
                    <a:pt x="3050588" y="1163804"/>
                    <a:pt x="3086402" y="1214001"/>
                    <a:pt x="3099451" y="1257340"/>
                  </a:cubicBezTo>
                  <a:lnTo>
                    <a:pt x="3099927" y="1259149"/>
                  </a:lnTo>
                  <a:lnTo>
                    <a:pt x="3099165" y="1260769"/>
                  </a:lnTo>
                  <a:cubicBezTo>
                    <a:pt x="3080115" y="1301631"/>
                    <a:pt x="3042015" y="1370402"/>
                    <a:pt x="3010964" y="1425551"/>
                  </a:cubicBezTo>
                  <a:cubicBezTo>
                    <a:pt x="2945336" y="1542899"/>
                    <a:pt x="2863898" y="1688537"/>
                    <a:pt x="2792555" y="1863701"/>
                  </a:cubicBezTo>
                  <a:lnTo>
                    <a:pt x="2791127" y="1867321"/>
                  </a:lnTo>
                  <a:lnTo>
                    <a:pt x="2787221" y="1866559"/>
                  </a:lnTo>
                  <a:cubicBezTo>
                    <a:pt x="2677007" y="1842848"/>
                    <a:pt x="2564673" y="1830370"/>
                    <a:pt x="2451941" y="1829316"/>
                  </a:cubicBezTo>
                  <a:cubicBezTo>
                    <a:pt x="2292398" y="1829316"/>
                    <a:pt x="2150856" y="1857891"/>
                    <a:pt x="2019221" y="1917708"/>
                  </a:cubicBezTo>
                  <a:cubicBezTo>
                    <a:pt x="1827101" y="2004386"/>
                    <a:pt x="1670129" y="2110018"/>
                    <a:pt x="1528969" y="2211364"/>
                  </a:cubicBezTo>
                  <a:close/>
                  <a:moveTo>
                    <a:pt x="983186" y="1011119"/>
                  </a:moveTo>
                  <a:cubicBezTo>
                    <a:pt x="1104154" y="1163519"/>
                    <a:pt x="1266841" y="1369354"/>
                    <a:pt x="1388856" y="1604526"/>
                  </a:cubicBezTo>
                  <a:cubicBezTo>
                    <a:pt x="1478963" y="1778453"/>
                    <a:pt x="1525349" y="1972667"/>
                    <a:pt x="1530302" y="2198220"/>
                  </a:cubicBezTo>
                  <a:cubicBezTo>
                    <a:pt x="1669939" y="2098302"/>
                    <a:pt x="1825577" y="1994384"/>
                    <a:pt x="2014839" y="1908850"/>
                  </a:cubicBezTo>
                  <a:cubicBezTo>
                    <a:pt x="2147713" y="1848842"/>
                    <a:pt x="2290588" y="1819696"/>
                    <a:pt x="2451465" y="1819696"/>
                  </a:cubicBezTo>
                  <a:cubicBezTo>
                    <a:pt x="2563603" y="1820681"/>
                    <a:pt x="2675357" y="1832966"/>
                    <a:pt x="2785031" y="1856367"/>
                  </a:cubicBezTo>
                  <a:cubicBezTo>
                    <a:pt x="2856182" y="1682155"/>
                    <a:pt x="2937431" y="1537375"/>
                    <a:pt x="3002391" y="1420884"/>
                  </a:cubicBezTo>
                  <a:cubicBezTo>
                    <a:pt x="3032871" y="1366306"/>
                    <a:pt x="3070590" y="1298869"/>
                    <a:pt x="3089640" y="1258102"/>
                  </a:cubicBezTo>
                  <a:cubicBezTo>
                    <a:pt x="3076591" y="1216763"/>
                    <a:pt x="3042015" y="1168281"/>
                    <a:pt x="2983246" y="1110274"/>
                  </a:cubicBezTo>
                  <a:cubicBezTo>
                    <a:pt x="2860564" y="988449"/>
                    <a:pt x="2667873" y="862624"/>
                    <a:pt x="2463943" y="728797"/>
                  </a:cubicBezTo>
                  <a:lnTo>
                    <a:pt x="2461466" y="727178"/>
                  </a:lnTo>
                  <a:cubicBezTo>
                    <a:pt x="2400316" y="739275"/>
                    <a:pt x="2281063" y="783662"/>
                    <a:pt x="2201910" y="812903"/>
                  </a:cubicBezTo>
                  <a:cubicBezTo>
                    <a:pt x="2014267" y="882722"/>
                    <a:pt x="1801860" y="961779"/>
                    <a:pt x="1539732" y="1003403"/>
                  </a:cubicBezTo>
                  <a:cubicBezTo>
                    <a:pt x="1445740" y="1018054"/>
                    <a:pt x="1350726" y="1025157"/>
                    <a:pt x="1255601" y="1024644"/>
                  </a:cubicBezTo>
                  <a:cubicBezTo>
                    <a:pt x="1173591" y="1025120"/>
                    <a:pt x="1086818" y="1020644"/>
                    <a:pt x="983186" y="1011119"/>
                  </a:cubicBezTo>
                  <a:close/>
                  <a:moveTo>
                    <a:pt x="1793573" y="1602431"/>
                  </a:moveTo>
                  <a:lnTo>
                    <a:pt x="1791764" y="1597573"/>
                  </a:lnTo>
                  <a:cubicBezTo>
                    <a:pt x="1770470" y="1541513"/>
                    <a:pt x="1745917" y="1486746"/>
                    <a:pt x="1718231" y="1433552"/>
                  </a:cubicBezTo>
                  <a:cubicBezTo>
                    <a:pt x="1706039" y="1409930"/>
                    <a:pt x="1693180" y="1385927"/>
                    <a:pt x="1680131" y="1362591"/>
                  </a:cubicBezTo>
                  <a:lnTo>
                    <a:pt x="1676892" y="1356876"/>
                  </a:lnTo>
                  <a:lnTo>
                    <a:pt x="1683369" y="1355638"/>
                  </a:lnTo>
                  <a:cubicBezTo>
                    <a:pt x="1942354" y="1305727"/>
                    <a:pt x="2157619" y="1225622"/>
                    <a:pt x="2330593" y="1161328"/>
                  </a:cubicBezTo>
                  <a:cubicBezTo>
                    <a:pt x="2346976" y="1155232"/>
                    <a:pt x="2373074" y="1145516"/>
                    <a:pt x="2401364" y="1135229"/>
                  </a:cubicBezTo>
                  <a:lnTo>
                    <a:pt x="2403649" y="1134372"/>
                  </a:lnTo>
                  <a:lnTo>
                    <a:pt x="2405650" y="1135706"/>
                  </a:lnTo>
                  <a:cubicBezTo>
                    <a:pt x="2509663" y="1205238"/>
                    <a:pt x="2581386" y="1256387"/>
                    <a:pt x="2638250" y="1301726"/>
                  </a:cubicBezTo>
                  <a:lnTo>
                    <a:pt x="2641394" y="1304203"/>
                  </a:lnTo>
                  <a:lnTo>
                    <a:pt x="2639489" y="1307727"/>
                  </a:lnTo>
                  <a:cubicBezTo>
                    <a:pt x="2610056" y="1360972"/>
                    <a:pt x="2586053" y="1405930"/>
                    <a:pt x="2563860" y="1448983"/>
                  </a:cubicBezTo>
                  <a:lnTo>
                    <a:pt x="2562431" y="1451745"/>
                  </a:lnTo>
                  <a:lnTo>
                    <a:pt x="2559383" y="1451745"/>
                  </a:lnTo>
                  <a:cubicBezTo>
                    <a:pt x="2523283" y="1449554"/>
                    <a:pt x="2486898" y="1448411"/>
                    <a:pt x="2451084" y="1448411"/>
                  </a:cubicBezTo>
                  <a:cubicBezTo>
                    <a:pt x="2236391" y="1448411"/>
                    <a:pt x="2043509" y="1488321"/>
                    <a:pt x="1861582" y="1570522"/>
                  </a:cubicBezTo>
                  <a:cubicBezTo>
                    <a:pt x="1840341" y="1580047"/>
                    <a:pt x="1818910" y="1590143"/>
                    <a:pt x="1797860" y="1600335"/>
                  </a:cubicBezTo>
                  <a:close/>
                  <a:moveTo>
                    <a:pt x="1691942" y="1363734"/>
                  </a:moveTo>
                  <a:cubicBezTo>
                    <a:pt x="1704038" y="1385356"/>
                    <a:pt x="1715754" y="1407358"/>
                    <a:pt x="1727089" y="1429171"/>
                  </a:cubicBezTo>
                  <a:cubicBezTo>
                    <a:pt x="1754027" y="1481263"/>
                    <a:pt x="1777974" y="1534849"/>
                    <a:pt x="1798812" y="1589667"/>
                  </a:cubicBezTo>
                  <a:cubicBezTo>
                    <a:pt x="1818434" y="1580142"/>
                    <a:pt x="1838341" y="1570617"/>
                    <a:pt x="1858057" y="1562045"/>
                  </a:cubicBezTo>
                  <a:cubicBezTo>
                    <a:pt x="2041319" y="1479272"/>
                    <a:pt x="2235343" y="1439077"/>
                    <a:pt x="2451465" y="1439077"/>
                  </a:cubicBezTo>
                  <a:cubicBezTo>
                    <a:pt x="2486422" y="1439077"/>
                    <a:pt x="2521950" y="1440124"/>
                    <a:pt x="2557192" y="1442220"/>
                  </a:cubicBezTo>
                  <a:cubicBezTo>
                    <a:pt x="2578529" y="1400882"/>
                    <a:pt x="2601579" y="1357733"/>
                    <a:pt x="2629583" y="1307060"/>
                  </a:cubicBezTo>
                  <a:cubicBezTo>
                    <a:pt x="2573766" y="1262769"/>
                    <a:pt x="2503472" y="1212763"/>
                    <a:pt x="2402792" y="1145135"/>
                  </a:cubicBezTo>
                  <a:cubicBezTo>
                    <a:pt x="2375360" y="1154660"/>
                    <a:pt x="2350309" y="1164185"/>
                    <a:pt x="2334403" y="1170281"/>
                  </a:cubicBezTo>
                  <a:cubicBezTo>
                    <a:pt x="2162477" y="1234194"/>
                    <a:pt x="1948926" y="1313442"/>
                    <a:pt x="1691942" y="1363734"/>
                  </a:cubicBezTo>
                  <a:close/>
                  <a:moveTo>
                    <a:pt x="1819196" y="1537470"/>
                  </a:moveTo>
                  <a:lnTo>
                    <a:pt x="1817386" y="1532898"/>
                  </a:lnTo>
                  <a:cubicBezTo>
                    <a:pt x="1800146" y="1491560"/>
                    <a:pt x="1781191" y="1450793"/>
                    <a:pt x="1760902" y="1411645"/>
                  </a:cubicBezTo>
                  <a:lnTo>
                    <a:pt x="1749949" y="1390785"/>
                  </a:lnTo>
                  <a:lnTo>
                    <a:pt x="1756331" y="1389642"/>
                  </a:lnTo>
                  <a:cubicBezTo>
                    <a:pt x="1990931" y="1338874"/>
                    <a:pt x="2188766" y="1265246"/>
                    <a:pt x="2347738" y="1206190"/>
                  </a:cubicBezTo>
                  <a:cubicBezTo>
                    <a:pt x="2359644" y="1201714"/>
                    <a:pt x="2376313" y="1195427"/>
                    <a:pt x="2395363" y="1188474"/>
                  </a:cubicBezTo>
                  <a:lnTo>
                    <a:pt x="2397649" y="1187617"/>
                  </a:lnTo>
                  <a:lnTo>
                    <a:pt x="2399649" y="1188950"/>
                  </a:lnTo>
                  <a:cubicBezTo>
                    <a:pt x="2472896" y="1238290"/>
                    <a:pt x="2530999" y="1279343"/>
                    <a:pt x="2577290" y="1314490"/>
                  </a:cubicBezTo>
                  <a:lnTo>
                    <a:pt x="2580529" y="1316966"/>
                  </a:lnTo>
                  <a:lnTo>
                    <a:pt x="2578624" y="1320586"/>
                  </a:lnTo>
                  <a:cubicBezTo>
                    <a:pt x="2562908" y="1349161"/>
                    <a:pt x="2549096" y="1375259"/>
                    <a:pt x="2536142" y="1400024"/>
                  </a:cubicBezTo>
                  <a:lnTo>
                    <a:pt x="2534714" y="1402691"/>
                  </a:lnTo>
                  <a:lnTo>
                    <a:pt x="2531666" y="1402691"/>
                  </a:lnTo>
                  <a:cubicBezTo>
                    <a:pt x="2504900" y="1401453"/>
                    <a:pt x="2477849" y="1400882"/>
                    <a:pt x="2451465" y="1400882"/>
                  </a:cubicBezTo>
                  <a:cubicBezTo>
                    <a:pt x="2229914" y="1400882"/>
                    <a:pt x="2030650" y="1442220"/>
                    <a:pt x="1841865" y="1527183"/>
                  </a:cubicBezTo>
                  <a:lnTo>
                    <a:pt x="1823291" y="1535660"/>
                  </a:lnTo>
                  <a:close/>
                  <a:moveTo>
                    <a:pt x="1764236" y="1397357"/>
                  </a:moveTo>
                  <a:lnTo>
                    <a:pt x="1769380" y="1406882"/>
                  </a:lnTo>
                  <a:cubicBezTo>
                    <a:pt x="1789001" y="1444982"/>
                    <a:pt x="1807480" y="1484321"/>
                    <a:pt x="1824244" y="1524326"/>
                  </a:cubicBezTo>
                  <a:lnTo>
                    <a:pt x="1838436" y="1517848"/>
                  </a:lnTo>
                  <a:cubicBezTo>
                    <a:pt x="2027983" y="1432123"/>
                    <a:pt x="2228485" y="1390690"/>
                    <a:pt x="2451465" y="1390690"/>
                  </a:cubicBezTo>
                  <a:cubicBezTo>
                    <a:pt x="2476992" y="1390690"/>
                    <a:pt x="2503091" y="1391261"/>
                    <a:pt x="2529094" y="1392404"/>
                  </a:cubicBezTo>
                  <a:cubicBezTo>
                    <a:pt x="2541095" y="1369354"/>
                    <a:pt x="2553954" y="1345351"/>
                    <a:pt x="2568241" y="1319062"/>
                  </a:cubicBezTo>
                  <a:cubicBezTo>
                    <a:pt x="2523093" y="1284867"/>
                    <a:pt x="2466800" y="1245148"/>
                    <a:pt x="2396315" y="1197713"/>
                  </a:cubicBezTo>
                  <a:lnTo>
                    <a:pt x="2350976" y="1214477"/>
                  </a:lnTo>
                  <a:cubicBezTo>
                    <a:pt x="2193052" y="1273628"/>
                    <a:pt x="1996932" y="1346589"/>
                    <a:pt x="1764236" y="1397357"/>
                  </a:cubicBezTo>
                  <a:close/>
                  <a:moveTo>
                    <a:pt x="1843865" y="1474129"/>
                  </a:moveTo>
                  <a:lnTo>
                    <a:pt x="1841960" y="1469843"/>
                  </a:lnTo>
                  <a:cubicBezTo>
                    <a:pt x="1835610" y="1456127"/>
                    <a:pt x="1829260" y="1442538"/>
                    <a:pt x="1822910" y="1429076"/>
                  </a:cubicBezTo>
                  <a:lnTo>
                    <a:pt x="1820339" y="1423741"/>
                  </a:lnTo>
                  <a:lnTo>
                    <a:pt x="1826054" y="1422313"/>
                  </a:lnTo>
                  <a:cubicBezTo>
                    <a:pt x="2037889" y="1371926"/>
                    <a:pt x="2218769" y="1304679"/>
                    <a:pt x="2364216" y="1250863"/>
                  </a:cubicBezTo>
                  <a:lnTo>
                    <a:pt x="2391172" y="1241338"/>
                  </a:lnTo>
                  <a:lnTo>
                    <a:pt x="2393267" y="1242671"/>
                  </a:lnTo>
                  <a:cubicBezTo>
                    <a:pt x="2440892" y="1274961"/>
                    <a:pt x="2480992" y="1303060"/>
                    <a:pt x="2515759" y="1328396"/>
                  </a:cubicBezTo>
                  <a:lnTo>
                    <a:pt x="2519092" y="1330873"/>
                  </a:lnTo>
                  <a:lnTo>
                    <a:pt x="2506520" y="1354399"/>
                  </a:lnTo>
                  <a:lnTo>
                    <a:pt x="2503567" y="1354399"/>
                  </a:lnTo>
                  <a:cubicBezTo>
                    <a:pt x="2486041" y="1353923"/>
                    <a:pt x="2468515" y="1353638"/>
                    <a:pt x="2451465" y="1353638"/>
                  </a:cubicBezTo>
                  <a:cubicBezTo>
                    <a:pt x="2232390" y="1353638"/>
                    <a:pt x="2035318" y="1392690"/>
                    <a:pt x="1848152" y="1472986"/>
                  </a:cubicBezTo>
                  <a:close/>
                  <a:moveTo>
                    <a:pt x="1834340" y="1430219"/>
                  </a:moveTo>
                  <a:cubicBezTo>
                    <a:pt x="1839293" y="1440696"/>
                    <a:pt x="1843865" y="1451173"/>
                    <a:pt x="1849009" y="1461746"/>
                  </a:cubicBezTo>
                  <a:cubicBezTo>
                    <a:pt x="2036080" y="1382117"/>
                    <a:pt x="2233247" y="1343446"/>
                    <a:pt x="2451751" y="1343446"/>
                  </a:cubicBezTo>
                  <a:cubicBezTo>
                    <a:pt x="2467943" y="1343446"/>
                    <a:pt x="2484612" y="1343446"/>
                    <a:pt x="2501186" y="1344113"/>
                  </a:cubicBezTo>
                  <a:lnTo>
                    <a:pt x="2507091" y="1333064"/>
                  </a:lnTo>
                  <a:cubicBezTo>
                    <a:pt x="2473658" y="1308680"/>
                    <a:pt x="2435368" y="1281819"/>
                    <a:pt x="2390219" y="1251148"/>
                  </a:cubicBezTo>
                  <a:lnTo>
                    <a:pt x="2367740" y="1259531"/>
                  </a:lnTo>
                  <a:cubicBezTo>
                    <a:pt x="2223056" y="1313442"/>
                    <a:pt x="2043890" y="1380117"/>
                    <a:pt x="1834055" y="1430219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40000"/>
                    <a:lumOff val="60000"/>
                    <a:alpha val="41000"/>
                  </a:schemeClr>
                </a:gs>
                <a:gs pos="100000">
                  <a:schemeClr val="accent1"/>
                </a:gs>
              </a:gsLst>
              <a:lin ang="2729382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04" name="图片 103" descr="健康检查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2475" r="2475"/>
            <a:stretch>
              <a:fillRect/>
            </a:stretch>
          </p:blipFill>
          <p:spPr>
            <a:xfrm>
              <a:off x="2764" y="4409"/>
              <a:ext cx="13410" cy="1038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09" h="8520">
                  <a:moveTo>
                    <a:pt x="8419" y="0"/>
                  </a:moveTo>
                  <a:cubicBezTo>
                    <a:pt x="9077" y="-4"/>
                    <a:pt x="9711" y="264"/>
                    <a:pt x="10314" y="1103"/>
                  </a:cubicBezTo>
                  <a:cubicBezTo>
                    <a:pt x="11227" y="2373"/>
                    <a:pt x="11192" y="4207"/>
                    <a:pt x="10490" y="5633"/>
                  </a:cubicBezTo>
                  <a:cubicBezTo>
                    <a:pt x="9424" y="7801"/>
                    <a:pt x="7361" y="8652"/>
                    <a:pt x="5566" y="8504"/>
                  </a:cubicBezTo>
                  <a:cubicBezTo>
                    <a:pt x="3730" y="8352"/>
                    <a:pt x="1829" y="7176"/>
                    <a:pt x="709" y="5068"/>
                  </a:cubicBezTo>
                  <a:cubicBezTo>
                    <a:pt x="192" y="4097"/>
                    <a:pt x="-392" y="2371"/>
                    <a:pt x="356" y="1328"/>
                  </a:cubicBezTo>
                  <a:cubicBezTo>
                    <a:pt x="906" y="565"/>
                    <a:pt x="1886" y="810"/>
                    <a:pt x="2586" y="885"/>
                  </a:cubicBezTo>
                  <a:cubicBezTo>
                    <a:pt x="3564" y="989"/>
                    <a:pt x="4540" y="1045"/>
                    <a:pt x="5509" y="805"/>
                  </a:cubicBezTo>
                  <a:cubicBezTo>
                    <a:pt x="6511" y="557"/>
                    <a:pt x="7488" y="6"/>
                    <a:pt x="8419" y="0"/>
                  </a:cubicBezTo>
                  <a:close/>
                </a:path>
              </a:pathLst>
            </a:custGeom>
            <a:effectLst/>
          </p:spPr>
        </p:pic>
      </p:grpSp>
      <p:sp>
        <p:nvSpPr>
          <p:cNvPr id="9" name="矩形 8"/>
          <p:cNvSpPr/>
          <p:nvPr/>
        </p:nvSpPr>
        <p:spPr bwMode="auto">
          <a:xfrm>
            <a:off x="7587836" y="3403770"/>
            <a:ext cx="263144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457200">
              <a:lnSpc>
                <a:spcPct val="100000"/>
              </a:lnSpc>
              <a:buNone/>
            </a:pPr>
            <a:r>
              <a:rPr lang="zh-CN" altLang="en-US" sz="4800" b="1" kern="100" dirty="0">
                <a:solidFill>
                  <a:srgbClr val="003E87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结果验证</a:t>
            </a:r>
            <a:endParaRPr lang="zh-CN" altLang="en-US" sz="4800" b="1" kern="100" dirty="0">
              <a:solidFill>
                <a:srgbClr val="003E87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522845" y="2334260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 defTabSz="457200">
              <a:lnSpc>
                <a:spcPct val="15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04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pic>
        <p:nvPicPr>
          <p:cNvPr id="30" name="图片 1" descr="http://www.gzu.edu.cn/gzu/biaoshi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7690" y="73660"/>
            <a:ext cx="90106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30" descr="贵大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755" y="19050"/>
            <a:ext cx="1833245" cy="785495"/>
          </a:xfrm>
          <a:prstGeom prst="rect">
            <a:avLst/>
          </a:prstGeom>
        </p:spPr>
      </p:pic>
      <p:sp>
        <p:nvSpPr>
          <p:cNvPr id="105" name="流程图: 可选过程 104"/>
          <p:cNvSpPr/>
          <p:nvPr/>
        </p:nvSpPr>
        <p:spPr>
          <a:xfrm rot="19020000">
            <a:off x="-2320290" y="-626110"/>
            <a:ext cx="4852035" cy="3648710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6" name="流程图: 可选过程 105"/>
          <p:cNvSpPr/>
          <p:nvPr/>
        </p:nvSpPr>
        <p:spPr>
          <a:xfrm rot="19020000">
            <a:off x="-684530" y="3819525"/>
            <a:ext cx="2685415" cy="2512695"/>
          </a:xfrm>
          <a:prstGeom prst="flowChartAlternateProcess">
            <a:avLst/>
          </a:prstGeom>
          <a:solidFill>
            <a:srgbClr val="C2D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7" name="流程图: 可选过程 106"/>
          <p:cNvSpPr/>
          <p:nvPr/>
        </p:nvSpPr>
        <p:spPr>
          <a:xfrm rot="19020000">
            <a:off x="1064895" y="5755640"/>
            <a:ext cx="2685415" cy="2531745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9310" y="193675"/>
            <a:ext cx="404685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34" name="图片 133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图片 134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136" name="直接连接符 135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4.1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系统架构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39" name="菱形 138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任意多边形 160"/>
          <p:cNvSpPr/>
          <p:nvPr>
            <p:custDataLst>
              <p:tags r:id="rId3"/>
            </p:custDataLst>
          </p:nvPr>
        </p:nvSpPr>
        <p:spPr>
          <a:xfrm>
            <a:off x="2390140" y="1054100"/>
            <a:ext cx="4504055" cy="2448560"/>
          </a:xfrm>
          <a:custGeom>
            <a:avLst/>
            <a:gdLst>
              <a:gd name="sw" fmla="*/ 1 w 7905"/>
              <a:gd name="sh" fmla="*/ 1 h 3435"/>
              <a:gd name="mins" fmla="min sw sh"/>
              <a:gd name="dsw" fmla="+- 0 sw mins"/>
              <a:gd name="dsh" fmla="+- 0 sh mins"/>
              <a:gd name="p0x0" fmla="*/ 150 w 7905"/>
              <a:gd name="p0y0" fmla="*/ 0 h 3435"/>
              <a:gd name="p0x1" fmla="*/ 7755 w 7905"/>
              <a:gd name="p0y1" fmla="*/ 0 h 3435"/>
              <a:gd name="p0x2" fmla="*/ 7837 w 7905"/>
              <a:gd name="p0y2" fmla="*/ 0 h 3435"/>
              <a:gd name="p0x3" fmla="*/ 7905 w 7905"/>
              <a:gd name="p0y3" fmla="*/ 67 h 3435"/>
              <a:gd name="p0x4" fmla="*/ 7905 w 7905"/>
              <a:gd name="p0y4" fmla="*/ 150 h 3435"/>
              <a:gd name="p0x5" fmla="*/ 7905 w 7905"/>
              <a:gd name="p0y5" fmla="*/ 3285 h 3435"/>
              <a:gd name="p0x6" fmla="*/ 7905 w 7905"/>
              <a:gd name="p0y6" fmla="*/ 3367 h 3435"/>
              <a:gd name="p0x7" fmla="*/ 7837 w 7905"/>
              <a:gd name="p0y7" fmla="*/ 3435 h 3435"/>
              <a:gd name="p0x8" fmla="*/ 7755 w 7905"/>
              <a:gd name="p0y8" fmla="*/ 3435 h 3435"/>
              <a:gd name="p0x9" fmla="*/ 150 w 7905"/>
              <a:gd name="p0y9" fmla="*/ 3435 h 3435"/>
              <a:gd name="p0x10" fmla="*/ 67 w 7905"/>
              <a:gd name="p0y10" fmla="*/ 3435 h 3435"/>
              <a:gd name="p0x11" fmla="*/ 0 w 7905"/>
              <a:gd name="p0y11" fmla="*/ 3367 h 3435"/>
              <a:gd name="p0x12" fmla="*/ 0 w 7905"/>
              <a:gd name="p0y12" fmla="*/ 3285 h 3435"/>
              <a:gd name="p0x13" fmla="*/ 0 w 7905"/>
              <a:gd name="p0y13" fmla="*/ 150 h 3435"/>
              <a:gd name="p0x14" fmla="*/ 0 w 7905"/>
              <a:gd name="p0y14" fmla="*/ 67 h 3435"/>
              <a:gd name="p0x15" fmla="*/ 67 w 7905"/>
              <a:gd name="p0y15" fmla="*/ 0 h 3435"/>
              <a:gd name="p0x16" fmla="*/ 150 w 7905"/>
              <a:gd name="p0y16" fmla="*/ 0 h 3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任意多边形 161"/>
          <p:cNvSpPr/>
          <p:nvPr>
            <p:custDataLst>
              <p:tags r:id="rId4"/>
            </p:custDataLst>
          </p:nvPr>
        </p:nvSpPr>
        <p:spPr>
          <a:xfrm>
            <a:off x="2565400" y="1203960"/>
            <a:ext cx="37592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3" name="图片 16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2642235" y="1284605"/>
            <a:ext cx="222250" cy="252730"/>
          </a:xfrm>
          <a:prstGeom prst="rect">
            <a:avLst/>
          </a:prstGeom>
        </p:spPr>
      </p:pic>
      <p:sp>
        <p:nvSpPr>
          <p:cNvPr id="164" name="文本框 163"/>
          <p:cNvSpPr txBox="1"/>
          <p:nvPr>
            <p:custDataLst>
              <p:tags r:id="rId8"/>
            </p:custDataLst>
          </p:nvPr>
        </p:nvSpPr>
        <p:spPr>
          <a:xfrm>
            <a:off x="3044190" y="1230630"/>
            <a:ext cx="143573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前端技术栈</a:t>
            </a:r>
            <a:endParaRPr sz="2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任意多边形 164"/>
          <p:cNvSpPr/>
          <p:nvPr>
            <p:custDataLst>
              <p:tags r:id="rId9"/>
            </p:custDataLst>
          </p:nvPr>
        </p:nvSpPr>
        <p:spPr>
          <a:xfrm>
            <a:off x="2565400" y="1852930"/>
            <a:ext cx="36830" cy="57150"/>
          </a:xfrm>
          <a:custGeom>
            <a:avLst/>
            <a:gdLst>
              <a:gd name="sw" fmla="*/ 1 w 65"/>
              <a:gd name="sh" fmla="*/ 1 h 90"/>
              <a:gd name="mins" fmla="min sw sh"/>
              <a:gd name="dsw" fmla="+- 0 sw mins"/>
              <a:gd name="dsh" fmla="+- 0 sh mins"/>
              <a:gd name="p0x0" fmla="*/ 32 w 65"/>
              <a:gd name="p0y0" fmla="*/ 0 h 90"/>
              <a:gd name="p0x1" fmla="*/ 32 w 65"/>
              <a:gd name="p0y1" fmla="*/ 0 h 90"/>
              <a:gd name="p0x2" fmla="*/ 51 w 65"/>
              <a:gd name="p0y2" fmla="*/ 0 h 90"/>
              <a:gd name="p0x3" fmla="*/ 65 w 65"/>
              <a:gd name="p0y3" fmla="*/ 20 h 90"/>
              <a:gd name="p0x4" fmla="*/ 65 w 65"/>
              <a:gd name="p0y4" fmla="*/ 45 h 90"/>
              <a:gd name="p0x5" fmla="*/ 65 w 65"/>
              <a:gd name="p0y5" fmla="*/ 69 h 90"/>
              <a:gd name="p0x6" fmla="*/ 51 w 65"/>
              <a:gd name="p0y6" fmla="*/ 90 h 90"/>
              <a:gd name="p0x7" fmla="*/ 32 w 65"/>
              <a:gd name="p0y7" fmla="*/ 90 h 90"/>
              <a:gd name="p0x8" fmla="*/ 32 w 65"/>
              <a:gd name="p0y8" fmla="*/ 90 h 90"/>
              <a:gd name="p0x9" fmla="*/ 14 w 65"/>
              <a:gd name="p0y9" fmla="*/ 90 h 90"/>
              <a:gd name="p0x10" fmla="*/ 0 w 65"/>
              <a:gd name="p0y10" fmla="*/ 69 h 90"/>
              <a:gd name="p0x11" fmla="*/ 0 w 65"/>
              <a:gd name="p0y11" fmla="*/ 45 h 90"/>
              <a:gd name="p0x12" fmla="*/ 0 w 65"/>
              <a:gd name="p0y12" fmla="*/ 20 h 90"/>
              <a:gd name="p0x13" fmla="*/ 14 w 65"/>
              <a:gd name="p0y13" fmla="*/ 0 h 90"/>
              <a:gd name="p0x14" fmla="*/ 32 w 65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574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文本框 165"/>
          <p:cNvSpPr txBox="1"/>
          <p:nvPr>
            <p:custDataLst>
              <p:tags r:id="rId10"/>
            </p:custDataLst>
          </p:nvPr>
        </p:nvSpPr>
        <p:spPr>
          <a:xfrm>
            <a:off x="2671445" y="1715135"/>
            <a:ext cx="4047490" cy="633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React + Vite + Recharts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：现代化前端框架，支持快速开发与数据可视化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任意多边形 166"/>
          <p:cNvSpPr/>
          <p:nvPr>
            <p:custDataLst>
              <p:tags r:id="rId11"/>
            </p:custDataLst>
          </p:nvPr>
        </p:nvSpPr>
        <p:spPr>
          <a:xfrm>
            <a:off x="2565400" y="2392680"/>
            <a:ext cx="46355" cy="57150"/>
          </a:xfrm>
          <a:custGeom>
            <a:avLst/>
            <a:gdLst>
              <a:gd name="sw" fmla="*/ 1 w 81"/>
              <a:gd name="sh" fmla="*/ 1 h 90"/>
              <a:gd name="mins" fmla="min sw sh"/>
              <a:gd name="dsw" fmla="+- 0 sw mins"/>
              <a:gd name="dsh" fmla="+- 0 sh mins"/>
              <a:gd name="p0x0" fmla="*/ 40 w 81"/>
              <a:gd name="p0y0" fmla="*/ 0 h 90"/>
              <a:gd name="p0x1" fmla="*/ 63 w 81"/>
              <a:gd name="p0y1" fmla="*/ 0 h 90"/>
              <a:gd name="p0x2" fmla="*/ 81 w 81"/>
              <a:gd name="p0y2" fmla="*/ 20 h 90"/>
              <a:gd name="p0x3" fmla="*/ 81 w 81"/>
              <a:gd name="p0y3" fmla="*/ 45 h 90"/>
              <a:gd name="p0x4" fmla="*/ 81 w 81"/>
              <a:gd name="p0y4" fmla="*/ 69 h 90"/>
              <a:gd name="p0x5" fmla="*/ 63 w 81"/>
              <a:gd name="p0y5" fmla="*/ 90 h 90"/>
              <a:gd name="p0x6" fmla="*/ 40 w 81"/>
              <a:gd name="p0y6" fmla="*/ 90 h 90"/>
              <a:gd name="p0x7" fmla="*/ 18 w 81"/>
              <a:gd name="p0y7" fmla="*/ 90 h 90"/>
              <a:gd name="p0x8" fmla="*/ 0 w 81"/>
              <a:gd name="p0y8" fmla="*/ 69 h 90"/>
              <a:gd name="p0x9" fmla="*/ 0 w 81"/>
              <a:gd name="p0y9" fmla="*/ 45 h 90"/>
              <a:gd name="p0x10" fmla="*/ 0 w 81"/>
              <a:gd name="p0y10" fmla="*/ 20 h 90"/>
              <a:gd name="p0x11" fmla="*/ 18 w 81"/>
              <a:gd name="p0y11" fmla="*/ 0 h 90"/>
              <a:gd name="p0x12" fmla="*/ 40 w 81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574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8" name="文本框 167"/>
          <p:cNvSpPr txBox="1"/>
          <p:nvPr>
            <p:custDataLst>
              <p:tags r:id="rId12"/>
            </p:custDataLst>
          </p:nvPr>
        </p:nvSpPr>
        <p:spPr>
          <a:xfrm>
            <a:off x="2680335" y="2254885"/>
            <a:ext cx="4038600" cy="633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 </a:t>
            </a:r>
            <a:r>
              <a:rPr lang="zh-CN"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四阶段</a:t>
            </a: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</a:t>
            </a:r>
            <a:r>
              <a:rPr lang="en-US" alt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lang="en-US" alt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r>
              <a:rPr lang="en-US" alt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系数的完整实验流程</a:t>
            </a:r>
            <a:endParaRPr lang="zh-CN" altLang="en-US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任意多边形 168"/>
          <p:cNvSpPr/>
          <p:nvPr>
            <p:custDataLst>
              <p:tags r:id="rId13"/>
            </p:custDataLst>
          </p:nvPr>
        </p:nvSpPr>
        <p:spPr>
          <a:xfrm>
            <a:off x="2565400" y="2932430"/>
            <a:ext cx="51435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574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文本框 169"/>
          <p:cNvSpPr txBox="1"/>
          <p:nvPr>
            <p:custDataLst>
              <p:tags r:id="rId14"/>
            </p:custDataLst>
          </p:nvPr>
        </p:nvSpPr>
        <p:spPr>
          <a:xfrm>
            <a:off x="2685415" y="2794635"/>
            <a:ext cx="324802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演示页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：交互式结果展示与营养解读界面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任意多边形 170"/>
          <p:cNvSpPr/>
          <p:nvPr>
            <p:custDataLst>
              <p:tags r:id="rId15"/>
            </p:custDataLst>
          </p:nvPr>
        </p:nvSpPr>
        <p:spPr>
          <a:xfrm>
            <a:off x="7233920" y="1055370"/>
            <a:ext cx="4719955" cy="2447290"/>
          </a:xfrm>
          <a:custGeom>
            <a:avLst/>
            <a:gdLst>
              <a:gd name="sw" fmla="*/ 1 w 7905"/>
              <a:gd name="sh" fmla="*/ 1 h 3435"/>
              <a:gd name="mins" fmla="min sw sh"/>
              <a:gd name="dsw" fmla="+- 0 sw mins"/>
              <a:gd name="dsh" fmla="+- 0 sh mins"/>
              <a:gd name="p0x0" fmla="*/ 150 w 7905"/>
              <a:gd name="p0y0" fmla="*/ 0 h 3435"/>
              <a:gd name="p0x1" fmla="*/ 7755 w 7905"/>
              <a:gd name="p0y1" fmla="*/ 0 h 3435"/>
              <a:gd name="p0x2" fmla="*/ 7837 w 7905"/>
              <a:gd name="p0y2" fmla="*/ 0 h 3435"/>
              <a:gd name="p0x3" fmla="*/ 7905 w 7905"/>
              <a:gd name="p0y3" fmla="*/ 67 h 3435"/>
              <a:gd name="p0x4" fmla="*/ 7905 w 7905"/>
              <a:gd name="p0y4" fmla="*/ 150 h 3435"/>
              <a:gd name="p0x5" fmla="*/ 7905 w 7905"/>
              <a:gd name="p0y5" fmla="*/ 3285 h 3435"/>
              <a:gd name="p0x6" fmla="*/ 7905 w 7905"/>
              <a:gd name="p0y6" fmla="*/ 3367 h 3435"/>
              <a:gd name="p0x7" fmla="*/ 7837 w 7905"/>
              <a:gd name="p0y7" fmla="*/ 3435 h 3435"/>
              <a:gd name="p0x8" fmla="*/ 7755 w 7905"/>
              <a:gd name="p0y8" fmla="*/ 3435 h 3435"/>
              <a:gd name="p0x9" fmla="*/ 150 w 7905"/>
              <a:gd name="p0y9" fmla="*/ 3435 h 3435"/>
              <a:gd name="p0x10" fmla="*/ 67 w 7905"/>
              <a:gd name="p0y10" fmla="*/ 3435 h 3435"/>
              <a:gd name="p0x11" fmla="*/ 0 w 7905"/>
              <a:gd name="p0y11" fmla="*/ 3367 h 3435"/>
              <a:gd name="p0x12" fmla="*/ 0 w 7905"/>
              <a:gd name="p0y12" fmla="*/ 3285 h 3435"/>
              <a:gd name="p0x13" fmla="*/ 0 w 7905"/>
              <a:gd name="p0y13" fmla="*/ 150 h 3435"/>
              <a:gd name="p0x14" fmla="*/ 0 w 7905"/>
              <a:gd name="p0y14" fmla="*/ 67 h 3435"/>
              <a:gd name="p0x15" fmla="*/ 67 w 7905"/>
              <a:gd name="p0y15" fmla="*/ 0 h 3435"/>
              <a:gd name="p0x16" fmla="*/ 150 w 7905"/>
              <a:gd name="p0y16" fmla="*/ 0 h 3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任意多边形 171"/>
          <p:cNvSpPr/>
          <p:nvPr>
            <p:custDataLst>
              <p:tags r:id="rId16"/>
            </p:custDataLst>
          </p:nvPr>
        </p:nvSpPr>
        <p:spPr>
          <a:xfrm>
            <a:off x="7625080" y="1325880"/>
            <a:ext cx="37592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3" name="图片 17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7714615" y="1406525"/>
            <a:ext cx="196850" cy="252730"/>
          </a:xfrm>
          <a:prstGeom prst="rect">
            <a:avLst/>
          </a:prstGeom>
        </p:spPr>
      </p:pic>
      <p:sp>
        <p:nvSpPr>
          <p:cNvPr id="174" name="文本框 173"/>
          <p:cNvSpPr txBox="1"/>
          <p:nvPr>
            <p:custDataLst>
              <p:tags r:id="rId20"/>
            </p:custDataLst>
          </p:nvPr>
        </p:nvSpPr>
        <p:spPr>
          <a:xfrm>
            <a:off x="8103870" y="1352550"/>
            <a:ext cx="11963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后端架构</a:t>
            </a:r>
            <a:endParaRPr sz="2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任意多边形 174"/>
          <p:cNvSpPr/>
          <p:nvPr>
            <p:custDataLst>
              <p:tags r:id="rId21"/>
            </p:custDataLst>
          </p:nvPr>
        </p:nvSpPr>
        <p:spPr>
          <a:xfrm>
            <a:off x="7449820" y="2021205"/>
            <a:ext cx="51435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574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6" name="文本框 175"/>
          <p:cNvSpPr txBox="1"/>
          <p:nvPr>
            <p:custDataLst>
              <p:tags r:id="rId22"/>
            </p:custDataLst>
          </p:nvPr>
        </p:nvSpPr>
        <p:spPr>
          <a:xfrm>
            <a:off x="7522845" y="1883410"/>
            <a:ext cx="440118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FastAPI + NumPy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：高性能异步框架与科学计算库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任意多边形 176"/>
          <p:cNvSpPr/>
          <p:nvPr>
            <p:custDataLst>
              <p:tags r:id="rId23"/>
            </p:custDataLst>
          </p:nvPr>
        </p:nvSpPr>
        <p:spPr>
          <a:xfrm>
            <a:off x="7449820" y="2402205"/>
            <a:ext cx="51435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574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文本框 177"/>
          <p:cNvSpPr txBox="1"/>
          <p:nvPr>
            <p:custDataLst>
              <p:tags r:id="rId24"/>
            </p:custDataLst>
          </p:nvPr>
        </p:nvSpPr>
        <p:spPr>
          <a:xfrm>
            <a:off x="7527925" y="2264410"/>
            <a:ext cx="451929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</a:t>
            </a:r>
            <a:r>
              <a:rPr lang="en-US" altLang="zh-CN"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ml/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：定制化机器学习模块，独立维护与迭代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任意多边形 178"/>
          <p:cNvSpPr/>
          <p:nvPr>
            <p:custDataLst>
              <p:tags r:id="rId25"/>
            </p:custDataLst>
          </p:nvPr>
        </p:nvSpPr>
        <p:spPr>
          <a:xfrm>
            <a:off x="7449820" y="2783205"/>
            <a:ext cx="51435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574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0" name="文本框 179"/>
          <p:cNvSpPr txBox="1"/>
          <p:nvPr>
            <p:custDataLst>
              <p:tags r:id="rId26"/>
            </p:custDataLst>
          </p:nvPr>
        </p:nvSpPr>
        <p:spPr>
          <a:xfrm>
            <a:off x="7553960" y="2645410"/>
            <a:ext cx="408495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：训练、预测、模型持久化三位一体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任意多边形 180"/>
          <p:cNvSpPr/>
          <p:nvPr>
            <p:custDataLst>
              <p:tags r:id="rId27"/>
            </p:custDataLst>
          </p:nvPr>
        </p:nvSpPr>
        <p:spPr>
          <a:xfrm>
            <a:off x="2390140" y="3854450"/>
            <a:ext cx="4504055" cy="2181225"/>
          </a:xfrm>
          <a:custGeom>
            <a:avLst/>
            <a:gdLst>
              <a:gd name="sw" fmla="*/ 1 w 7905"/>
              <a:gd name="sh" fmla="*/ 1 h 3435"/>
              <a:gd name="mins" fmla="min sw sh"/>
              <a:gd name="dsw" fmla="+- 0 sw mins"/>
              <a:gd name="dsh" fmla="+- 0 sh mins"/>
              <a:gd name="p0x0" fmla="*/ 150 w 7905"/>
              <a:gd name="p0y0" fmla="*/ 0 h 3435"/>
              <a:gd name="p0x1" fmla="*/ 7755 w 7905"/>
              <a:gd name="p0y1" fmla="*/ 0 h 3435"/>
              <a:gd name="p0x2" fmla="*/ 7837 w 7905"/>
              <a:gd name="p0y2" fmla="*/ 0 h 3435"/>
              <a:gd name="p0x3" fmla="*/ 7905 w 7905"/>
              <a:gd name="p0y3" fmla="*/ 67 h 3435"/>
              <a:gd name="p0x4" fmla="*/ 7905 w 7905"/>
              <a:gd name="p0y4" fmla="*/ 150 h 3435"/>
              <a:gd name="p0x5" fmla="*/ 7905 w 7905"/>
              <a:gd name="p0y5" fmla="*/ 3285 h 3435"/>
              <a:gd name="p0x6" fmla="*/ 7905 w 7905"/>
              <a:gd name="p0y6" fmla="*/ 3367 h 3435"/>
              <a:gd name="p0x7" fmla="*/ 7837 w 7905"/>
              <a:gd name="p0y7" fmla="*/ 3435 h 3435"/>
              <a:gd name="p0x8" fmla="*/ 7755 w 7905"/>
              <a:gd name="p0y8" fmla="*/ 3435 h 3435"/>
              <a:gd name="p0x9" fmla="*/ 150 w 7905"/>
              <a:gd name="p0y9" fmla="*/ 3435 h 3435"/>
              <a:gd name="p0x10" fmla="*/ 67 w 7905"/>
              <a:gd name="p0y10" fmla="*/ 3435 h 3435"/>
              <a:gd name="p0x11" fmla="*/ 0 w 7905"/>
              <a:gd name="p0y11" fmla="*/ 3367 h 3435"/>
              <a:gd name="p0x12" fmla="*/ 0 w 7905"/>
              <a:gd name="p0y12" fmla="*/ 3285 h 3435"/>
              <a:gd name="p0x13" fmla="*/ 0 w 7905"/>
              <a:gd name="p0y13" fmla="*/ 150 h 3435"/>
              <a:gd name="p0x14" fmla="*/ 0 w 7905"/>
              <a:gd name="p0y14" fmla="*/ 67 h 3435"/>
              <a:gd name="p0x15" fmla="*/ 67 w 7905"/>
              <a:gd name="p0y15" fmla="*/ 0 h 3435"/>
              <a:gd name="p0x16" fmla="*/ 150 w 7905"/>
              <a:gd name="p0y16" fmla="*/ 0 h 3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2" name="任意多边形 181"/>
          <p:cNvSpPr/>
          <p:nvPr>
            <p:custDataLst>
              <p:tags r:id="rId28"/>
            </p:custDataLst>
          </p:nvPr>
        </p:nvSpPr>
        <p:spPr>
          <a:xfrm>
            <a:off x="2565400" y="4050030"/>
            <a:ext cx="37592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3" name="图片 18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2654935" y="4130675"/>
            <a:ext cx="196850" cy="252730"/>
          </a:xfrm>
          <a:prstGeom prst="rect">
            <a:avLst/>
          </a:prstGeom>
        </p:spPr>
      </p:pic>
      <p:sp>
        <p:nvSpPr>
          <p:cNvPr id="184" name="文本框 183"/>
          <p:cNvSpPr txBox="1"/>
          <p:nvPr>
            <p:custDataLst>
              <p:tags r:id="rId32"/>
            </p:custDataLst>
          </p:nvPr>
        </p:nvSpPr>
        <p:spPr>
          <a:xfrm>
            <a:off x="3044190" y="4076700"/>
            <a:ext cx="11963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实验流程</a:t>
            </a:r>
            <a:endParaRPr sz="2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任意多边形 184"/>
          <p:cNvSpPr/>
          <p:nvPr>
            <p:custDataLst>
              <p:tags r:id="rId33"/>
            </p:custDataLst>
          </p:nvPr>
        </p:nvSpPr>
        <p:spPr>
          <a:xfrm>
            <a:off x="2565400" y="4787900"/>
            <a:ext cx="775335" cy="847725"/>
          </a:xfrm>
          <a:custGeom>
            <a:avLst/>
            <a:gdLst>
              <a:gd name="sw" fmla="*/ 1 w 1361"/>
              <a:gd name="sh" fmla="*/ 1 h 1335"/>
              <a:gd name="mins" fmla="min sw sh"/>
              <a:gd name="dsw" fmla="+- 0 sw mins"/>
              <a:gd name="dsh" fmla="+- 0 sh mins"/>
              <a:gd name="p0x0" fmla="*/ 150 w 1361"/>
              <a:gd name="p0y0" fmla="*/ 0 h 1335"/>
              <a:gd name="p0x1" fmla="*/ 1211 w 1361"/>
              <a:gd name="p0y1" fmla="*/ 0 h 1335"/>
              <a:gd name="p0x2" fmla="*/ 1294 w 1361"/>
              <a:gd name="p0y2" fmla="*/ 0 h 1335"/>
              <a:gd name="p0x3" fmla="*/ 1361 w 1361"/>
              <a:gd name="p0y3" fmla="*/ 67 h 1335"/>
              <a:gd name="p0x4" fmla="*/ 1361 w 1361"/>
              <a:gd name="p0y4" fmla="*/ 150 h 1335"/>
              <a:gd name="p0x5" fmla="*/ 1361 w 1361"/>
              <a:gd name="p0y5" fmla="*/ 1185 h 1335"/>
              <a:gd name="p0x6" fmla="*/ 1361 w 1361"/>
              <a:gd name="p0y6" fmla="*/ 1267 h 1335"/>
              <a:gd name="p0x7" fmla="*/ 1294 w 1361"/>
              <a:gd name="p0y7" fmla="*/ 1335 h 1335"/>
              <a:gd name="p0x8" fmla="*/ 1211 w 1361"/>
              <a:gd name="p0y8" fmla="*/ 1335 h 1335"/>
              <a:gd name="p0x9" fmla="*/ 150 w 1361"/>
              <a:gd name="p0y9" fmla="*/ 1335 h 1335"/>
              <a:gd name="p0x10" fmla="*/ 67 w 1361"/>
              <a:gd name="p0y10" fmla="*/ 1335 h 1335"/>
              <a:gd name="p0x11" fmla="*/ 0 w 1361"/>
              <a:gd name="p0y11" fmla="*/ 1267 h 1335"/>
              <a:gd name="p0x12" fmla="*/ 0 w 1361"/>
              <a:gd name="p0y12" fmla="*/ 1185 h 1335"/>
              <a:gd name="p0x13" fmla="*/ 0 w 1361"/>
              <a:gd name="p0y13" fmla="*/ 150 h 1335"/>
              <a:gd name="p0x14" fmla="*/ 0 w 1361"/>
              <a:gd name="p0y14" fmla="*/ 67 h 1335"/>
              <a:gd name="p0x15" fmla="*/ 67 w 1361"/>
              <a:gd name="p0y15" fmla="*/ 0 h 1335"/>
              <a:gd name="p0x16" fmla="*/ 150 w 1361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6" name="文本框 185"/>
          <p:cNvSpPr txBox="1"/>
          <p:nvPr>
            <p:custDataLst>
              <p:tags r:id="rId34"/>
            </p:custDataLst>
          </p:nvPr>
        </p:nvSpPr>
        <p:spPr>
          <a:xfrm>
            <a:off x="2633980" y="4864735"/>
            <a:ext cx="63881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Phase01</a:t>
            </a:r>
            <a:endParaRPr sz="135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/>
          <p:cNvSpPr txBox="1"/>
          <p:nvPr>
            <p:custDataLst>
              <p:tags r:id="rId35"/>
            </p:custDataLst>
          </p:nvPr>
        </p:nvSpPr>
        <p:spPr>
          <a:xfrm>
            <a:off x="2816860" y="5360035"/>
            <a:ext cx="4102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120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8" name="图片 18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16667" b="-16667"/>
          <a:stretch>
            <a:fillRect/>
          </a:stretch>
        </p:blipFill>
        <p:spPr>
          <a:xfrm>
            <a:off x="3430270" y="5116830"/>
            <a:ext cx="170815" cy="190500"/>
          </a:xfrm>
          <a:prstGeom prst="rect">
            <a:avLst/>
          </a:prstGeom>
        </p:spPr>
      </p:pic>
      <p:sp>
        <p:nvSpPr>
          <p:cNvPr id="189" name="任意多边形 188"/>
          <p:cNvSpPr/>
          <p:nvPr>
            <p:custDataLst>
              <p:tags r:id="rId39"/>
            </p:custDataLst>
          </p:nvPr>
        </p:nvSpPr>
        <p:spPr>
          <a:xfrm>
            <a:off x="3691255" y="4787900"/>
            <a:ext cx="775335" cy="847725"/>
          </a:xfrm>
          <a:custGeom>
            <a:avLst/>
            <a:gdLst>
              <a:gd name="sw" fmla="*/ 1 w 1361"/>
              <a:gd name="sh" fmla="*/ 1 h 1335"/>
              <a:gd name="mins" fmla="min sw sh"/>
              <a:gd name="dsw" fmla="+- 0 sw mins"/>
              <a:gd name="dsh" fmla="+- 0 sh mins"/>
              <a:gd name="p0x0" fmla="*/ 150 w 1361"/>
              <a:gd name="p0y0" fmla="*/ 0 h 1335"/>
              <a:gd name="p0x1" fmla="*/ 1211 w 1361"/>
              <a:gd name="p0y1" fmla="*/ 0 h 1335"/>
              <a:gd name="p0x2" fmla="*/ 1294 w 1361"/>
              <a:gd name="p0y2" fmla="*/ 0 h 1335"/>
              <a:gd name="p0x3" fmla="*/ 1361 w 1361"/>
              <a:gd name="p0y3" fmla="*/ 67 h 1335"/>
              <a:gd name="p0x4" fmla="*/ 1361 w 1361"/>
              <a:gd name="p0y4" fmla="*/ 150 h 1335"/>
              <a:gd name="p0x5" fmla="*/ 1361 w 1361"/>
              <a:gd name="p0y5" fmla="*/ 1185 h 1335"/>
              <a:gd name="p0x6" fmla="*/ 1361 w 1361"/>
              <a:gd name="p0y6" fmla="*/ 1267 h 1335"/>
              <a:gd name="p0x7" fmla="*/ 1294 w 1361"/>
              <a:gd name="p0y7" fmla="*/ 1335 h 1335"/>
              <a:gd name="p0x8" fmla="*/ 1211 w 1361"/>
              <a:gd name="p0y8" fmla="*/ 1335 h 1335"/>
              <a:gd name="p0x9" fmla="*/ 150 w 1361"/>
              <a:gd name="p0y9" fmla="*/ 1335 h 1335"/>
              <a:gd name="p0x10" fmla="*/ 67 w 1361"/>
              <a:gd name="p0y10" fmla="*/ 1335 h 1335"/>
              <a:gd name="p0x11" fmla="*/ 0 w 1361"/>
              <a:gd name="p0y11" fmla="*/ 1267 h 1335"/>
              <a:gd name="p0x12" fmla="*/ 0 w 1361"/>
              <a:gd name="p0y12" fmla="*/ 1185 h 1335"/>
              <a:gd name="p0x13" fmla="*/ 0 w 1361"/>
              <a:gd name="p0y13" fmla="*/ 150 h 1335"/>
              <a:gd name="p0x14" fmla="*/ 0 w 1361"/>
              <a:gd name="p0y14" fmla="*/ 67 h 1335"/>
              <a:gd name="p0x15" fmla="*/ 67 w 1361"/>
              <a:gd name="p0y15" fmla="*/ 0 h 1335"/>
              <a:gd name="p0x16" fmla="*/ 150 w 1361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0" name="文本框 189"/>
          <p:cNvSpPr txBox="1"/>
          <p:nvPr>
            <p:custDataLst>
              <p:tags r:id="rId40"/>
            </p:custDataLst>
          </p:nvPr>
        </p:nvSpPr>
        <p:spPr>
          <a:xfrm>
            <a:off x="3759835" y="4864735"/>
            <a:ext cx="63881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Phase02</a:t>
            </a:r>
            <a:endParaRPr sz="135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/>
          <p:cNvSpPr txBox="1"/>
          <p:nvPr>
            <p:custDataLst>
              <p:tags r:id="rId41"/>
            </p:custDataLst>
          </p:nvPr>
        </p:nvSpPr>
        <p:spPr>
          <a:xfrm>
            <a:off x="3942715" y="5360035"/>
            <a:ext cx="4102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sz="120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2" name="图片 191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16667" b="-16667"/>
          <a:stretch>
            <a:fillRect/>
          </a:stretch>
        </p:blipFill>
        <p:spPr>
          <a:xfrm>
            <a:off x="4556760" y="5116830"/>
            <a:ext cx="170815" cy="190500"/>
          </a:xfrm>
          <a:prstGeom prst="rect">
            <a:avLst/>
          </a:prstGeom>
        </p:spPr>
      </p:pic>
      <p:sp>
        <p:nvSpPr>
          <p:cNvPr id="193" name="任意多边形 192"/>
          <p:cNvSpPr/>
          <p:nvPr>
            <p:custDataLst>
              <p:tags r:id="rId43"/>
            </p:custDataLst>
          </p:nvPr>
        </p:nvSpPr>
        <p:spPr>
          <a:xfrm>
            <a:off x="4817110" y="4787900"/>
            <a:ext cx="775335" cy="847725"/>
          </a:xfrm>
          <a:custGeom>
            <a:avLst/>
            <a:gdLst>
              <a:gd name="sw" fmla="*/ 1 w 1361"/>
              <a:gd name="sh" fmla="*/ 1 h 1335"/>
              <a:gd name="mins" fmla="min sw sh"/>
              <a:gd name="dsw" fmla="+- 0 sw mins"/>
              <a:gd name="dsh" fmla="+- 0 sh mins"/>
              <a:gd name="p0x0" fmla="*/ 150 w 1361"/>
              <a:gd name="p0y0" fmla="*/ 0 h 1335"/>
              <a:gd name="p0x1" fmla="*/ 1211 w 1361"/>
              <a:gd name="p0y1" fmla="*/ 0 h 1335"/>
              <a:gd name="p0x2" fmla="*/ 1294 w 1361"/>
              <a:gd name="p0y2" fmla="*/ 0 h 1335"/>
              <a:gd name="p0x3" fmla="*/ 1361 w 1361"/>
              <a:gd name="p0y3" fmla="*/ 67 h 1335"/>
              <a:gd name="p0x4" fmla="*/ 1361 w 1361"/>
              <a:gd name="p0y4" fmla="*/ 150 h 1335"/>
              <a:gd name="p0x5" fmla="*/ 1361 w 1361"/>
              <a:gd name="p0y5" fmla="*/ 1185 h 1335"/>
              <a:gd name="p0x6" fmla="*/ 1361 w 1361"/>
              <a:gd name="p0y6" fmla="*/ 1267 h 1335"/>
              <a:gd name="p0x7" fmla="*/ 1294 w 1361"/>
              <a:gd name="p0y7" fmla="*/ 1335 h 1335"/>
              <a:gd name="p0x8" fmla="*/ 1211 w 1361"/>
              <a:gd name="p0y8" fmla="*/ 1335 h 1335"/>
              <a:gd name="p0x9" fmla="*/ 150 w 1361"/>
              <a:gd name="p0y9" fmla="*/ 1335 h 1335"/>
              <a:gd name="p0x10" fmla="*/ 67 w 1361"/>
              <a:gd name="p0y10" fmla="*/ 1335 h 1335"/>
              <a:gd name="p0x11" fmla="*/ 0 w 1361"/>
              <a:gd name="p0y11" fmla="*/ 1267 h 1335"/>
              <a:gd name="p0x12" fmla="*/ 0 w 1361"/>
              <a:gd name="p0y12" fmla="*/ 1185 h 1335"/>
              <a:gd name="p0x13" fmla="*/ 0 w 1361"/>
              <a:gd name="p0y13" fmla="*/ 150 h 1335"/>
              <a:gd name="p0x14" fmla="*/ 0 w 1361"/>
              <a:gd name="p0y14" fmla="*/ 67 h 1335"/>
              <a:gd name="p0x15" fmla="*/ 67 w 1361"/>
              <a:gd name="p0y15" fmla="*/ 0 h 1335"/>
              <a:gd name="p0x16" fmla="*/ 150 w 1361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4" name="文本框 193"/>
          <p:cNvSpPr txBox="1"/>
          <p:nvPr>
            <p:custDataLst>
              <p:tags r:id="rId44"/>
            </p:custDataLst>
          </p:nvPr>
        </p:nvSpPr>
        <p:spPr>
          <a:xfrm>
            <a:off x="4886325" y="4864735"/>
            <a:ext cx="63881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Phase03</a:t>
            </a:r>
            <a:endParaRPr sz="135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/>
          <p:cNvSpPr txBox="1"/>
          <p:nvPr>
            <p:custDataLst>
              <p:tags r:id="rId45"/>
            </p:custDataLst>
          </p:nvPr>
        </p:nvSpPr>
        <p:spPr>
          <a:xfrm>
            <a:off x="5068570" y="5360035"/>
            <a:ext cx="4102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评估</a:t>
            </a:r>
            <a:endParaRPr sz="120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6" name="图片 195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16667" b="-16667"/>
          <a:stretch>
            <a:fillRect/>
          </a:stretch>
        </p:blipFill>
        <p:spPr>
          <a:xfrm>
            <a:off x="5682615" y="5116830"/>
            <a:ext cx="170815" cy="190500"/>
          </a:xfrm>
          <a:prstGeom prst="rect">
            <a:avLst/>
          </a:prstGeom>
        </p:spPr>
      </p:pic>
      <p:sp>
        <p:nvSpPr>
          <p:cNvPr id="197" name="任意多边形 196"/>
          <p:cNvSpPr/>
          <p:nvPr>
            <p:custDataLst>
              <p:tags r:id="rId47"/>
            </p:custDataLst>
          </p:nvPr>
        </p:nvSpPr>
        <p:spPr>
          <a:xfrm>
            <a:off x="5942965" y="4787900"/>
            <a:ext cx="775970" cy="847725"/>
          </a:xfrm>
          <a:custGeom>
            <a:avLst/>
            <a:gdLst>
              <a:gd name="sw" fmla="*/ 1 w 1361"/>
              <a:gd name="sh" fmla="*/ 1 h 1335"/>
              <a:gd name="mins" fmla="min sw sh"/>
              <a:gd name="dsw" fmla="+- 0 sw mins"/>
              <a:gd name="dsh" fmla="+- 0 sh mins"/>
              <a:gd name="p0x0" fmla="*/ 150 w 1361"/>
              <a:gd name="p0y0" fmla="*/ 0 h 1335"/>
              <a:gd name="p0x1" fmla="*/ 1211 w 1361"/>
              <a:gd name="p0y1" fmla="*/ 0 h 1335"/>
              <a:gd name="p0x2" fmla="*/ 1294 w 1361"/>
              <a:gd name="p0y2" fmla="*/ 0 h 1335"/>
              <a:gd name="p0x3" fmla="*/ 1361 w 1361"/>
              <a:gd name="p0y3" fmla="*/ 67 h 1335"/>
              <a:gd name="p0x4" fmla="*/ 1361 w 1361"/>
              <a:gd name="p0y4" fmla="*/ 150 h 1335"/>
              <a:gd name="p0x5" fmla="*/ 1361 w 1361"/>
              <a:gd name="p0y5" fmla="*/ 1185 h 1335"/>
              <a:gd name="p0x6" fmla="*/ 1361 w 1361"/>
              <a:gd name="p0y6" fmla="*/ 1267 h 1335"/>
              <a:gd name="p0x7" fmla="*/ 1294 w 1361"/>
              <a:gd name="p0y7" fmla="*/ 1335 h 1335"/>
              <a:gd name="p0x8" fmla="*/ 1211 w 1361"/>
              <a:gd name="p0y8" fmla="*/ 1335 h 1335"/>
              <a:gd name="p0x9" fmla="*/ 150 w 1361"/>
              <a:gd name="p0y9" fmla="*/ 1335 h 1335"/>
              <a:gd name="p0x10" fmla="*/ 67 w 1361"/>
              <a:gd name="p0y10" fmla="*/ 1335 h 1335"/>
              <a:gd name="p0x11" fmla="*/ 0 w 1361"/>
              <a:gd name="p0y11" fmla="*/ 1267 h 1335"/>
              <a:gd name="p0x12" fmla="*/ 0 w 1361"/>
              <a:gd name="p0y12" fmla="*/ 1185 h 1335"/>
              <a:gd name="p0x13" fmla="*/ 0 w 1361"/>
              <a:gd name="p0y13" fmla="*/ 150 h 1335"/>
              <a:gd name="p0x14" fmla="*/ 0 w 1361"/>
              <a:gd name="p0y14" fmla="*/ 67 h 1335"/>
              <a:gd name="p0x15" fmla="*/ 67 w 1361"/>
              <a:gd name="p0y15" fmla="*/ 0 h 1335"/>
              <a:gd name="p0x16" fmla="*/ 150 w 1361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8" name="文本框 197"/>
          <p:cNvSpPr txBox="1"/>
          <p:nvPr>
            <p:custDataLst>
              <p:tags r:id="rId48"/>
            </p:custDataLst>
          </p:nvPr>
        </p:nvSpPr>
        <p:spPr>
          <a:xfrm>
            <a:off x="6012180" y="4864735"/>
            <a:ext cx="63881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Phase04</a:t>
            </a:r>
            <a:endParaRPr sz="1350" b="1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/>
          <p:cNvSpPr txBox="1"/>
          <p:nvPr>
            <p:custDataLst>
              <p:tags r:id="rId49"/>
            </p:custDataLst>
          </p:nvPr>
        </p:nvSpPr>
        <p:spPr>
          <a:xfrm>
            <a:off x="6194425" y="5360035"/>
            <a:ext cx="4102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系数</a:t>
            </a:r>
            <a:endParaRPr sz="120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任意多边形 199"/>
          <p:cNvSpPr/>
          <p:nvPr>
            <p:custDataLst>
              <p:tags r:id="rId50"/>
            </p:custDataLst>
          </p:nvPr>
        </p:nvSpPr>
        <p:spPr>
          <a:xfrm>
            <a:off x="7449820" y="3854450"/>
            <a:ext cx="4086225" cy="2181225"/>
          </a:xfrm>
          <a:custGeom>
            <a:avLst/>
            <a:gdLst>
              <a:gd name="sw" fmla="*/ 1 w 3795"/>
              <a:gd name="sh" fmla="*/ 1 h 3435"/>
              <a:gd name="mins" fmla="min sw sh"/>
              <a:gd name="dsw" fmla="+- 0 sw mins"/>
              <a:gd name="dsh" fmla="+- 0 sh mins"/>
              <a:gd name="p0x0" fmla="*/ 150 w 3795"/>
              <a:gd name="p0y0" fmla="*/ 0 h 3435"/>
              <a:gd name="p0x1" fmla="*/ 3645 w 3795"/>
              <a:gd name="p0y1" fmla="*/ 0 h 3435"/>
              <a:gd name="p0x2" fmla="*/ 3727 w 3795"/>
              <a:gd name="p0y2" fmla="*/ 0 h 3435"/>
              <a:gd name="p0x3" fmla="*/ 3795 w 3795"/>
              <a:gd name="p0y3" fmla="*/ 67 h 3435"/>
              <a:gd name="p0x4" fmla="*/ 3795 w 3795"/>
              <a:gd name="p0y4" fmla="*/ 150 h 3435"/>
              <a:gd name="p0x5" fmla="*/ 3795 w 3795"/>
              <a:gd name="p0y5" fmla="*/ 3285 h 3435"/>
              <a:gd name="p0x6" fmla="*/ 3795 w 3795"/>
              <a:gd name="p0y6" fmla="*/ 3367 h 3435"/>
              <a:gd name="p0x7" fmla="*/ 3727 w 3795"/>
              <a:gd name="p0y7" fmla="*/ 3435 h 3435"/>
              <a:gd name="p0x8" fmla="*/ 3645 w 3795"/>
              <a:gd name="p0y8" fmla="*/ 3435 h 3435"/>
              <a:gd name="p0x9" fmla="*/ 150 w 3795"/>
              <a:gd name="p0y9" fmla="*/ 3435 h 3435"/>
              <a:gd name="p0x10" fmla="*/ 67 w 3795"/>
              <a:gd name="p0y10" fmla="*/ 3435 h 3435"/>
              <a:gd name="p0x11" fmla="*/ 0 w 3795"/>
              <a:gd name="p0y11" fmla="*/ 3367 h 3435"/>
              <a:gd name="p0x12" fmla="*/ 0 w 3795"/>
              <a:gd name="p0y12" fmla="*/ 3285 h 3435"/>
              <a:gd name="p0x13" fmla="*/ 0 w 3795"/>
              <a:gd name="p0y13" fmla="*/ 150 h 3435"/>
              <a:gd name="p0x14" fmla="*/ 0 w 3795"/>
              <a:gd name="p0y14" fmla="*/ 67 h 3435"/>
              <a:gd name="p0x15" fmla="*/ 67 w 3795"/>
              <a:gd name="p0y15" fmla="*/ 0 h 3435"/>
              <a:gd name="p0x16" fmla="*/ 150 w 3795"/>
              <a:gd name="p0y16" fmla="*/ 0 h 3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1" name="任意多边形 200"/>
          <p:cNvSpPr/>
          <p:nvPr>
            <p:custDataLst>
              <p:tags r:id="rId51"/>
            </p:custDataLst>
          </p:nvPr>
        </p:nvSpPr>
        <p:spPr>
          <a:xfrm>
            <a:off x="7625080" y="4221480"/>
            <a:ext cx="307975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2" name="图片 201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7672070" y="4283075"/>
            <a:ext cx="213360" cy="214630"/>
          </a:xfrm>
          <a:prstGeom prst="rect">
            <a:avLst/>
          </a:prstGeom>
        </p:spPr>
      </p:pic>
      <p:sp>
        <p:nvSpPr>
          <p:cNvPr id="203" name="文本框 202"/>
          <p:cNvSpPr txBox="1"/>
          <p:nvPr>
            <p:custDataLst>
              <p:tags r:id="rId55"/>
            </p:custDataLst>
          </p:nvPr>
        </p:nvSpPr>
        <p:spPr>
          <a:xfrm>
            <a:off x="8035290" y="4234815"/>
            <a:ext cx="82042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演示流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任意多边形 203"/>
          <p:cNvSpPr/>
          <p:nvPr>
            <p:custDataLst>
              <p:tags r:id="rId56"/>
            </p:custDataLst>
          </p:nvPr>
        </p:nvSpPr>
        <p:spPr>
          <a:xfrm>
            <a:off x="7625080" y="4678680"/>
            <a:ext cx="1059815" cy="304800"/>
          </a:xfrm>
          <a:custGeom>
            <a:avLst/>
            <a:gdLst>
              <a:gd name="sw" fmla="*/ 1 w 1860"/>
              <a:gd name="sh" fmla="*/ 1 h 480"/>
              <a:gd name="mins" fmla="min sw sh"/>
              <a:gd name="dsw" fmla="+- 0 sw mins"/>
              <a:gd name="dsh" fmla="+- 0 sh mins"/>
              <a:gd name="p0x0" fmla="*/ 60 w 1860"/>
              <a:gd name="p0y0" fmla="*/ 0 h 480"/>
              <a:gd name="p0x1" fmla="*/ 1800 w 1860"/>
              <a:gd name="p0y1" fmla="*/ 0 h 480"/>
              <a:gd name="p0x2" fmla="*/ 1833 w 1860"/>
              <a:gd name="p0y2" fmla="*/ 0 h 480"/>
              <a:gd name="p0x3" fmla="*/ 1860 w 1860"/>
              <a:gd name="p0y3" fmla="*/ 26 h 480"/>
              <a:gd name="p0x4" fmla="*/ 1860 w 1860"/>
              <a:gd name="p0y4" fmla="*/ 60 h 480"/>
              <a:gd name="p0x5" fmla="*/ 1860 w 1860"/>
              <a:gd name="p0y5" fmla="*/ 420 h 480"/>
              <a:gd name="p0x6" fmla="*/ 1860 w 1860"/>
              <a:gd name="p0y6" fmla="*/ 453 h 480"/>
              <a:gd name="p0x7" fmla="*/ 1833 w 1860"/>
              <a:gd name="p0y7" fmla="*/ 480 h 480"/>
              <a:gd name="p0x8" fmla="*/ 1800 w 1860"/>
              <a:gd name="p0y8" fmla="*/ 480 h 480"/>
              <a:gd name="p0x9" fmla="*/ 60 w 1860"/>
              <a:gd name="p0y9" fmla="*/ 480 h 480"/>
              <a:gd name="p0x10" fmla="*/ 26 w 1860"/>
              <a:gd name="p0y10" fmla="*/ 480 h 480"/>
              <a:gd name="p0x11" fmla="*/ 0 w 1860"/>
              <a:gd name="p0y11" fmla="*/ 453 h 480"/>
              <a:gd name="p0x12" fmla="*/ 0 w 1860"/>
              <a:gd name="p0y12" fmla="*/ 420 h 480"/>
              <a:gd name="p0x13" fmla="*/ 0 w 1860"/>
              <a:gd name="p0y13" fmla="*/ 60 h 480"/>
              <a:gd name="p0x14" fmla="*/ 0 w 1860"/>
              <a:gd name="p0y14" fmla="*/ 26 h 480"/>
              <a:gd name="p0x15" fmla="*/ 26 w 1860"/>
              <a:gd name="p0y15" fmla="*/ 0 h 480"/>
              <a:gd name="p0x16" fmla="*/ 60 w 186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5" name="文本框 204"/>
          <p:cNvSpPr txBox="1"/>
          <p:nvPr>
            <p:custDataLst>
              <p:tags r:id="rId57"/>
            </p:custDataLst>
          </p:nvPr>
        </p:nvSpPr>
        <p:spPr>
          <a:xfrm>
            <a:off x="7693660" y="4716780"/>
            <a:ext cx="10769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输入营养特征</a:t>
            </a:r>
            <a:endParaRPr sz="135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6" name="图片 205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941" t="-27222" r="-2941" b="-27222"/>
          <a:stretch>
            <a:fillRect/>
          </a:stretch>
        </p:blipFill>
        <p:spPr>
          <a:xfrm>
            <a:off x="8738235" y="4740275"/>
            <a:ext cx="153670" cy="176530"/>
          </a:xfrm>
          <a:prstGeom prst="rect">
            <a:avLst/>
          </a:prstGeom>
        </p:spPr>
      </p:pic>
      <p:sp>
        <p:nvSpPr>
          <p:cNvPr id="207" name="任意多边形 206"/>
          <p:cNvSpPr/>
          <p:nvPr>
            <p:custDataLst>
              <p:tags r:id="rId61"/>
            </p:custDataLst>
          </p:nvPr>
        </p:nvSpPr>
        <p:spPr>
          <a:xfrm>
            <a:off x="9001760" y="4678680"/>
            <a:ext cx="680085" cy="304800"/>
          </a:xfrm>
          <a:custGeom>
            <a:avLst/>
            <a:gdLst>
              <a:gd name="sw" fmla="*/ 1 w 1194"/>
              <a:gd name="sh" fmla="*/ 1 h 480"/>
              <a:gd name="mins" fmla="min sw sh"/>
              <a:gd name="dsw" fmla="+- 0 sw mins"/>
              <a:gd name="dsh" fmla="+- 0 sh mins"/>
              <a:gd name="p0x0" fmla="*/ 60 w 1194"/>
              <a:gd name="p0y0" fmla="*/ 0 h 480"/>
              <a:gd name="p0x1" fmla="*/ 1134 w 1194"/>
              <a:gd name="p0y1" fmla="*/ 0 h 480"/>
              <a:gd name="p0x2" fmla="*/ 1167 w 1194"/>
              <a:gd name="p0y2" fmla="*/ 0 h 480"/>
              <a:gd name="p0x3" fmla="*/ 1194 w 1194"/>
              <a:gd name="p0y3" fmla="*/ 26 h 480"/>
              <a:gd name="p0x4" fmla="*/ 1194 w 1194"/>
              <a:gd name="p0y4" fmla="*/ 60 h 480"/>
              <a:gd name="p0x5" fmla="*/ 1194 w 1194"/>
              <a:gd name="p0y5" fmla="*/ 420 h 480"/>
              <a:gd name="p0x6" fmla="*/ 1194 w 1194"/>
              <a:gd name="p0y6" fmla="*/ 453 h 480"/>
              <a:gd name="p0x7" fmla="*/ 1167 w 1194"/>
              <a:gd name="p0y7" fmla="*/ 480 h 480"/>
              <a:gd name="p0x8" fmla="*/ 1134 w 1194"/>
              <a:gd name="p0y8" fmla="*/ 480 h 480"/>
              <a:gd name="p0x9" fmla="*/ 60 w 1194"/>
              <a:gd name="p0y9" fmla="*/ 480 h 480"/>
              <a:gd name="p0x10" fmla="*/ 26 w 1194"/>
              <a:gd name="p0y10" fmla="*/ 480 h 480"/>
              <a:gd name="p0x11" fmla="*/ 0 w 1194"/>
              <a:gd name="p0y11" fmla="*/ 453 h 480"/>
              <a:gd name="p0x12" fmla="*/ 0 w 1194"/>
              <a:gd name="p0y12" fmla="*/ 420 h 480"/>
              <a:gd name="p0x13" fmla="*/ 0 w 1194"/>
              <a:gd name="p0y13" fmla="*/ 60 h 480"/>
              <a:gd name="p0x14" fmla="*/ 0 w 1194"/>
              <a:gd name="p0y14" fmla="*/ 26 h 480"/>
              <a:gd name="p0x15" fmla="*/ 26 w 1194"/>
              <a:gd name="p0y15" fmla="*/ 0 h 480"/>
              <a:gd name="p0x16" fmla="*/ 60 w 1194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8" name="文本框 207"/>
          <p:cNvSpPr txBox="1"/>
          <p:nvPr>
            <p:custDataLst>
              <p:tags r:id="rId62"/>
            </p:custDataLst>
          </p:nvPr>
        </p:nvSpPr>
        <p:spPr>
          <a:xfrm>
            <a:off x="9070340" y="4716780"/>
            <a:ext cx="69723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</a:t>
            </a:r>
            <a:r>
              <a:rPr lang="zh-CN" sz="135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lang="zh-CN" sz="135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" name="图片 208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941" t="-27222" r="-2941" b="-27222"/>
          <a:stretch>
            <a:fillRect/>
          </a:stretch>
        </p:blipFill>
        <p:spPr>
          <a:xfrm>
            <a:off x="9767570" y="4740275"/>
            <a:ext cx="153670" cy="176530"/>
          </a:xfrm>
          <a:prstGeom prst="rect">
            <a:avLst/>
          </a:prstGeom>
        </p:spPr>
      </p:pic>
      <p:sp>
        <p:nvSpPr>
          <p:cNvPr id="210" name="任意多边形 209"/>
          <p:cNvSpPr/>
          <p:nvPr>
            <p:custDataLst>
              <p:tags r:id="rId64"/>
            </p:custDataLst>
          </p:nvPr>
        </p:nvSpPr>
        <p:spPr>
          <a:xfrm>
            <a:off x="9988550" y="4702175"/>
            <a:ext cx="751840" cy="304800"/>
          </a:xfrm>
          <a:custGeom>
            <a:avLst/>
            <a:gdLst>
              <a:gd name="sw" fmla="*/ 1 w 1320"/>
              <a:gd name="sh" fmla="*/ 1 h 480"/>
              <a:gd name="mins" fmla="min sw sh"/>
              <a:gd name="dsw" fmla="+- 0 sw mins"/>
              <a:gd name="dsh" fmla="+- 0 sh mins"/>
              <a:gd name="p0x0" fmla="*/ 60 w 1320"/>
              <a:gd name="p0y0" fmla="*/ 0 h 480"/>
              <a:gd name="p0x1" fmla="*/ 1260 w 1320"/>
              <a:gd name="p0y1" fmla="*/ 0 h 480"/>
              <a:gd name="p0x2" fmla="*/ 1293 w 1320"/>
              <a:gd name="p0y2" fmla="*/ 0 h 480"/>
              <a:gd name="p0x3" fmla="*/ 1320 w 1320"/>
              <a:gd name="p0y3" fmla="*/ 26 h 480"/>
              <a:gd name="p0x4" fmla="*/ 1320 w 1320"/>
              <a:gd name="p0y4" fmla="*/ 60 h 480"/>
              <a:gd name="p0x5" fmla="*/ 1320 w 1320"/>
              <a:gd name="p0y5" fmla="*/ 420 h 480"/>
              <a:gd name="p0x6" fmla="*/ 1320 w 1320"/>
              <a:gd name="p0y6" fmla="*/ 453 h 480"/>
              <a:gd name="p0x7" fmla="*/ 1293 w 1320"/>
              <a:gd name="p0y7" fmla="*/ 480 h 480"/>
              <a:gd name="p0x8" fmla="*/ 1260 w 1320"/>
              <a:gd name="p0y8" fmla="*/ 480 h 480"/>
              <a:gd name="p0x9" fmla="*/ 60 w 1320"/>
              <a:gd name="p0y9" fmla="*/ 480 h 480"/>
              <a:gd name="p0x10" fmla="*/ 26 w 1320"/>
              <a:gd name="p0y10" fmla="*/ 480 h 480"/>
              <a:gd name="p0x11" fmla="*/ 0 w 1320"/>
              <a:gd name="p0y11" fmla="*/ 453 h 480"/>
              <a:gd name="p0x12" fmla="*/ 0 w 1320"/>
              <a:gd name="p0y12" fmla="*/ 420 h 480"/>
              <a:gd name="p0x13" fmla="*/ 0 w 1320"/>
              <a:gd name="p0y13" fmla="*/ 60 h 480"/>
              <a:gd name="p0x14" fmla="*/ 0 w 1320"/>
              <a:gd name="p0y14" fmla="*/ 26 h 480"/>
              <a:gd name="p0x15" fmla="*/ 26 w 1320"/>
              <a:gd name="p0y15" fmla="*/ 0 h 480"/>
              <a:gd name="p0x16" fmla="*/ 60 w 132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1" name="文本框 210"/>
          <p:cNvSpPr txBox="1"/>
          <p:nvPr>
            <p:custDataLst>
              <p:tags r:id="rId65"/>
            </p:custDataLst>
          </p:nvPr>
        </p:nvSpPr>
        <p:spPr>
          <a:xfrm>
            <a:off x="10057130" y="4740275"/>
            <a:ext cx="76898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</a:rPr>
              <a:t>三类概率</a:t>
            </a:r>
            <a:endParaRPr sz="135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2" name="图片 211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7644130" y="5426075"/>
            <a:ext cx="153670" cy="176530"/>
          </a:xfrm>
          <a:prstGeom prst="rect">
            <a:avLst/>
          </a:prstGeom>
        </p:spPr>
      </p:pic>
      <p:sp>
        <p:nvSpPr>
          <p:cNvPr id="213" name="任意多边形 212"/>
          <p:cNvSpPr/>
          <p:nvPr>
            <p:custDataLst>
              <p:tags r:id="rId69"/>
            </p:custDataLst>
          </p:nvPr>
        </p:nvSpPr>
        <p:spPr>
          <a:xfrm>
            <a:off x="7851140" y="5364480"/>
            <a:ext cx="949960" cy="304800"/>
          </a:xfrm>
          <a:custGeom>
            <a:avLst/>
            <a:gdLst>
              <a:gd name="sw" fmla="*/ 1 w 1666"/>
              <a:gd name="sh" fmla="*/ 1 h 480"/>
              <a:gd name="mins" fmla="min sw sh"/>
              <a:gd name="dsw" fmla="+- 0 sw mins"/>
              <a:gd name="dsh" fmla="+- 0 sh mins"/>
              <a:gd name="p0x0" fmla="*/ 60 w 1666"/>
              <a:gd name="p0y0" fmla="*/ 0 h 480"/>
              <a:gd name="p0x1" fmla="*/ 1606 w 1666"/>
              <a:gd name="p0y1" fmla="*/ 0 h 480"/>
              <a:gd name="p0x2" fmla="*/ 1639 w 1666"/>
              <a:gd name="p0y2" fmla="*/ 0 h 480"/>
              <a:gd name="p0x3" fmla="*/ 1666 w 1666"/>
              <a:gd name="p0y3" fmla="*/ 26 h 480"/>
              <a:gd name="p0x4" fmla="*/ 1666 w 1666"/>
              <a:gd name="p0y4" fmla="*/ 60 h 480"/>
              <a:gd name="p0x5" fmla="*/ 1666 w 1666"/>
              <a:gd name="p0y5" fmla="*/ 420 h 480"/>
              <a:gd name="p0x6" fmla="*/ 1666 w 1666"/>
              <a:gd name="p0y6" fmla="*/ 453 h 480"/>
              <a:gd name="p0x7" fmla="*/ 1639 w 1666"/>
              <a:gd name="p0y7" fmla="*/ 480 h 480"/>
              <a:gd name="p0x8" fmla="*/ 1606 w 1666"/>
              <a:gd name="p0y8" fmla="*/ 480 h 480"/>
              <a:gd name="p0x9" fmla="*/ 60 w 1666"/>
              <a:gd name="p0y9" fmla="*/ 480 h 480"/>
              <a:gd name="p0x10" fmla="*/ 26 w 1666"/>
              <a:gd name="p0y10" fmla="*/ 480 h 480"/>
              <a:gd name="p0x11" fmla="*/ 0 w 1666"/>
              <a:gd name="p0y11" fmla="*/ 453 h 480"/>
              <a:gd name="p0x12" fmla="*/ 0 w 1666"/>
              <a:gd name="p0y12" fmla="*/ 420 h 480"/>
              <a:gd name="p0x13" fmla="*/ 0 w 1666"/>
              <a:gd name="p0y13" fmla="*/ 60 h 480"/>
              <a:gd name="p0x14" fmla="*/ 0 w 1666"/>
              <a:gd name="p0y14" fmla="*/ 26 h 480"/>
              <a:gd name="p0x15" fmla="*/ 26 w 1666"/>
              <a:gd name="p0y15" fmla="*/ 0 h 480"/>
              <a:gd name="p0x16" fmla="*/ 60 w 1666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4" name="文本框 213"/>
          <p:cNvSpPr txBox="1"/>
          <p:nvPr>
            <p:custDataLst>
              <p:tags r:id="rId70"/>
            </p:custDataLst>
          </p:nvPr>
        </p:nvSpPr>
        <p:spPr>
          <a:xfrm>
            <a:off x="7920355" y="5402580"/>
            <a:ext cx="96647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350">
                <a:solidFill>
                  <a:srgbClr val="294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营养解读</a:t>
            </a:r>
            <a:endParaRPr lang="zh-CN" sz="1350">
              <a:solidFill>
                <a:srgbClr val="294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" name="任意多边形 77"/>
          <p:cNvSpPr/>
          <p:nvPr>
            <p:custDataLst>
              <p:tags r:id="rId1"/>
            </p:custDataLst>
          </p:nvPr>
        </p:nvSpPr>
        <p:spPr>
          <a:xfrm>
            <a:off x="3562985" y="3679825"/>
            <a:ext cx="8629650" cy="2725420"/>
          </a:xfrm>
          <a:custGeom>
            <a:avLst/>
            <a:gdLst>
              <a:gd name="sw" fmla="*/ 1 w 17385"/>
              <a:gd name="sh" fmla="*/ 1 h 4227"/>
              <a:gd name="mins" fmla="min sw sh"/>
              <a:gd name="dsw" fmla="+- 0 sw mins"/>
              <a:gd name="dsh" fmla="+- 0 sh mins"/>
              <a:gd name="p0x0" fmla="*/ 150 w 17385"/>
              <a:gd name="p0y0" fmla="*/ 0 h 4227"/>
              <a:gd name="p0x1" fmla="*/ 17235 w 17385"/>
              <a:gd name="p0y1" fmla="*/ 0 h 4227"/>
              <a:gd name="p0x2" fmla="*/ 17317 w 17385"/>
              <a:gd name="p0y2" fmla="*/ 0 h 4227"/>
              <a:gd name="p0x3" fmla="*/ 17385 w 17385"/>
              <a:gd name="p0y3" fmla="*/ 67 h 4227"/>
              <a:gd name="p0x4" fmla="*/ 17385 w 17385"/>
              <a:gd name="p0y4" fmla="*/ 150 h 4227"/>
              <a:gd name="p0x5" fmla="*/ 17385 w 17385"/>
              <a:gd name="p0y5" fmla="*/ 4077 h 4227"/>
              <a:gd name="p0x6" fmla="*/ 17385 w 17385"/>
              <a:gd name="p0y6" fmla="*/ 4159 h 4227"/>
              <a:gd name="p0x7" fmla="*/ 17317 w 17385"/>
              <a:gd name="p0y7" fmla="*/ 4227 h 4227"/>
              <a:gd name="p0x8" fmla="*/ 17235 w 17385"/>
              <a:gd name="p0y8" fmla="*/ 4227 h 4227"/>
              <a:gd name="p0x9" fmla="*/ 150 w 17385"/>
              <a:gd name="p0y9" fmla="*/ 4227 h 4227"/>
              <a:gd name="p0x10" fmla="*/ 67 w 17385"/>
              <a:gd name="p0y10" fmla="*/ 4227 h 4227"/>
              <a:gd name="p0x11" fmla="*/ 0 w 17385"/>
              <a:gd name="p0y11" fmla="*/ 4159 h 4227"/>
              <a:gd name="p0x12" fmla="*/ 0 w 17385"/>
              <a:gd name="p0y12" fmla="*/ 4077 h 4227"/>
              <a:gd name="p0x13" fmla="*/ 0 w 17385"/>
              <a:gd name="p0y13" fmla="*/ 150 h 4227"/>
              <a:gd name="p0x14" fmla="*/ 0 w 17385"/>
              <a:gd name="p0y14" fmla="*/ 67 h 4227"/>
              <a:gd name="p0x15" fmla="*/ 67 w 17385"/>
              <a:gd name="p0y15" fmla="*/ 0 h 4227"/>
              <a:gd name="p0x16" fmla="*/ 150 w 17385"/>
              <a:gd name="p0y16" fmla="*/ 0 h 42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0" name="图片 39" descr="http://www.gzu.edu.cn/gzu/biaosh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43" descr="贵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45" name="直接连接符 44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4.2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测试验证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48" name="菱形 47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4"/>
            </p:custDataLst>
          </p:nvPr>
        </p:nvSpPr>
        <p:spPr>
          <a:xfrm>
            <a:off x="3562985" y="891540"/>
            <a:ext cx="8462010" cy="2748915"/>
          </a:xfrm>
          <a:custGeom>
            <a:avLst/>
            <a:gdLst>
              <a:gd name="sw" fmla="*/ 1 w 17385"/>
              <a:gd name="sh" fmla="*/ 1 h 4227"/>
              <a:gd name="mins" fmla="min sw sh"/>
              <a:gd name="dsw" fmla="+- 0 sw mins"/>
              <a:gd name="dsh" fmla="+- 0 sh mins"/>
              <a:gd name="p0x0" fmla="*/ 150 w 17385"/>
              <a:gd name="p0y0" fmla="*/ 0 h 4227"/>
              <a:gd name="p0x1" fmla="*/ 17235 w 17385"/>
              <a:gd name="p0y1" fmla="*/ 0 h 4227"/>
              <a:gd name="p0x2" fmla="*/ 17317 w 17385"/>
              <a:gd name="p0y2" fmla="*/ 0 h 4227"/>
              <a:gd name="p0x3" fmla="*/ 17385 w 17385"/>
              <a:gd name="p0y3" fmla="*/ 67 h 4227"/>
              <a:gd name="p0x4" fmla="*/ 17385 w 17385"/>
              <a:gd name="p0y4" fmla="*/ 150 h 4227"/>
              <a:gd name="p0x5" fmla="*/ 17385 w 17385"/>
              <a:gd name="p0y5" fmla="*/ 4077 h 4227"/>
              <a:gd name="p0x6" fmla="*/ 17385 w 17385"/>
              <a:gd name="p0y6" fmla="*/ 4159 h 4227"/>
              <a:gd name="p0x7" fmla="*/ 17317 w 17385"/>
              <a:gd name="p0y7" fmla="*/ 4227 h 4227"/>
              <a:gd name="p0x8" fmla="*/ 17235 w 17385"/>
              <a:gd name="p0y8" fmla="*/ 4227 h 4227"/>
              <a:gd name="p0x9" fmla="*/ 150 w 17385"/>
              <a:gd name="p0y9" fmla="*/ 4227 h 4227"/>
              <a:gd name="p0x10" fmla="*/ 67 w 17385"/>
              <a:gd name="p0y10" fmla="*/ 4227 h 4227"/>
              <a:gd name="p0x11" fmla="*/ 0 w 17385"/>
              <a:gd name="p0y11" fmla="*/ 4159 h 4227"/>
              <a:gd name="p0x12" fmla="*/ 0 w 17385"/>
              <a:gd name="p0y12" fmla="*/ 4077 h 4227"/>
              <a:gd name="p0x13" fmla="*/ 0 w 17385"/>
              <a:gd name="p0y13" fmla="*/ 150 h 4227"/>
              <a:gd name="p0x14" fmla="*/ 0 w 17385"/>
              <a:gd name="p0y14" fmla="*/ 67 h 4227"/>
              <a:gd name="p0x15" fmla="*/ 67 w 17385"/>
              <a:gd name="p0y15" fmla="*/ 0 h 4227"/>
              <a:gd name="p0x16" fmla="*/ 150 w 17385"/>
              <a:gd name="p0y16" fmla="*/ 0 h 42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F0"/>
            </a:solidFill>
            <a:prstDash val="solid"/>
          </a:ln>
          <a:effectLst>
            <a:outerShdw blurRad="85725" dist="19050" dir="5399999" algn="ctr" rotWithShape="0">
              <a:srgbClr val="102346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5"/>
            </p:custDataLst>
          </p:nvPr>
        </p:nvSpPr>
        <p:spPr>
          <a:xfrm>
            <a:off x="2183765" y="1071245"/>
            <a:ext cx="9293225" cy="156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案例测试</a:t>
            </a:r>
            <a:endParaRPr lang="zh-CN" altLang="en-US"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2" name="表格 71"/>
          <p:cNvGraphicFramePr/>
          <p:nvPr>
            <p:custDataLst>
              <p:tags r:id="rId6"/>
            </p:custDataLst>
          </p:nvPr>
        </p:nvGraphicFramePr>
        <p:xfrm>
          <a:off x="3820795" y="1176655"/>
          <a:ext cx="7985760" cy="2119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845"/>
                <a:gridCol w="864870"/>
                <a:gridCol w="1104900"/>
                <a:gridCol w="1026795"/>
                <a:gridCol w="1501140"/>
                <a:gridCol w="1553210"/>
              </a:tblGrid>
              <a:tr h="486410"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食品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热量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(kcal)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糖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(g)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碳水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(g)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膳食纤维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(g)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脂肪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(g)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</a:tr>
              <a:tr h="407670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水煮西蓝花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1.7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2.6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0.4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305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经典甜甜圈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420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52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1.2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煎西冷牛排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240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305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燕麦全麦包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250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4.2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48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7.4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3.2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表格 75"/>
          <p:cNvGraphicFramePr/>
          <p:nvPr>
            <p:custDataLst>
              <p:tags r:id="rId7"/>
            </p:custDataLst>
          </p:nvPr>
        </p:nvGraphicFramePr>
        <p:xfrm>
          <a:off x="3821430" y="3847465"/>
          <a:ext cx="8226425" cy="236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95"/>
                <a:gridCol w="1036320"/>
                <a:gridCol w="960755"/>
                <a:gridCol w="2139315"/>
                <a:gridCol w="2694940"/>
              </a:tblGrid>
              <a:tr h="372745"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食品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 wrap="square"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概率概要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食品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4574D4"/>
                    </a:solidFill>
                  </a:tcPr>
                </a:tc>
              </a:tr>
              <a:tr h="499110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水煮西蓝花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适量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✓ </a:t>
                      </a:r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适量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47% / 30% / 23%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水煮西蓝花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经典甜甜圈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少吃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✓ </a:t>
                      </a:r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少吃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少吃 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85%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经典甜甜圈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9745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煎西冷牛排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少吃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✓ </a:t>
                      </a:r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少吃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少吃 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55%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煎西冷牛排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燕麦全麦包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适量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✓ </a:t>
                      </a:r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适量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适量 </a:t>
                      </a:r>
                      <a:r>
                        <a:rPr lang="en-US" altLang="zh-CN" sz="1400" b="0" i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48%</a:t>
                      </a:r>
                      <a:endParaRPr lang="en-US" altLang="zh-CN" sz="1400" b="0" i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zh-CN" altLang="en-US" sz="14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燕麦全麦包</a:t>
                      </a:r>
                      <a:endParaRPr lang="zh-CN" altLang="en-US" sz="14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7467" marR="57467" marT="32067" marB="32067" anchor="t" anchorCtr="0">
                    <a:lnL w="9525">
                      <a:solidFill>
                        <a:srgbClr val="B8D4F0"/>
                      </a:solidFill>
                      <a:prstDash val="solid"/>
                    </a:lnL>
                    <a:lnR w="9525">
                      <a:solidFill>
                        <a:srgbClr val="B8D4F0"/>
                      </a:solidFill>
                      <a:prstDash val="solid"/>
                    </a:lnR>
                    <a:lnT w="9525">
                      <a:solidFill>
                        <a:srgbClr val="B8D4F0"/>
                      </a:solidFill>
                      <a:prstDash val="solid"/>
                    </a:lnT>
                    <a:lnB w="9525">
                      <a:solidFill>
                        <a:srgbClr val="B8D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文本框 78"/>
          <p:cNvSpPr txBox="1"/>
          <p:nvPr>
            <p:custDataLst>
              <p:tags r:id="rId8"/>
            </p:custDataLst>
          </p:nvPr>
        </p:nvSpPr>
        <p:spPr>
          <a:xfrm>
            <a:off x="2141855" y="3898265"/>
            <a:ext cx="9293225" cy="156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</a:t>
            </a:r>
            <a:endParaRPr lang="zh-CN" altLang="en-US"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2172970" y="3766185"/>
            <a:ext cx="5250180" cy="2949575"/>
          </a:xfrm>
          <a:custGeom>
            <a:avLst/>
            <a:gdLst>
              <a:gd name="sw" fmla="*/ 1 w 3013"/>
              <a:gd name="sh" fmla="*/ 1 h 1372"/>
              <a:gd name="mins" fmla="min sw sh"/>
              <a:gd name="dsw" fmla="+- 0 sw mins"/>
              <a:gd name="dsh" fmla="+- 0 sh mins"/>
              <a:gd name="p0x0" fmla="*/ 150 w 3013"/>
              <a:gd name="p0y0" fmla="*/ 0 h 1372"/>
              <a:gd name="p0x1" fmla="*/ 2863 w 3013"/>
              <a:gd name="p0y1" fmla="*/ 0 h 1372"/>
              <a:gd name="p0x2" fmla="*/ 2946 w 3013"/>
              <a:gd name="p0y2" fmla="*/ 0 h 1372"/>
              <a:gd name="p0x3" fmla="*/ 3013 w 3013"/>
              <a:gd name="p0y3" fmla="*/ 67 h 1372"/>
              <a:gd name="p0x4" fmla="*/ 3013 w 3013"/>
              <a:gd name="p0y4" fmla="*/ 150 h 1372"/>
              <a:gd name="p0x5" fmla="*/ 3013 w 3013"/>
              <a:gd name="p0y5" fmla="*/ 1222 h 1372"/>
              <a:gd name="p0x6" fmla="*/ 3013 w 3013"/>
              <a:gd name="p0y6" fmla="*/ 1305 h 1372"/>
              <a:gd name="p0x7" fmla="*/ 2946 w 3013"/>
              <a:gd name="p0y7" fmla="*/ 1372 h 1372"/>
              <a:gd name="p0x8" fmla="*/ 2863 w 3013"/>
              <a:gd name="p0y8" fmla="*/ 1372 h 1372"/>
              <a:gd name="p0x9" fmla="*/ 150 w 3013"/>
              <a:gd name="p0y9" fmla="*/ 1372 h 1372"/>
              <a:gd name="p0x10" fmla="*/ 67 w 3013"/>
              <a:gd name="p0y10" fmla="*/ 1372 h 1372"/>
              <a:gd name="p0x11" fmla="*/ 0 w 3013"/>
              <a:gd name="p0y11" fmla="*/ 1305 h 1372"/>
              <a:gd name="p0x12" fmla="*/ 0 w 3013"/>
              <a:gd name="p0y12" fmla="*/ 1222 h 1372"/>
              <a:gd name="p0x13" fmla="*/ 0 w 3013"/>
              <a:gd name="p0y13" fmla="*/ 150 h 1372"/>
              <a:gd name="p0x14" fmla="*/ 0 w 3013"/>
              <a:gd name="p0y14" fmla="*/ 67 h 1372"/>
              <a:gd name="p0x15" fmla="*/ 67 w 3013"/>
              <a:gd name="p0y15" fmla="*/ 0 h 1372"/>
              <a:gd name="p0x16" fmla="*/ 150 w 3013"/>
              <a:gd name="p0y16" fmla="*/ 0 h 13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2184400" y="750570"/>
            <a:ext cx="5250180" cy="2949575"/>
          </a:xfrm>
          <a:custGeom>
            <a:avLst/>
            <a:gdLst>
              <a:gd name="sw" fmla="*/ 1 w 3013"/>
              <a:gd name="sh" fmla="*/ 1 h 1372"/>
              <a:gd name="mins" fmla="min sw sh"/>
              <a:gd name="dsw" fmla="+- 0 sw mins"/>
              <a:gd name="dsh" fmla="+- 0 sh mins"/>
              <a:gd name="p0x0" fmla="*/ 150 w 3013"/>
              <a:gd name="p0y0" fmla="*/ 0 h 1372"/>
              <a:gd name="p0x1" fmla="*/ 2863 w 3013"/>
              <a:gd name="p0y1" fmla="*/ 0 h 1372"/>
              <a:gd name="p0x2" fmla="*/ 2946 w 3013"/>
              <a:gd name="p0y2" fmla="*/ 0 h 1372"/>
              <a:gd name="p0x3" fmla="*/ 3013 w 3013"/>
              <a:gd name="p0y3" fmla="*/ 67 h 1372"/>
              <a:gd name="p0x4" fmla="*/ 3013 w 3013"/>
              <a:gd name="p0y4" fmla="*/ 150 h 1372"/>
              <a:gd name="p0x5" fmla="*/ 3013 w 3013"/>
              <a:gd name="p0y5" fmla="*/ 1222 h 1372"/>
              <a:gd name="p0x6" fmla="*/ 3013 w 3013"/>
              <a:gd name="p0y6" fmla="*/ 1305 h 1372"/>
              <a:gd name="p0x7" fmla="*/ 2946 w 3013"/>
              <a:gd name="p0y7" fmla="*/ 1372 h 1372"/>
              <a:gd name="p0x8" fmla="*/ 2863 w 3013"/>
              <a:gd name="p0y8" fmla="*/ 1372 h 1372"/>
              <a:gd name="p0x9" fmla="*/ 150 w 3013"/>
              <a:gd name="p0y9" fmla="*/ 1372 h 1372"/>
              <a:gd name="p0x10" fmla="*/ 67 w 3013"/>
              <a:gd name="p0y10" fmla="*/ 1372 h 1372"/>
              <a:gd name="p0x11" fmla="*/ 0 w 3013"/>
              <a:gd name="p0y11" fmla="*/ 1305 h 1372"/>
              <a:gd name="p0x12" fmla="*/ 0 w 3013"/>
              <a:gd name="p0y12" fmla="*/ 1222 h 1372"/>
              <a:gd name="p0x13" fmla="*/ 0 w 3013"/>
              <a:gd name="p0y13" fmla="*/ 150 h 1372"/>
              <a:gd name="p0x14" fmla="*/ 0 w 3013"/>
              <a:gd name="p0y14" fmla="*/ 67 h 1372"/>
              <a:gd name="p0x15" fmla="*/ 67 w 3013"/>
              <a:gd name="p0y15" fmla="*/ 0 h 1372"/>
              <a:gd name="p0x16" fmla="*/ 150 w 3013"/>
              <a:gd name="p0y16" fmla="*/ 0 h 13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574D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0" name="图片 39" descr="http://www.gzu.edu.cn/gzu/biaosh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43" descr="贵大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45" name="直接连接符 44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4.2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测试验证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48" name="菱形 47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925" y="893445"/>
            <a:ext cx="5000625" cy="26873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3881755"/>
            <a:ext cx="5001260" cy="273431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807325" y="988060"/>
            <a:ext cx="1357630" cy="344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20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水煮西蓝花</a:t>
            </a:r>
            <a:endParaRPr lang="zh-CN" sz="20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807325" y="1452245"/>
            <a:ext cx="4035425" cy="280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输入热量 35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kcal、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低脂低糖，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预测为「适量」，置信度 47%，三类概率较接近（47%/30%/23%），属于边界案例；</a:t>
            </a:r>
            <a:endParaRPr lang="zh-CN" altLang="en-US" sz="133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西蓝花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 因热量、脂肪、糖分极低，膳食纤维丰富、升糖指数低，故判为「适量」。对糖尿病患者有利处在于有助于稳定血糖、控制体重；过量可能引起腹胀。建议每餐食用 100～150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g，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可搭配优质蛋白。</a:t>
            </a:r>
            <a:endParaRPr lang="zh-CN" altLang="en-US" sz="133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7934325" y="3851275"/>
            <a:ext cx="1357630" cy="344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20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甜甜圈</a:t>
            </a:r>
            <a:endParaRPr lang="zh-CN" sz="20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934325" y="4229100"/>
            <a:ext cx="4035425" cy="2806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输入热量 420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kcal、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 28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g、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脂肪 22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g，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属高糖高脂食品，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85% 置信度判为「少吃」，概率分布明确（85%/12%/3%）；</a:t>
            </a:r>
            <a:endParaRPr lang="zh-CN" altLang="en-US" sz="133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甜甜圈 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 因高糖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高饱和脂肪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高钠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高碳水</a:t>
            </a:r>
            <a:r>
              <a:rPr lang="en-US" altLang="zh-CN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33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易引发血糖快速升高，故判为「少吃」。弊处为升糖快、增加心血管风险，几乎无健康益处。建议不宜经常食用；若食用应减量，并搭配富含膳食纤维的食物。</a:t>
            </a:r>
            <a:endParaRPr lang="zh-CN" altLang="en-US" sz="133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圆角矩形 112"/>
          <p:cNvSpPr/>
          <p:nvPr/>
        </p:nvSpPr>
        <p:spPr>
          <a:xfrm>
            <a:off x="7350125" y="2647950"/>
            <a:ext cx="3145790" cy="702310"/>
          </a:xfrm>
          <a:prstGeom prst="roundRect">
            <a:avLst/>
          </a:prstGeom>
          <a:solidFill>
            <a:srgbClr val="538F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grpSp>
        <p:nvGrpSpPr>
          <p:cNvPr id="102" name="组合 101"/>
          <p:cNvGrpSpPr/>
          <p:nvPr>
            <p:custDataLst>
              <p:tags r:id="rId1"/>
            </p:custDataLst>
          </p:nvPr>
        </p:nvGrpSpPr>
        <p:grpSpPr>
          <a:xfrm rot="0">
            <a:off x="2310130" y="1511935"/>
            <a:ext cx="4457997" cy="3781731"/>
            <a:chOff x="2102" y="3422"/>
            <a:chExt cx="14997" cy="12359"/>
          </a:xfrm>
        </p:grpSpPr>
        <p:sp>
          <p:nvSpPr>
            <p:cNvPr id="103" name="任意多边形: 形状 2678"/>
            <p:cNvSpPr/>
            <p:nvPr>
              <p:custDataLst>
                <p:tags r:id="rId2"/>
              </p:custDataLst>
            </p:nvPr>
          </p:nvSpPr>
          <p:spPr>
            <a:xfrm>
              <a:off x="2102" y="3422"/>
              <a:ext cx="14997" cy="12359"/>
            </a:xfrm>
            <a:custGeom>
              <a:avLst/>
              <a:gdLst>
                <a:gd name="connsiteX0" fmla="*/ 1242647 w 3819074"/>
                <a:gd name="connsiteY0" fmla="*/ 3146242 h 3146477"/>
                <a:gd name="connsiteX1" fmla="*/ 920417 w 3819074"/>
                <a:gd name="connsiteY1" fmla="*/ 3039753 h 3146477"/>
                <a:gd name="connsiteX2" fmla="*/ 789924 w 3819074"/>
                <a:gd name="connsiteY2" fmla="*/ 2482445 h 3146477"/>
                <a:gd name="connsiteX3" fmla="*/ 746204 w 3819074"/>
                <a:gd name="connsiteY3" fmla="*/ 1937806 h 3146477"/>
                <a:gd name="connsiteX4" fmla="*/ 392065 w 3819074"/>
                <a:gd name="connsiteY4" fmla="*/ 1430885 h 3146477"/>
                <a:gd name="connsiteX5" fmla="*/ 82788 w 3819074"/>
                <a:gd name="connsiteY5" fmla="*/ 430760 h 3146477"/>
                <a:gd name="connsiteX6" fmla="*/ 884602 w 3819074"/>
                <a:gd name="connsiteY6" fmla="*/ 272550 h 3146477"/>
                <a:gd name="connsiteX7" fmla="*/ 1425051 w 3819074"/>
                <a:gd name="connsiteY7" fmla="*/ 288933 h 3146477"/>
                <a:gd name="connsiteX8" fmla="*/ 1948926 w 3819074"/>
                <a:gd name="connsiteY8" fmla="*/ 134438 h 3146477"/>
                <a:gd name="connsiteX9" fmla="*/ 2838942 w 3819074"/>
                <a:gd name="connsiteY9" fmla="*/ 109292 h 3146477"/>
                <a:gd name="connsiteX10" fmla="*/ 2859802 w 3819074"/>
                <a:gd name="connsiteY10" fmla="*/ 123008 h 3146477"/>
                <a:gd name="connsiteX11" fmla="*/ 3817445 w 3819074"/>
                <a:gd name="connsiteY11" fmla="*/ 1236575 h 3146477"/>
                <a:gd name="connsiteX12" fmla="*/ 3633803 w 3819074"/>
                <a:gd name="connsiteY12" fmla="*/ 1774262 h 3146477"/>
                <a:gd name="connsiteX13" fmla="*/ 3345672 w 3819074"/>
                <a:gd name="connsiteY13" fmla="*/ 2532071 h 3146477"/>
                <a:gd name="connsiteX14" fmla="*/ 3285760 w 3819074"/>
                <a:gd name="connsiteY14" fmla="*/ 2638655 h 3146477"/>
                <a:gd name="connsiteX15" fmla="*/ 2827893 w 3819074"/>
                <a:gd name="connsiteY15" fmla="*/ 2609318 h 3146477"/>
                <a:gd name="connsiteX16" fmla="*/ 2312686 w 3819074"/>
                <a:gd name="connsiteY16" fmla="*/ 2568647 h 3146477"/>
                <a:gd name="connsiteX17" fmla="*/ 1865011 w 3819074"/>
                <a:gd name="connsiteY17" fmla="*/ 2849444 h 3146477"/>
                <a:gd name="connsiteX18" fmla="*/ 1242647 w 3819074"/>
                <a:gd name="connsiteY18" fmla="*/ 3146242 h 3146477"/>
                <a:gd name="connsiteX19" fmla="*/ 529034 w 3819074"/>
                <a:gd name="connsiteY19" fmla="*/ 254548 h 3146477"/>
                <a:gd name="connsiteX20" fmla="*/ 90884 w 3819074"/>
                <a:gd name="connsiteY20" fmla="*/ 436189 h 3146477"/>
                <a:gd name="connsiteX21" fmla="*/ 399685 w 3819074"/>
                <a:gd name="connsiteY21" fmla="*/ 1424885 h 3146477"/>
                <a:gd name="connsiteX22" fmla="*/ 754872 w 3819074"/>
                <a:gd name="connsiteY22" fmla="*/ 1933424 h 3146477"/>
                <a:gd name="connsiteX23" fmla="*/ 799639 w 3819074"/>
                <a:gd name="connsiteY23" fmla="*/ 2483493 h 3146477"/>
                <a:gd name="connsiteX24" fmla="*/ 925846 w 3819074"/>
                <a:gd name="connsiteY24" fmla="*/ 3031752 h 3146477"/>
                <a:gd name="connsiteX25" fmla="*/ 1859867 w 3819074"/>
                <a:gd name="connsiteY25" fmla="*/ 2841728 h 3146477"/>
                <a:gd name="connsiteX26" fmla="*/ 2308876 w 3819074"/>
                <a:gd name="connsiteY26" fmla="*/ 2559979 h 3146477"/>
                <a:gd name="connsiteX27" fmla="*/ 2830370 w 3819074"/>
                <a:gd name="connsiteY27" fmla="*/ 2600079 h 3146477"/>
                <a:gd name="connsiteX28" fmla="*/ 3280616 w 3819074"/>
                <a:gd name="connsiteY28" fmla="*/ 2630845 h 3146477"/>
                <a:gd name="connsiteX29" fmla="*/ 3336433 w 3819074"/>
                <a:gd name="connsiteY29" fmla="*/ 2530832 h 3146477"/>
                <a:gd name="connsiteX30" fmla="*/ 3625707 w 3819074"/>
                <a:gd name="connsiteY30" fmla="*/ 1769594 h 3146477"/>
                <a:gd name="connsiteX31" fmla="*/ 3808206 w 3819074"/>
                <a:gd name="connsiteY31" fmla="*/ 1237337 h 3146477"/>
                <a:gd name="connsiteX32" fmla="*/ 2855706 w 3819074"/>
                <a:gd name="connsiteY32" fmla="*/ 131199 h 3146477"/>
                <a:gd name="connsiteX33" fmla="*/ 2834751 w 3819074"/>
                <a:gd name="connsiteY33" fmla="*/ 117483 h 3146477"/>
                <a:gd name="connsiteX34" fmla="*/ 1953212 w 3819074"/>
                <a:gd name="connsiteY34" fmla="*/ 143486 h 3146477"/>
                <a:gd name="connsiteX35" fmla="*/ 1427147 w 3819074"/>
                <a:gd name="connsiteY35" fmla="*/ 298553 h 3146477"/>
                <a:gd name="connsiteX36" fmla="*/ 884221 w 3819074"/>
                <a:gd name="connsiteY36" fmla="*/ 282170 h 3146477"/>
                <a:gd name="connsiteX37" fmla="*/ 529034 w 3819074"/>
                <a:gd name="connsiteY37" fmla="*/ 254548 h 3146477"/>
                <a:gd name="connsiteX38" fmla="*/ 1241981 w 3819074"/>
                <a:gd name="connsiteY38" fmla="*/ 2764386 h 3146477"/>
                <a:gd name="connsiteX39" fmla="*/ 1241981 w 3819074"/>
                <a:gd name="connsiteY39" fmla="*/ 2764386 h 3146477"/>
                <a:gd name="connsiteX40" fmla="*/ 1157589 w 3819074"/>
                <a:gd name="connsiteY40" fmla="*/ 2737906 h 3146477"/>
                <a:gd name="connsiteX41" fmla="*/ 1155303 w 3819074"/>
                <a:gd name="connsiteY41" fmla="*/ 2736667 h 3146477"/>
                <a:gd name="connsiteX42" fmla="*/ 1155303 w 3819074"/>
                <a:gd name="connsiteY42" fmla="*/ 2734096 h 3146477"/>
                <a:gd name="connsiteX43" fmla="*/ 1169305 w 3819074"/>
                <a:gd name="connsiteY43" fmla="*/ 2523117 h 3146477"/>
                <a:gd name="connsiteX44" fmla="*/ 1085009 w 3819074"/>
                <a:gd name="connsiteY44" fmla="*/ 1762355 h 3146477"/>
                <a:gd name="connsiteX45" fmla="*/ 690197 w 3819074"/>
                <a:gd name="connsiteY45" fmla="*/ 1193618 h 3146477"/>
                <a:gd name="connsiteX46" fmla="*/ 402447 w 3819074"/>
                <a:gd name="connsiteY46" fmla="*/ 777947 h 3146477"/>
                <a:gd name="connsiteX47" fmla="*/ 399113 w 3819074"/>
                <a:gd name="connsiteY47" fmla="*/ 643263 h 3146477"/>
                <a:gd name="connsiteX48" fmla="*/ 399970 w 3819074"/>
                <a:gd name="connsiteY48" fmla="*/ 642025 h 3146477"/>
                <a:gd name="connsiteX49" fmla="*/ 401304 w 3819074"/>
                <a:gd name="connsiteY49" fmla="*/ 641453 h 3146477"/>
                <a:gd name="connsiteX50" fmla="*/ 530368 w 3819074"/>
                <a:gd name="connsiteY50" fmla="*/ 626213 h 3146477"/>
                <a:gd name="connsiteX51" fmla="*/ 841645 w 3819074"/>
                <a:gd name="connsiteY51" fmla="*/ 651264 h 3146477"/>
                <a:gd name="connsiteX52" fmla="*/ 1255315 w 3819074"/>
                <a:gd name="connsiteY52" fmla="*/ 682220 h 3146477"/>
                <a:gd name="connsiteX53" fmla="*/ 1485249 w 3819074"/>
                <a:gd name="connsiteY53" fmla="*/ 665742 h 3146477"/>
                <a:gd name="connsiteX54" fmla="*/ 2082086 w 3819074"/>
                <a:gd name="connsiteY54" fmla="*/ 492101 h 3146477"/>
                <a:gd name="connsiteX55" fmla="*/ 2483183 w 3819074"/>
                <a:gd name="connsiteY55" fmla="*/ 381516 h 3146477"/>
                <a:gd name="connsiteX56" fmla="*/ 2630630 w 3819074"/>
                <a:gd name="connsiteY56" fmla="*/ 428665 h 3146477"/>
                <a:gd name="connsiteX57" fmla="*/ 2651681 w 3819074"/>
                <a:gd name="connsiteY57" fmla="*/ 441905 h 3146477"/>
                <a:gd name="connsiteX58" fmla="*/ 3437683 w 3819074"/>
                <a:gd name="connsiteY58" fmla="*/ 1267246 h 3146477"/>
                <a:gd name="connsiteX59" fmla="*/ 3301381 w 3819074"/>
                <a:gd name="connsiteY59" fmla="*/ 1588238 h 3146477"/>
                <a:gd name="connsiteX60" fmla="*/ 3010202 w 3819074"/>
                <a:gd name="connsiteY60" fmla="*/ 2256798 h 3146477"/>
                <a:gd name="connsiteX61" fmla="*/ 3008963 w 3819074"/>
                <a:gd name="connsiteY61" fmla="*/ 2261275 h 3146477"/>
                <a:gd name="connsiteX62" fmla="*/ 3004487 w 3819074"/>
                <a:gd name="connsiteY62" fmla="*/ 2260227 h 3146477"/>
                <a:gd name="connsiteX63" fmla="*/ 2920762 w 3819074"/>
                <a:gd name="connsiteY63" fmla="*/ 2239844 h 3146477"/>
                <a:gd name="connsiteX64" fmla="*/ 2919809 w 3819074"/>
                <a:gd name="connsiteY64" fmla="*/ 2239844 h 3146477"/>
                <a:gd name="connsiteX65" fmla="*/ 2451465 w 3819074"/>
                <a:gd name="connsiteY65" fmla="*/ 2162882 h 3146477"/>
                <a:gd name="connsiteX66" fmla="*/ 2156190 w 3819074"/>
                <a:gd name="connsiteY66" fmla="*/ 2221746 h 3146477"/>
                <a:gd name="connsiteX67" fmla="*/ 1641173 w 3819074"/>
                <a:gd name="connsiteY67" fmla="*/ 2541786 h 3146477"/>
                <a:gd name="connsiteX68" fmla="*/ 1241981 w 3819074"/>
                <a:gd name="connsiteY68" fmla="*/ 2764386 h 3146477"/>
                <a:gd name="connsiteX69" fmla="*/ 1164447 w 3819074"/>
                <a:gd name="connsiteY69" fmla="*/ 2730857 h 3146477"/>
                <a:gd name="connsiteX70" fmla="*/ 1241885 w 3819074"/>
                <a:gd name="connsiteY70" fmla="*/ 2754861 h 3146477"/>
                <a:gd name="connsiteX71" fmla="*/ 1241885 w 3819074"/>
                <a:gd name="connsiteY71" fmla="*/ 2754861 h 3146477"/>
                <a:gd name="connsiteX72" fmla="*/ 1635458 w 3819074"/>
                <a:gd name="connsiteY72" fmla="*/ 2533880 h 3146477"/>
                <a:gd name="connsiteX73" fmla="*/ 2152190 w 3819074"/>
                <a:gd name="connsiteY73" fmla="*/ 2212697 h 3146477"/>
                <a:gd name="connsiteX74" fmla="*/ 2451656 w 3819074"/>
                <a:gd name="connsiteY74" fmla="*/ 2153071 h 3146477"/>
                <a:gd name="connsiteX75" fmla="*/ 2922191 w 3819074"/>
                <a:gd name="connsiteY75" fmla="*/ 2230319 h 3146477"/>
                <a:gd name="connsiteX76" fmla="*/ 2923238 w 3819074"/>
                <a:gd name="connsiteY76" fmla="*/ 2230319 h 3146477"/>
                <a:gd name="connsiteX77" fmla="*/ 3002296 w 3819074"/>
                <a:gd name="connsiteY77" fmla="*/ 2249369 h 3146477"/>
                <a:gd name="connsiteX78" fmla="*/ 3293189 w 3819074"/>
                <a:gd name="connsiteY78" fmla="*/ 1582619 h 3146477"/>
                <a:gd name="connsiteX79" fmla="*/ 3428444 w 3819074"/>
                <a:gd name="connsiteY79" fmla="*/ 1267055 h 3146477"/>
                <a:gd name="connsiteX80" fmla="*/ 2646537 w 3819074"/>
                <a:gd name="connsiteY80" fmla="*/ 448953 h 3146477"/>
                <a:gd name="connsiteX81" fmla="*/ 2625582 w 3819074"/>
                <a:gd name="connsiteY81" fmla="*/ 435237 h 3146477"/>
                <a:gd name="connsiteX82" fmla="*/ 2483374 w 3819074"/>
                <a:gd name="connsiteY82" fmla="*/ 389707 h 3146477"/>
                <a:gd name="connsiteX83" fmla="*/ 2085705 w 3819074"/>
                <a:gd name="connsiteY83" fmla="*/ 499626 h 3146477"/>
                <a:gd name="connsiteX84" fmla="*/ 1486868 w 3819074"/>
                <a:gd name="connsiteY84" fmla="*/ 673743 h 3146477"/>
                <a:gd name="connsiteX85" fmla="*/ 1255506 w 3819074"/>
                <a:gd name="connsiteY85" fmla="*/ 690793 h 3146477"/>
                <a:gd name="connsiteX86" fmla="*/ 840788 w 3819074"/>
                <a:gd name="connsiteY86" fmla="*/ 659837 h 3146477"/>
                <a:gd name="connsiteX87" fmla="*/ 530558 w 3819074"/>
                <a:gd name="connsiteY87" fmla="*/ 634786 h 3146477"/>
                <a:gd name="connsiteX88" fmla="*/ 406733 w 3819074"/>
                <a:gd name="connsiteY88" fmla="*/ 648788 h 3146477"/>
                <a:gd name="connsiteX89" fmla="*/ 411686 w 3819074"/>
                <a:gd name="connsiteY89" fmla="*/ 773279 h 3146477"/>
                <a:gd name="connsiteX90" fmla="*/ 698103 w 3819074"/>
                <a:gd name="connsiteY90" fmla="*/ 1186664 h 3146477"/>
                <a:gd name="connsiteX91" fmla="*/ 1093390 w 3819074"/>
                <a:gd name="connsiteY91" fmla="*/ 1757021 h 3146477"/>
                <a:gd name="connsiteX92" fmla="*/ 1179115 w 3819074"/>
                <a:gd name="connsiteY92" fmla="*/ 2523117 h 3146477"/>
                <a:gd name="connsiteX93" fmla="*/ 1164161 w 3819074"/>
                <a:gd name="connsiteY93" fmla="*/ 2730857 h 3146477"/>
                <a:gd name="connsiteX94" fmla="*/ 1566783 w 3819074"/>
                <a:gd name="connsiteY94" fmla="*/ 2126115 h 3146477"/>
                <a:gd name="connsiteX95" fmla="*/ 1566211 w 3819074"/>
                <a:gd name="connsiteY95" fmla="*/ 2117638 h 3146477"/>
                <a:gd name="connsiteX96" fmla="*/ 1423336 w 3819074"/>
                <a:gd name="connsiteY96" fmla="*/ 1587000 h 3146477"/>
                <a:gd name="connsiteX97" fmla="*/ 1074626 w 3819074"/>
                <a:gd name="connsiteY97" fmla="*/ 1064649 h 3146477"/>
                <a:gd name="connsiteX98" fmla="*/ 1068054 w 3819074"/>
                <a:gd name="connsiteY98" fmla="*/ 1056267 h 3146477"/>
                <a:gd name="connsiteX99" fmla="*/ 1078722 w 3819074"/>
                <a:gd name="connsiteY99" fmla="*/ 1056934 h 3146477"/>
                <a:gd name="connsiteX100" fmla="*/ 1255982 w 3819074"/>
                <a:gd name="connsiteY100" fmla="*/ 1063220 h 3146477"/>
                <a:gd name="connsiteX101" fmla="*/ 1546018 w 3819074"/>
                <a:gd name="connsiteY101" fmla="*/ 1041503 h 3146477"/>
                <a:gd name="connsiteX102" fmla="*/ 2215531 w 3819074"/>
                <a:gd name="connsiteY102" fmla="*/ 848813 h 3146477"/>
                <a:gd name="connsiteX103" fmla="*/ 2452132 w 3819074"/>
                <a:gd name="connsiteY103" fmla="*/ 768136 h 3146477"/>
                <a:gd name="connsiteX104" fmla="*/ 2454132 w 3819074"/>
                <a:gd name="connsiteY104" fmla="*/ 767660 h 3146477"/>
                <a:gd name="connsiteX105" fmla="*/ 2455942 w 3819074"/>
                <a:gd name="connsiteY105" fmla="*/ 768803 h 3146477"/>
                <a:gd name="connsiteX106" fmla="*/ 3046492 w 3819074"/>
                <a:gd name="connsiteY106" fmla="*/ 1255149 h 3146477"/>
                <a:gd name="connsiteX107" fmla="*/ 3047444 w 3819074"/>
                <a:gd name="connsiteY107" fmla="*/ 1257245 h 3146477"/>
                <a:gd name="connsiteX108" fmla="*/ 3046397 w 3819074"/>
                <a:gd name="connsiteY108" fmla="*/ 1259245 h 3146477"/>
                <a:gd name="connsiteX109" fmla="*/ 2969149 w 3819074"/>
                <a:gd name="connsiteY109" fmla="*/ 1402120 h 3146477"/>
                <a:gd name="connsiteX110" fmla="*/ 2764742 w 3819074"/>
                <a:gd name="connsiteY110" fmla="*/ 1809980 h 3146477"/>
                <a:gd name="connsiteX111" fmla="*/ 2763218 w 3819074"/>
                <a:gd name="connsiteY111" fmla="*/ 1813505 h 3146477"/>
                <a:gd name="connsiteX112" fmla="*/ 2759504 w 3819074"/>
                <a:gd name="connsiteY112" fmla="*/ 1812743 h 3146477"/>
                <a:gd name="connsiteX113" fmla="*/ 2451656 w 3819074"/>
                <a:gd name="connsiteY113" fmla="*/ 1781596 h 3146477"/>
                <a:gd name="connsiteX114" fmla="*/ 1999313 w 3819074"/>
                <a:gd name="connsiteY114" fmla="*/ 1874179 h 3146477"/>
                <a:gd name="connsiteX115" fmla="*/ 1573641 w 3819074"/>
                <a:gd name="connsiteY115" fmla="*/ 2121257 h 3146477"/>
                <a:gd name="connsiteX116" fmla="*/ 1087961 w 3819074"/>
                <a:gd name="connsiteY116" fmla="*/ 1067126 h 3146477"/>
                <a:gd name="connsiteX117" fmla="*/ 1430861 w 3819074"/>
                <a:gd name="connsiteY117" fmla="*/ 1582619 h 3146477"/>
                <a:gd name="connsiteX118" fmla="*/ 1574593 w 3819074"/>
                <a:gd name="connsiteY118" fmla="*/ 2108684 h 3146477"/>
                <a:gd name="connsiteX119" fmla="*/ 1994932 w 3819074"/>
                <a:gd name="connsiteY119" fmla="*/ 1865416 h 3146477"/>
                <a:gd name="connsiteX120" fmla="*/ 2451179 w 3819074"/>
                <a:gd name="connsiteY120" fmla="*/ 1772071 h 3146477"/>
                <a:gd name="connsiteX121" fmla="*/ 2756932 w 3819074"/>
                <a:gd name="connsiteY121" fmla="*/ 1802741 h 3146477"/>
                <a:gd name="connsiteX122" fmla="*/ 2960195 w 3819074"/>
                <a:gd name="connsiteY122" fmla="*/ 1397643 h 3146477"/>
                <a:gd name="connsiteX123" fmla="*/ 3036395 w 3819074"/>
                <a:gd name="connsiteY123" fmla="*/ 1257054 h 3146477"/>
                <a:gd name="connsiteX124" fmla="*/ 2451560 w 3819074"/>
                <a:gd name="connsiteY124" fmla="*/ 777947 h 3146477"/>
                <a:gd name="connsiteX125" fmla="*/ 2218388 w 3819074"/>
                <a:gd name="connsiteY125" fmla="*/ 857576 h 3146477"/>
                <a:gd name="connsiteX126" fmla="*/ 1546781 w 3819074"/>
                <a:gd name="connsiteY126" fmla="*/ 1050933 h 3146477"/>
                <a:gd name="connsiteX127" fmla="*/ 1255220 w 3819074"/>
                <a:gd name="connsiteY127" fmla="*/ 1072745 h 3146477"/>
                <a:gd name="connsiteX128" fmla="*/ 1087961 w 3819074"/>
                <a:gd name="connsiteY128" fmla="*/ 1067126 h 3146477"/>
                <a:gd name="connsiteX129" fmla="*/ 1241981 w 3819074"/>
                <a:gd name="connsiteY129" fmla="*/ 2954886 h 3146477"/>
                <a:gd name="connsiteX130" fmla="*/ 1025096 w 3819074"/>
                <a:gd name="connsiteY130" fmla="*/ 2880400 h 3146477"/>
                <a:gd name="connsiteX131" fmla="*/ 979662 w 3819074"/>
                <a:gd name="connsiteY131" fmla="*/ 2502733 h 3146477"/>
                <a:gd name="connsiteX132" fmla="*/ 915559 w 3819074"/>
                <a:gd name="connsiteY132" fmla="*/ 1850081 h 3146477"/>
                <a:gd name="connsiteX133" fmla="*/ 541417 w 3819074"/>
                <a:gd name="connsiteY133" fmla="*/ 1312204 h 3146477"/>
                <a:gd name="connsiteX134" fmla="*/ 241855 w 3819074"/>
                <a:gd name="connsiteY134" fmla="*/ 535249 h 3146477"/>
                <a:gd name="connsiteX135" fmla="*/ 530082 w 3819074"/>
                <a:gd name="connsiteY135" fmla="*/ 435713 h 3146477"/>
                <a:gd name="connsiteX136" fmla="*/ 862790 w 3819074"/>
                <a:gd name="connsiteY136" fmla="*/ 462002 h 3146477"/>
                <a:gd name="connsiteX137" fmla="*/ 1255030 w 3819074"/>
                <a:gd name="connsiteY137" fmla="*/ 491720 h 3146477"/>
                <a:gd name="connsiteX138" fmla="*/ 1455055 w 3819074"/>
                <a:gd name="connsiteY138" fmla="*/ 477242 h 3146477"/>
                <a:gd name="connsiteX139" fmla="*/ 2015601 w 3819074"/>
                <a:gd name="connsiteY139" fmla="*/ 313127 h 3146477"/>
                <a:gd name="connsiteX140" fmla="*/ 2483088 w 3819074"/>
                <a:gd name="connsiteY140" fmla="*/ 190635 h 3146477"/>
                <a:gd name="connsiteX141" fmla="*/ 2734834 w 3819074"/>
                <a:gd name="connsiteY141" fmla="*/ 268835 h 3146477"/>
                <a:gd name="connsiteX142" fmla="*/ 2755789 w 3819074"/>
                <a:gd name="connsiteY142" fmla="*/ 282551 h 3146477"/>
                <a:gd name="connsiteX143" fmla="*/ 3361674 w 3819074"/>
                <a:gd name="connsiteY143" fmla="*/ 735084 h 3146477"/>
                <a:gd name="connsiteX144" fmla="*/ 3627612 w 3819074"/>
                <a:gd name="connsiteY144" fmla="*/ 1251911 h 3146477"/>
                <a:gd name="connsiteX145" fmla="*/ 3467592 w 3819074"/>
                <a:gd name="connsiteY145" fmla="*/ 1681202 h 3146477"/>
                <a:gd name="connsiteX146" fmla="*/ 3161649 w 3819074"/>
                <a:gd name="connsiteY146" fmla="*/ 2474445 h 3146477"/>
                <a:gd name="connsiteX147" fmla="*/ 3160982 w 3819074"/>
                <a:gd name="connsiteY147" fmla="*/ 2478540 h 3146477"/>
                <a:gd name="connsiteX148" fmla="*/ 3156506 w 3819074"/>
                <a:gd name="connsiteY148" fmla="*/ 2478540 h 3146477"/>
                <a:gd name="connsiteX149" fmla="*/ 2873518 w 3819074"/>
                <a:gd name="connsiteY149" fmla="*/ 2424533 h 3146477"/>
                <a:gd name="connsiteX150" fmla="*/ 2451084 w 3819074"/>
                <a:gd name="connsiteY150" fmla="*/ 2353191 h 3146477"/>
                <a:gd name="connsiteX151" fmla="*/ 2233914 w 3819074"/>
                <a:gd name="connsiteY151" fmla="*/ 2395196 h 3146477"/>
                <a:gd name="connsiteX152" fmla="*/ 1752711 w 3819074"/>
                <a:gd name="connsiteY152" fmla="*/ 2695615 h 3146477"/>
                <a:gd name="connsiteX153" fmla="*/ 1241314 w 3819074"/>
                <a:gd name="connsiteY153" fmla="*/ 2954981 h 3146477"/>
                <a:gd name="connsiteX154" fmla="*/ 1241314 w 3819074"/>
                <a:gd name="connsiteY154" fmla="*/ 2954981 h 3146477"/>
                <a:gd name="connsiteX155" fmla="*/ 530368 w 3819074"/>
                <a:gd name="connsiteY155" fmla="*/ 445238 h 3146477"/>
                <a:gd name="connsiteX156" fmla="*/ 250047 w 3819074"/>
                <a:gd name="connsiteY156" fmla="*/ 540488 h 3146477"/>
                <a:gd name="connsiteX157" fmla="*/ 548560 w 3819074"/>
                <a:gd name="connsiteY157" fmla="*/ 1306298 h 3146477"/>
                <a:gd name="connsiteX158" fmla="*/ 923750 w 3819074"/>
                <a:gd name="connsiteY158" fmla="*/ 1845699 h 3146477"/>
                <a:gd name="connsiteX159" fmla="*/ 988806 w 3819074"/>
                <a:gd name="connsiteY159" fmla="*/ 2503781 h 3146477"/>
                <a:gd name="connsiteX160" fmla="*/ 1029954 w 3819074"/>
                <a:gd name="connsiteY160" fmla="*/ 2872399 h 3146477"/>
                <a:gd name="connsiteX161" fmla="*/ 1241695 w 3819074"/>
                <a:gd name="connsiteY161" fmla="*/ 2945361 h 3146477"/>
                <a:gd name="connsiteX162" fmla="*/ 1241695 w 3819074"/>
                <a:gd name="connsiteY162" fmla="*/ 2945361 h 3146477"/>
                <a:gd name="connsiteX163" fmla="*/ 1747472 w 3819074"/>
                <a:gd name="connsiteY163" fmla="*/ 2688186 h 3146477"/>
                <a:gd name="connsiteX164" fmla="*/ 2230295 w 3819074"/>
                <a:gd name="connsiteY164" fmla="*/ 2386719 h 3146477"/>
                <a:gd name="connsiteX165" fmla="*/ 2451465 w 3819074"/>
                <a:gd name="connsiteY165" fmla="*/ 2343952 h 3146477"/>
                <a:gd name="connsiteX166" fmla="*/ 2876090 w 3819074"/>
                <a:gd name="connsiteY166" fmla="*/ 2415580 h 3146477"/>
                <a:gd name="connsiteX167" fmla="*/ 3152886 w 3819074"/>
                <a:gd name="connsiteY167" fmla="*/ 2469301 h 3146477"/>
                <a:gd name="connsiteX168" fmla="*/ 3459305 w 3819074"/>
                <a:gd name="connsiteY168" fmla="*/ 1677011 h 3146477"/>
                <a:gd name="connsiteX169" fmla="*/ 3618087 w 3819074"/>
                <a:gd name="connsiteY169" fmla="*/ 1253054 h 3146477"/>
                <a:gd name="connsiteX170" fmla="*/ 3355102 w 3819074"/>
                <a:gd name="connsiteY170" fmla="*/ 742228 h 3146477"/>
                <a:gd name="connsiteX171" fmla="*/ 2750741 w 3819074"/>
                <a:gd name="connsiteY171" fmla="*/ 291029 h 3146477"/>
                <a:gd name="connsiteX172" fmla="*/ 2729786 w 3819074"/>
                <a:gd name="connsiteY172" fmla="*/ 277217 h 3146477"/>
                <a:gd name="connsiteX173" fmla="*/ 2483183 w 3819074"/>
                <a:gd name="connsiteY173" fmla="*/ 200541 h 3146477"/>
                <a:gd name="connsiteX174" fmla="*/ 2019030 w 3819074"/>
                <a:gd name="connsiteY174" fmla="*/ 322461 h 3146477"/>
                <a:gd name="connsiteX175" fmla="*/ 1457055 w 3819074"/>
                <a:gd name="connsiteY175" fmla="*/ 486958 h 3146477"/>
                <a:gd name="connsiteX176" fmla="*/ 1255792 w 3819074"/>
                <a:gd name="connsiteY176" fmla="*/ 501626 h 3146477"/>
                <a:gd name="connsiteX177" fmla="*/ 862600 w 3819074"/>
                <a:gd name="connsiteY177" fmla="*/ 471908 h 3146477"/>
                <a:gd name="connsiteX178" fmla="*/ 530368 w 3819074"/>
                <a:gd name="connsiteY178" fmla="*/ 445238 h 3146477"/>
                <a:gd name="connsiteX179" fmla="*/ 1362281 w 3819074"/>
                <a:gd name="connsiteY179" fmla="*/ 2505210 h 3146477"/>
                <a:gd name="connsiteX180" fmla="*/ 1363329 w 3819074"/>
                <a:gd name="connsiteY180" fmla="*/ 2495114 h 3146477"/>
                <a:gd name="connsiteX181" fmla="*/ 1253506 w 3819074"/>
                <a:gd name="connsiteY181" fmla="*/ 1674725 h 3146477"/>
                <a:gd name="connsiteX182" fmla="*/ 839168 w 3819074"/>
                <a:gd name="connsiteY182" fmla="*/ 1074650 h 3146477"/>
                <a:gd name="connsiteX183" fmla="*/ 654097 w 3819074"/>
                <a:gd name="connsiteY183" fmla="*/ 830715 h 3146477"/>
                <a:gd name="connsiteX184" fmla="*/ 648287 w 3819074"/>
                <a:gd name="connsiteY184" fmla="*/ 822333 h 3146477"/>
                <a:gd name="connsiteX185" fmla="*/ 658479 w 3819074"/>
                <a:gd name="connsiteY185" fmla="*/ 823190 h 3146477"/>
                <a:gd name="connsiteX186" fmla="*/ 819832 w 3819074"/>
                <a:gd name="connsiteY186" fmla="*/ 840240 h 3146477"/>
                <a:gd name="connsiteX187" fmla="*/ 1255315 w 3819074"/>
                <a:gd name="connsiteY187" fmla="*/ 872435 h 3146477"/>
                <a:gd name="connsiteX188" fmla="*/ 1515348 w 3819074"/>
                <a:gd name="connsiteY188" fmla="*/ 853385 h 3146477"/>
                <a:gd name="connsiteX189" fmla="*/ 2148475 w 3819074"/>
                <a:gd name="connsiteY189" fmla="*/ 670219 h 3146477"/>
                <a:gd name="connsiteX190" fmla="*/ 2483183 w 3819074"/>
                <a:gd name="connsiteY190" fmla="*/ 571635 h 3146477"/>
                <a:gd name="connsiteX191" fmla="*/ 2526236 w 3819074"/>
                <a:gd name="connsiteY191" fmla="*/ 587637 h 3146477"/>
                <a:gd name="connsiteX192" fmla="*/ 2547191 w 3819074"/>
                <a:gd name="connsiteY192" fmla="*/ 601353 h 3146477"/>
                <a:gd name="connsiteX193" fmla="*/ 3092498 w 3819074"/>
                <a:gd name="connsiteY193" fmla="*/ 1004641 h 3146477"/>
                <a:gd name="connsiteX194" fmla="*/ 3246707 w 3819074"/>
                <a:gd name="connsiteY194" fmla="*/ 1271341 h 3146477"/>
                <a:gd name="connsiteX195" fmla="*/ 3246707 w 3819074"/>
                <a:gd name="connsiteY195" fmla="*/ 1272199 h 3146477"/>
                <a:gd name="connsiteX196" fmla="*/ 3246707 w 3819074"/>
                <a:gd name="connsiteY196" fmla="*/ 1273056 h 3146477"/>
                <a:gd name="connsiteX197" fmla="*/ 3135265 w 3819074"/>
                <a:gd name="connsiteY197" fmla="*/ 1495370 h 3146477"/>
                <a:gd name="connsiteX198" fmla="*/ 2882281 w 3819074"/>
                <a:gd name="connsiteY198" fmla="*/ 2029913 h 3146477"/>
                <a:gd name="connsiteX199" fmla="*/ 2880852 w 3819074"/>
                <a:gd name="connsiteY199" fmla="*/ 2034008 h 3146477"/>
                <a:gd name="connsiteX200" fmla="*/ 2876661 w 3819074"/>
                <a:gd name="connsiteY200" fmla="*/ 2032961 h 3146477"/>
                <a:gd name="connsiteX201" fmla="*/ 2451560 w 3819074"/>
                <a:gd name="connsiteY201" fmla="*/ 1972286 h 3146477"/>
                <a:gd name="connsiteX202" fmla="*/ 2077609 w 3819074"/>
                <a:gd name="connsiteY202" fmla="*/ 2048486 h 3146477"/>
                <a:gd name="connsiteX203" fmla="*/ 1528778 w 3819074"/>
                <a:gd name="connsiteY203" fmla="*/ 2388243 h 3146477"/>
                <a:gd name="connsiteX204" fmla="*/ 1370759 w 3819074"/>
                <a:gd name="connsiteY204" fmla="*/ 2500257 h 3146477"/>
                <a:gd name="connsiteX205" fmla="*/ 667813 w 3819074"/>
                <a:gd name="connsiteY205" fmla="*/ 833954 h 3146477"/>
                <a:gd name="connsiteX206" fmla="*/ 846598 w 3819074"/>
                <a:gd name="connsiteY206" fmla="*/ 1068935 h 3146477"/>
                <a:gd name="connsiteX207" fmla="*/ 1261983 w 3819074"/>
                <a:gd name="connsiteY207" fmla="*/ 1670344 h 3146477"/>
                <a:gd name="connsiteX208" fmla="*/ 1373806 w 3819074"/>
                <a:gd name="connsiteY208" fmla="*/ 2485970 h 3146477"/>
                <a:gd name="connsiteX209" fmla="*/ 1523063 w 3819074"/>
                <a:gd name="connsiteY209" fmla="*/ 2379861 h 3146477"/>
                <a:gd name="connsiteX210" fmla="*/ 2073608 w 3819074"/>
                <a:gd name="connsiteY210" fmla="*/ 2039057 h 3146477"/>
                <a:gd name="connsiteX211" fmla="*/ 2451465 w 3819074"/>
                <a:gd name="connsiteY211" fmla="*/ 1962857 h 3146477"/>
                <a:gd name="connsiteX212" fmla="*/ 2874566 w 3819074"/>
                <a:gd name="connsiteY212" fmla="*/ 2022864 h 3146477"/>
                <a:gd name="connsiteX213" fmla="*/ 3126788 w 3819074"/>
                <a:gd name="connsiteY213" fmla="*/ 1490798 h 3146477"/>
                <a:gd name="connsiteX214" fmla="*/ 3237182 w 3819074"/>
                <a:gd name="connsiteY214" fmla="*/ 1271723 h 3146477"/>
                <a:gd name="connsiteX215" fmla="*/ 3085735 w 3819074"/>
                <a:gd name="connsiteY215" fmla="*/ 1011881 h 3146477"/>
                <a:gd name="connsiteX216" fmla="*/ 2541953 w 3819074"/>
                <a:gd name="connsiteY216" fmla="*/ 609830 h 3146477"/>
                <a:gd name="connsiteX217" fmla="*/ 2520998 w 3819074"/>
                <a:gd name="connsiteY217" fmla="*/ 596019 h 3146477"/>
                <a:gd name="connsiteX218" fmla="*/ 2482898 w 3819074"/>
                <a:gd name="connsiteY218" fmla="*/ 581636 h 3146477"/>
                <a:gd name="connsiteX219" fmla="*/ 2151523 w 3819074"/>
                <a:gd name="connsiteY219" fmla="*/ 679648 h 3146477"/>
                <a:gd name="connsiteX220" fmla="*/ 1516491 w 3819074"/>
                <a:gd name="connsiteY220" fmla="*/ 863290 h 3146477"/>
                <a:gd name="connsiteX221" fmla="*/ 1255030 w 3819074"/>
                <a:gd name="connsiteY221" fmla="*/ 882340 h 3146477"/>
                <a:gd name="connsiteX222" fmla="*/ 818785 w 3819074"/>
                <a:gd name="connsiteY222" fmla="*/ 850146 h 3146477"/>
                <a:gd name="connsiteX223" fmla="*/ 667813 w 3819074"/>
                <a:gd name="connsiteY223" fmla="*/ 833954 h 3146477"/>
                <a:gd name="connsiteX224" fmla="*/ 1709277 w 3819074"/>
                <a:gd name="connsiteY224" fmla="*/ 1809218 h 3146477"/>
                <a:gd name="connsiteX225" fmla="*/ 1707753 w 3819074"/>
                <a:gd name="connsiteY225" fmla="*/ 1803218 h 3146477"/>
                <a:gd name="connsiteX226" fmla="*/ 1591739 w 3819074"/>
                <a:gd name="connsiteY226" fmla="*/ 1499275 h 3146477"/>
                <a:gd name="connsiteX227" fmla="*/ 1446197 w 3819074"/>
                <a:gd name="connsiteY227" fmla="*/ 1252673 h 3146477"/>
                <a:gd name="connsiteX228" fmla="*/ 1441815 w 3819074"/>
                <a:gd name="connsiteY228" fmla="*/ 1246005 h 3146477"/>
                <a:gd name="connsiteX229" fmla="*/ 1449721 w 3819074"/>
                <a:gd name="connsiteY229" fmla="*/ 1245338 h 3146477"/>
                <a:gd name="connsiteX230" fmla="*/ 1575546 w 3819074"/>
                <a:gd name="connsiteY230" fmla="*/ 1229622 h 3146477"/>
                <a:gd name="connsiteX231" fmla="*/ 2281253 w 3819074"/>
                <a:gd name="connsiteY231" fmla="*/ 1027406 h 3146477"/>
                <a:gd name="connsiteX232" fmla="*/ 2421366 w 3819074"/>
                <a:gd name="connsiteY232" fmla="*/ 976638 h 3146477"/>
                <a:gd name="connsiteX233" fmla="*/ 2423557 w 3819074"/>
                <a:gd name="connsiteY233" fmla="*/ 975876 h 3146477"/>
                <a:gd name="connsiteX234" fmla="*/ 2425462 w 3819074"/>
                <a:gd name="connsiteY234" fmla="*/ 977210 h 3146477"/>
                <a:gd name="connsiteX235" fmla="*/ 2819987 w 3819074"/>
                <a:gd name="connsiteY235" fmla="*/ 1270961 h 3146477"/>
                <a:gd name="connsiteX236" fmla="*/ 2822559 w 3819074"/>
                <a:gd name="connsiteY236" fmla="*/ 1273532 h 3146477"/>
                <a:gd name="connsiteX237" fmla="*/ 2820749 w 3819074"/>
                <a:gd name="connsiteY237" fmla="*/ 1276676 h 3146477"/>
                <a:gd name="connsiteX238" fmla="*/ 2802652 w 3819074"/>
                <a:gd name="connsiteY238" fmla="*/ 1309156 h 3146477"/>
                <a:gd name="connsiteX239" fmla="*/ 2648918 w 3819074"/>
                <a:gd name="connsiteY239" fmla="*/ 1599954 h 3146477"/>
                <a:gd name="connsiteX240" fmla="*/ 2647490 w 3819074"/>
                <a:gd name="connsiteY240" fmla="*/ 1603002 h 3146477"/>
                <a:gd name="connsiteX241" fmla="*/ 2644061 w 3819074"/>
                <a:gd name="connsiteY241" fmla="*/ 1603002 h 3146477"/>
                <a:gd name="connsiteX242" fmla="*/ 2451656 w 3819074"/>
                <a:gd name="connsiteY242" fmla="*/ 1591096 h 3146477"/>
                <a:gd name="connsiteX243" fmla="*/ 1920922 w 3819074"/>
                <a:gd name="connsiteY243" fmla="*/ 1700538 h 3146477"/>
                <a:gd name="connsiteX244" fmla="*/ 1714897 w 3819074"/>
                <a:gd name="connsiteY244" fmla="*/ 1806075 h 3146477"/>
                <a:gd name="connsiteX245" fmla="*/ 1458484 w 3819074"/>
                <a:gd name="connsiteY245" fmla="*/ 1254101 h 3146477"/>
                <a:gd name="connsiteX246" fmla="*/ 1600216 w 3819074"/>
                <a:gd name="connsiteY246" fmla="*/ 1494893 h 3146477"/>
                <a:gd name="connsiteX247" fmla="*/ 1715373 w 3819074"/>
                <a:gd name="connsiteY247" fmla="*/ 1794740 h 3146477"/>
                <a:gd name="connsiteX248" fmla="*/ 1916827 w 3819074"/>
                <a:gd name="connsiteY248" fmla="*/ 1691870 h 3146477"/>
                <a:gd name="connsiteX249" fmla="*/ 2451465 w 3819074"/>
                <a:gd name="connsiteY249" fmla="*/ 1581571 h 3146477"/>
                <a:gd name="connsiteX250" fmla="*/ 2641965 w 3819074"/>
                <a:gd name="connsiteY250" fmla="*/ 1592715 h 3146477"/>
                <a:gd name="connsiteX251" fmla="*/ 2794365 w 3819074"/>
                <a:gd name="connsiteY251" fmla="*/ 1304489 h 3146477"/>
                <a:gd name="connsiteX252" fmla="*/ 2810653 w 3819074"/>
                <a:gd name="connsiteY252" fmla="*/ 1275152 h 3146477"/>
                <a:gd name="connsiteX253" fmla="*/ 2422223 w 3819074"/>
                <a:gd name="connsiteY253" fmla="*/ 986449 h 3146477"/>
                <a:gd name="connsiteX254" fmla="*/ 2284682 w 3819074"/>
                <a:gd name="connsiteY254" fmla="*/ 1036264 h 3146477"/>
                <a:gd name="connsiteX255" fmla="*/ 1576975 w 3819074"/>
                <a:gd name="connsiteY255" fmla="*/ 1239052 h 3146477"/>
                <a:gd name="connsiteX256" fmla="*/ 1458484 w 3819074"/>
                <a:gd name="connsiteY256" fmla="*/ 1254101 h 3146477"/>
                <a:gd name="connsiteX257" fmla="*/ 1241981 w 3819074"/>
                <a:gd name="connsiteY257" fmla="*/ 3050136 h 3146477"/>
                <a:gd name="connsiteX258" fmla="*/ 1241981 w 3819074"/>
                <a:gd name="connsiteY258" fmla="*/ 3050136 h 3146477"/>
                <a:gd name="connsiteX259" fmla="*/ 972899 w 3819074"/>
                <a:gd name="connsiteY259" fmla="*/ 2960029 h 3146477"/>
                <a:gd name="connsiteX260" fmla="*/ 884888 w 3819074"/>
                <a:gd name="connsiteY260" fmla="*/ 2492637 h 3146477"/>
                <a:gd name="connsiteX261" fmla="*/ 831072 w 3819074"/>
                <a:gd name="connsiteY261" fmla="*/ 1893896 h 3146477"/>
                <a:gd name="connsiteX262" fmla="*/ 466836 w 3819074"/>
                <a:gd name="connsiteY262" fmla="*/ 1371545 h 3146477"/>
                <a:gd name="connsiteX263" fmla="*/ 162417 w 3819074"/>
                <a:gd name="connsiteY263" fmla="*/ 483148 h 3146477"/>
                <a:gd name="connsiteX264" fmla="*/ 530368 w 3819074"/>
                <a:gd name="connsiteY264" fmla="*/ 340273 h 3146477"/>
                <a:gd name="connsiteX265" fmla="*/ 873839 w 3819074"/>
                <a:gd name="connsiteY265" fmla="*/ 367229 h 3146477"/>
                <a:gd name="connsiteX266" fmla="*/ 1255315 w 3819074"/>
                <a:gd name="connsiteY266" fmla="*/ 396280 h 3146477"/>
                <a:gd name="connsiteX267" fmla="*/ 1440100 w 3819074"/>
                <a:gd name="connsiteY267" fmla="*/ 382945 h 3146477"/>
                <a:gd name="connsiteX268" fmla="*/ 1982454 w 3819074"/>
                <a:gd name="connsiteY268" fmla="*/ 223687 h 3146477"/>
                <a:gd name="connsiteX269" fmla="*/ 2483183 w 3819074"/>
                <a:gd name="connsiteY269" fmla="*/ 95195 h 3146477"/>
                <a:gd name="connsiteX270" fmla="*/ 2787126 w 3819074"/>
                <a:gd name="connsiteY270" fmla="*/ 189016 h 3146477"/>
                <a:gd name="connsiteX271" fmla="*/ 2808081 w 3819074"/>
                <a:gd name="connsiteY271" fmla="*/ 202732 h 3146477"/>
                <a:gd name="connsiteX272" fmla="*/ 3722481 w 3819074"/>
                <a:gd name="connsiteY272" fmla="*/ 1244005 h 3146477"/>
                <a:gd name="connsiteX273" fmla="*/ 3551031 w 3819074"/>
                <a:gd name="connsiteY273" fmla="*/ 1727589 h 3146477"/>
                <a:gd name="connsiteX274" fmla="*/ 3251660 w 3819074"/>
                <a:gd name="connsiteY274" fmla="*/ 2518831 h 3146477"/>
                <a:gd name="connsiteX275" fmla="*/ 3160887 w 3819074"/>
                <a:gd name="connsiteY275" fmla="*/ 2573600 h 3146477"/>
                <a:gd name="connsiteX276" fmla="*/ 2851324 w 3819074"/>
                <a:gd name="connsiteY276" fmla="*/ 2516450 h 3146477"/>
                <a:gd name="connsiteX277" fmla="*/ 2451751 w 3819074"/>
                <a:gd name="connsiteY277" fmla="*/ 2447870 h 3146477"/>
                <a:gd name="connsiteX278" fmla="*/ 2273729 w 3819074"/>
                <a:gd name="connsiteY278" fmla="*/ 2481398 h 3146477"/>
                <a:gd name="connsiteX279" fmla="*/ 1809480 w 3819074"/>
                <a:gd name="connsiteY279" fmla="*/ 2772005 h 3146477"/>
                <a:gd name="connsiteX280" fmla="*/ 1241981 w 3819074"/>
                <a:gd name="connsiteY280" fmla="*/ 3050136 h 3146477"/>
                <a:gd name="connsiteX281" fmla="*/ 530368 w 3819074"/>
                <a:gd name="connsiteY281" fmla="*/ 349988 h 3146477"/>
                <a:gd name="connsiteX282" fmla="*/ 170418 w 3819074"/>
                <a:gd name="connsiteY282" fmla="*/ 488291 h 3146477"/>
                <a:gd name="connsiteX283" fmla="*/ 474075 w 3819074"/>
                <a:gd name="connsiteY283" fmla="*/ 1365639 h 3146477"/>
                <a:gd name="connsiteX284" fmla="*/ 839168 w 3819074"/>
                <a:gd name="connsiteY284" fmla="*/ 1889514 h 3146477"/>
                <a:gd name="connsiteX285" fmla="*/ 894127 w 3819074"/>
                <a:gd name="connsiteY285" fmla="*/ 2493590 h 3146477"/>
                <a:gd name="connsiteX286" fmla="*/ 977852 w 3819074"/>
                <a:gd name="connsiteY286" fmla="*/ 2952123 h 3146477"/>
                <a:gd name="connsiteX287" fmla="*/ 1241695 w 3819074"/>
                <a:gd name="connsiteY287" fmla="*/ 3040611 h 3146477"/>
                <a:gd name="connsiteX288" fmla="*/ 1241695 w 3819074"/>
                <a:gd name="connsiteY288" fmla="*/ 3040611 h 3146477"/>
                <a:gd name="connsiteX289" fmla="*/ 1803670 w 3819074"/>
                <a:gd name="connsiteY289" fmla="*/ 2764386 h 3146477"/>
                <a:gd name="connsiteX290" fmla="*/ 2269633 w 3819074"/>
                <a:gd name="connsiteY290" fmla="*/ 2472825 h 3146477"/>
                <a:gd name="connsiteX291" fmla="*/ 2451560 w 3819074"/>
                <a:gd name="connsiteY291" fmla="*/ 2438440 h 3146477"/>
                <a:gd name="connsiteX292" fmla="*/ 2853230 w 3819074"/>
                <a:gd name="connsiteY292" fmla="*/ 2507210 h 3146477"/>
                <a:gd name="connsiteX293" fmla="*/ 3160697 w 3819074"/>
                <a:gd name="connsiteY293" fmla="*/ 2563884 h 3146477"/>
                <a:gd name="connsiteX294" fmla="*/ 3242040 w 3819074"/>
                <a:gd name="connsiteY294" fmla="*/ 2517307 h 3146477"/>
                <a:gd name="connsiteX295" fmla="*/ 3542458 w 3819074"/>
                <a:gd name="connsiteY295" fmla="*/ 1722731 h 3146477"/>
                <a:gd name="connsiteX296" fmla="*/ 3713147 w 3819074"/>
                <a:gd name="connsiteY296" fmla="*/ 1244576 h 3146477"/>
                <a:gd name="connsiteX297" fmla="*/ 2802938 w 3819074"/>
                <a:gd name="connsiteY297" fmla="*/ 210447 h 3146477"/>
                <a:gd name="connsiteX298" fmla="*/ 2781983 w 3819074"/>
                <a:gd name="connsiteY298" fmla="*/ 196731 h 3146477"/>
                <a:gd name="connsiteX299" fmla="*/ 2483279 w 3819074"/>
                <a:gd name="connsiteY299" fmla="*/ 104529 h 3146477"/>
                <a:gd name="connsiteX300" fmla="*/ 1985883 w 3819074"/>
                <a:gd name="connsiteY300" fmla="*/ 232450 h 3146477"/>
                <a:gd name="connsiteX301" fmla="*/ 1441625 w 3819074"/>
                <a:gd name="connsiteY301" fmla="*/ 392184 h 3146477"/>
                <a:gd name="connsiteX302" fmla="*/ 1255411 w 3819074"/>
                <a:gd name="connsiteY302" fmla="*/ 405614 h 3146477"/>
                <a:gd name="connsiteX303" fmla="*/ 872887 w 3819074"/>
                <a:gd name="connsiteY303" fmla="*/ 376468 h 3146477"/>
                <a:gd name="connsiteX304" fmla="*/ 530368 w 3819074"/>
                <a:gd name="connsiteY304" fmla="*/ 349988 h 3146477"/>
                <a:gd name="connsiteX305" fmla="*/ 1251506 w 3819074"/>
                <a:gd name="connsiteY305" fmla="*/ 2668564 h 3146477"/>
                <a:gd name="connsiteX306" fmla="*/ 1251506 w 3819074"/>
                <a:gd name="connsiteY306" fmla="*/ 2662182 h 3146477"/>
                <a:gd name="connsiteX307" fmla="*/ 1263317 w 3819074"/>
                <a:gd name="connsiteY307" fmla="*/ 2533595 h 3146477"/>
                <a:gd name="connsiteX308" fmla="*/ 1168924 w 3819074"/>
                <a:gd name="connsiteY308" fmla="*/ 1718540 h 3146477"/>
                <a:gd name="connsiteX309" fmla="*/ 764588 w 3819074"/>
                <a:gd name="connsiteY309" fmla="*/ 1134277 h 3146477"/>
                <a:gd name="connsiteX310" fmla="*/ 531606 w 3819074"/>
                <a:gd name="connsiteY310" fmla="*/ 818904 h 3146477"/>
                <a:gd name="connsiteX311" fmla="*/ 484552 w 3819074"/>
                <a:gd name="connsiteY311" fmla="*/ 729178 h 3146477"/>
                <a:gd name="connsiteX312" fmla="*/ 482171 w 3819074"/>
                <a:gd name="connsiteY312" fmla="*/ 723082 h 3146477"/>
                <a:gd name="connsiteX313" fmla="*/ 488743 w 3819074"/>
                <a:gd name="connsiteY313" fmla="*/ 723082 h 3146477"/>
                <a:gd name="connsiteX314" fmla="*/ 530272 w 3819074"/>
                <a:gd name="connsiteY314" fmla="*/ 721939 h 3146477"/>
                <a:gd name="connsiteX315" fmla="*/ 830786 w 3819074"/>
                <a:gd name="connsiteY315" fmla="*/ 746419 h 3146477"/>
                <a:gd name="connsiteX316" fmla="*/ 1255220 w 3819074"/>
                <a:gd name="connsiteY316" fmla="*/ 777947 h 3146477"/>
                <a:gd name="connsiteX317" fmla="*/ 1500203 w 3819074"/>
                <a:gd name="connsiteY317" fmla="*/ 759849 h 3146477"/>
                <a:gd name="connsiteX318" fmla="*/ 2115137 w 3819074"/>
                <a:gd name="connsiteY318" fmla="*/ 581446 h 3146477"/>
                <a:gd name="connsiteX319" fmla="*/ 2483088 w 3819074"/>
                <a:gd name="connsiteY319" fmla="*/ 476671 h 3146477"/>
                <a:gd name="connsiteX320" fmla="*/ 2578338 w 3819074"/>
                <a:gd name="connsiteY320" fmla="*/ 508198 h 3146477"/>
                <a:gd name="connsiteX321" fmla="*/ 2599198 w 3819074"/>
                <a:gd name="connsiteY321" fmla="*/ 521914 h 3146477"/>
                <a:gd name="connsiteX322" fmla="*/ 3342624 w 3819074"/>
                <a:gd name="connsiteY322" fmla="*/ 1275152 h 3146477"/>
                <a:gd name="connsiteX323" fmla="*/ 3218132 w 3819074"/>
                <a:gd name="connsiteY323" fmla="*/ 1541852 h 3146477"/>
                <a:gd name="connsiteX324" fmla="*/ 2945336 w 3819074"/>
                <a:gd name="connsiteY324" fmla="*/ 2143260 h 3146477"/>
                <a:gd name="connsiteX325" fmla="*/ 2944003 w 3819074"/>
                <a:gd name="connsiteY325" fmla="*/ 2147546 h 3146477"/>
                <a:gd name="connsiteX326" fmla="*/ 2939621 w 3819074"/>
                <a:gd name="connsiteY326" fmla="*/ 2146499 h 3146477"/>
                <a:gd name="connsiteX327" fmla="*/ 2451370 w 3819074"/>
                <a:gd name="connsiteY327" fmla="*/ 2067441 h 3146477"/>
                <a:gd name="connsiteX328" fmla="*/ 2116566 w 3819074"/>
                <a:gd name="connsiteY328" fmla="*/ 2134688 h 3146477"/>
                <a:gd name="connsiteX329" fmla="*/ 1584785 w 3819074"/>
                <a:gd name="connsiteY329" fmla="*/ 2464633 h 3146477"/>
                <a:gd name="connsiteX330" fmla="*/ 1257316 w 3819074"/>
                <a:gd name="connsiteY330" fmla="*/ 2667230 h 3146477"/>
                <a:gd name="connsiteX331" fmla="*/ 496078 w 3819074"/>
                <a:gd name="connsiteY331" fmla="*/ 731750 h 3146477"/>
                <a:gd name="connsiteX332" fmla="*/ 539797 w 3819074"/>
                <a:gd name="connsiteY332" fmla="*/ 813951 h 3146477"/>
                <a:gd name="connsiteX333" fmla="*/ 772112 w 3819074"/>
                <a:gd name="connsiteY333" fmla="*/ 1128276 h 3146477"/>
                <a:gd name="connsiteX334" fmla="*/ 1177401 w 3819074"/>
                <a:gd name="connsiteY334" fmla="*/ 1714159 h 3146477"/>
                <a:gd name="connsiteX335" fmla="*/ 1272651 w 3819074"/>
                <a:gd name="connsiteY335" fmla="*/ 2534166 h 3146477"/>
                <a:gd name="connsiteX336" fmla="*/ 1261221 w 3819074"/>
                <a:gd name="connsiteY336" fmla="*/ 2656276 h 3146477"/>
                <a:gd name="connsiteX337" fmla="*/ 1578975 w 3819074"/>
                <a:gd name="connsiteY337" fmla="*/ 2456823 h 3146477"/>
                <a:gd name="connsiteX338" fmla="*/ 2112375 w 3819074"/>
                <a:gd name="connsiteY338" fmla="*/ 2125925 h 3146477"/>
                <a:gd name="connsiteX339" fmla="*/ 2451084 w 3819074"/>
                <a:gd name="connsiteY339" fmla="*/ 2057821 h 3146477"/>
                <a:gd name="connsiteX340" fmla="*/ 2936859 w 3819074"/>
                <a:gd name="connsiteY340" fmla="*/ 2136021 h 3146477"/>
                <a:gd name="connsiteX341" fmla="*/ 3209083 w 3819074"/>
                <a:gd name="connsiteY341" fmla="*/ 1537089 h 3146477"/>
                <a:gd name="connsiteX342" fmla="*/ 3332908 w 3819074"/>
                <a:gd name="connsiteY342" fmla="*/ 1275628 h 3146477"/>
                <a:gd name="connsiteX343" fmla="*/ 2593769 w 3819074"/>
                <a:gd name="connsiteY343" fmla="*/ 529630 h 3146477"/>
                <a:gd name="connsiteX344" fmla="*/ 2572814 w 3819074"/>
                <a:gd name="connsiteY344" fmla="*/ 515914 h 3146477"/>
                <a:gd name="connsiteX345" fmla="*/ 2482802 w 3819074"/>
                <a:gd name="connsiteY345" fmla="*/ 485910 h 3146477"/>
                <a:gd name="connsiteX346" fmla="*/ 2118281 w 3819074"/>
                <a:gd name="connsiteY346" fmla="*/ 589923 h 3146477"/>
                <a:gd name="connsiteX347" fmla="*/ 1501346 w 3819074"/>
                <a:gd name="connsiteY347" fmla="*/ 768803 h 3146477"/>
                <a:gd name="connsiteX348" fmla="*/ 1254935 w 3819074"/>
                <a:gd name="connsiteY348" fmla="*/ 786995 h 3146477"/>
                <a:gd name="connsiteX349" fmla="*/ 829453 w 3819074"/>
                <a:gd name="connsiteY349" fmla="*/ 755372 h 3146477"/>
                <a:gd name="connsiteX350" fmla="*/ 529987 w 3819074"/>
                <a:gd name="connsiteY350" fmla="*/ 730988 h 3146477"/>
                <a:gd name="connsiteX351" fmla="*/ 496078 w 3819074"/>
                <a:gd name="connsiteY351" fmla="*/ 731750 h 3146477"/>
                <a:gd name="connsiteX352" fmla="*/ 1643269 w 3819074"/>
                <a:gd name="connsiteY352" fmla="*/ 1960475 h 3146477"/>
                <a:gd name="connsiteX353" fmla="*/ 1642126 w 3819074"/>
                <a:gd name="connsiteY353" fmla="*/ 1953427 h 3146477"/>
                <a:gd name="connsiteX354" fmla="*/ 1507252 w 3819074"/>
                <a:gd name="connsiteY354" fmla="*/ 1543376 h 3146477"/>
                <a:gd name="connsiteX355" fmla="*/ 1270079 w 3819074"/>
                <a:gd name="connsiteY355" fmla="*/ 1166186 h 3146477"/>
                <a:gd name="connsiteX356" fmla="*/ 1264650 w 3819074"/>
                <a:gd name="connsiteY356" fmla="*/ 1158661 h 3146477"/>
                <a:gd name="connsiteX357" fmla="*/ 1274175 w 3819074"/>
                <a:gd name="connsiteY357" fmla="*/ 1158661 h 3146477"/>
                <a:gd name="connsiteX358" fmla="*/ 1560782 w 3819074"/>
                <a:gd name="connsiteY358" fmla="*/ 1135896 h 3146477"/>
                <a:gd name="connsiteX359" fmla="*/ 2248392 w 3819074"/>
                <a:gd name="connsiteY359" fmla="*/ 938347 h 3146477"/>
                <a:gd name="connsiteX360" fmla="*/ 2435463 w 3819074"/>
                <a:gd name="connsiteY360" fmla="*/ 871672 h 3146477"/>
                <a:gd name="connsiteX361" fmla="*/ 2437654 w 3819074"/>
                <a:gd name="connsiteY361" fmla="*/ 871006 h 3146477"/>
                <a:gd name="connsiteX362" fmla="*/ 2439559 w 3819074"/>
                <a:gd name="connsiteY362" fmla="*/ 872244 h 3146477"/>
                <a:gd name="connsiteX363" fmla="*/ 2870851 w 3819074"/>
                <a:gd name="connsiteY363" fmla="*/ 1187712 h 3146477"/>
                <a:gd name="connsiteX364" fmla="*/ 2936573 w 3819074"/>
                <a:gd name="connsiteY364" fmla="*/ 1257911 h 3146477"/>
                <a:gd name="connsiteX365" fmla="*/ 2938383 w 3819074"/>
                <a:gd name="connsiteY365" fmla="*/ 1260388 h 3146477"/>
                <a:gd name="connsiteX366" fmla="*/ 2936954 w 3819074"/>
                <a:gd name="connsiteY366" fmla="*/ 1263055 h 3146477"/>
                <a:gd name="connsiteX367" fmla="*/ 2885996 w 3819074"/>
                <a:gd name="connsiteY367" fmla="*/ 1355733 h 3146477"/>
                <a:gd name="connsiteX368" fmla="*/ 2705973 w 3819074"/>
                <a:gd name="connsiteY368" fmla="*/ 1703491 h 3146477"/>
                <a:gd name="connsiteX369" fmla="*/ 2704449 w 3819074"/>
                <a:gd name="connsiteY369" fmla="*/ 1706729 h 3146477"/>
                <a:gd name="connsiteX370" fmla="*/ 2700925 w 3819074"/>
                <a:gd name="connsiteY370" fmla="*/ 1706158 h 3146477"/>
                <a:gd name="connsiteX371" fmla="*/ 2451656 w 3819074"/>
                <a:gd name="connsiteY371" fmla="*/ 1686346 h 3146477"/>
                <a:gd name="connsiteX372" fmla="*/ 1960070 w 3819074"/>
                <a:gd name="connsiteY372" fmla="*/ 1787406 h 3146477"/>
                <a:gd name="connsiteX373" fmla="*/ 1649555 w 3819074"/>
                <a:gd name="connsiteY373" fmla="*/ 1956475 h 3146477"/>
                <a:gd name="connsiteX374" fmla="*/ 1283224 w 3819074"/>
                <a:gd name="connsiteY374" fmla="*/ 1167995 h 3146477"/>
                <a:gd name="connsiteX375" fmla="*/ 1515634 w 3819074"/>
                <a:gd name="connsiteY375" fmla="*/ 1539470 h 3146477"/>
                <a:gd name="connsiteX376" fmla="*/ 1650317 w 3819074"/>
                <a:gd name="connsiteY376" fmla="*/ 1945235 h 3146477"/>
                <a:gd name="connsiteX377" fmla="*/ 1956356 w 3819074"/>
                <a:gd name="connsiteY377" fmla="*/ 1778643 h 3146477"/>
                <a:gd name="connsiteX378" fmla="*/ 2451656 w 3819074"/>
                <a:gd name="connsiteY378" fmla="*/ 1676821 h 3146477"/>
                <a:gd name="connsiteX379" fmla="*/ 2698734 w 3819074"/>
                <a:gd name="connsiteY379" fmla="*/ 1695871 h 3146477"/>
                <a:gd name="connsiteX380" fmla="*/ 2877614 w 3819074"/>
                <a:gd name="connsiteY380" fmla="*/ 1350685 h 3146477"/>
                <a:gd name="connsiteX381" fmla="*/ 2927048 w 3819074"/>
                <a:gd name="connsiteY381" fmla="*/ 1260959 h 3146477"/>
                <a:gd name="connsiteX382" fmla="*/ 2864279 w 3819074"/>
                <a:gd name="connsiteY382" fmla="*/ 1194284 h 3146477"/>
                <a:gd name="connsiteX383" fmla="*/ 2435654 w 3819074"/>
                <a:gd name="connsiteY383" fmla="*/ 881102 h 3146477"/>
                <a:gd name="connsiteX384" fmla="*/ 2251345 w 3819074"/>
                <a:gd name="connsiteY384" fmla="*/ 946539 h 3146477"/>
                <a:gd name="connsiteX385" fmla="*/ 1561735 w 3819074"/>
                <a:gd name="connsiteY385" fmla="*/ 1144659 h 3146477"/>
                <a:gd name="connsiteX386" fmla="*/ 1283224 w 3819074"/>
                <a:gd name="connsiteY386" fmla="*/ 1167805 h 3146477"/>
                <a:gd name="connsiteX387" fmla="*/ 1241981 w 3819074"/>
                <a:gd name="connsiteY387" fmla="*/ 2859636 h 3146477"/>
                <a:gd name="connsiteX388" fmla="*/ 1241981 w 3819074"/>
                <a:gd name="connsiteY388" fmla="*/ 2859636 h 3146477"/>
                <a:gd name="connsiteX389" fmla="*/ 1077293 w 3819074"/>
                <a:gd name="connsiteY389" fmla="*/ 2800676 h 3146477"/>
                <a:gd name="connsiteX390" fmla="*/ 1074340 w 3819074"/>
                <a:gd name="connsiteY390" fmla="*/ 2512925 h 3146477"/>
                <a:gd name="connsiteX391" fmla="*/ 1000141 w 3819074"/>
                <a:gd name="connsiteY391" fmla="*/ 1806265 h 3146477"/>
                <a:gd name="connsiteX392" fmla="*/ 615902 w 3819074"/>
                <a:gd name="connsiteY392" fmla="*/ 1252958 h 3146477"/>
                <a:gd name="connsiteX393" fmla="*/ 322056 w 3819074"/>
                <a:gd name="connsiteY393" fmla="*/ 587447 h 3146477"/>
                <a:gd name="connsiteX394" fmla="*/ 530653 w 3819074"/>
                <a:gd name="connsiteY394" fmla="*/ 530963 h 3146477"/>
                <a:gd name="connsiteX395" fmla="*/ 852598 w 3819074"/>
                <a:gd name="connsiteY395" fmla="*/ 556681 h 3146477"/>
                <a:gd name="connsiteX396" fmla="*/ 1255601 w 3819074"/>
                <a:gd name="connsiteY396" fmla="*/ 586970 h 3146477"/>
                <a:gd name="connsiteX397" fmla="*/ 1470581 w 3819074"/>
                <a:gd name="connsiteY397" fmla="*/ 571254 h 3146477"/>
                <a:gd name="connsiteX398" fmla="*/ 2049224 w 3819074"/>
                <a:gd name="connsiteY398" fmla="*/ 402376 h 3146477"/>
                <a:gd name="connsiteX399" fmla="*/ 2483564 w 3819074"/>
                <a:gd name="connsiteY399" fmla="*/ 285885 h 3146477"/>
                <a:gd name="connsiteX400" fmla="*/ 2683113 w 3819074"/>
                <a:gd name="connsiteY400" fmla="*/ 348560 h 3146477"/>
                <a:gd name="connsiteX401" fmla="*/ 2704068 w 3819074"/>
                <a:gd name="connsiteY401" fmla="*/ 362276 h 3146477"/>
                <a:gd name="connsiteX402" fmla="*/ 3532743 w 3819074"/>
                <a:gd name="connsiteY402" fmla="*/ 1259531 h 3146477"/>
                <a:gd name="connsiteX403" fmla="*/ 3384534 w 3819074"/>
                <a:gd name="connsiteY403" fmla="*/ 1634720 h 3146477"/>
                <a:gd name="connsiteX404" fmla="*/ 3084020 w 3819074"/>
                <a:gd name="connsiteY404" fmla="*/ 2369955 h 3146477"/>
                <a:gd name="connsiteX405" fmla="*/ 3083068 w 3819074"/>
                <a:gd name="connsiteY405" fmla="*/ 2374527 h 3146477"/>
                <a:gd name="connsiteX406" fmla="*/ 3078496 w 3819074"/>
                <a:gd name="connsiteY406" fmla="*/ 2373670 h 3146477"/>
                <a:gd name="connsiteX407" fmla="*/ 2897521 w 3819074"/>
                <a:gd name="connsiteY407" fmla="*/ 2332141 h 3146477"/>
                <a:gd name="connsiteX408" fmla="*/ 2451846 w 3819074"/>
                <a:gd name="connsiteY408" fmla="*/ 2257846 h 3146477"/>
                <a:gd name="connsiteX409" fmla="*/ 2195433 w 3819074"/>
                <a:gd name="connsiteY409" fmla="*/ 2308233 h 3146477"/>
                <a:gd name="connsiteX410" fmla="*/ 1697466 w 3819074"/>
                <a:gd name="connsiteY410" fmla="*/ 2618462 h 3146477"/>
                <a:gd name="connsiteX411" fmla="*/ 1241981 w 3819074"/>
                <a:gd name="connsiteY411" fmla="*/ 2859636 h 3146477"/>
                <a:gd name="connsiteX412" fmla="*/ 530368 w 3819074"/>
                <a:gd name="connsiteY412" fmla="*/ 540488 h 3146477"/>
                <a:gd name="connsiteX413" fmla="*/ 329771 w 3819074"/>
                <a:gd name="connsiteY413" fmla="*/ 592685 h 3146477"/>
                <a:gd name="connsiteX414" fmla="*/ 623046 w 3819074"/>
                <a:gd name="connsiteY414" fmla="*/ 1246957 h 3146477"/>
                <a:gd name="connsiteX415" fmla="*/ 1008332 w 3819074"/>
                <a:gd name="connsiteY415" fmla="*/ 1801789 h 3146477"/>
                <a:gd name="connsiteX416" fmla="*/ 1083485 w 3819074"/>
                <a:gd name="connsiteY416" fmla="*/ 2513878 h 3146477"/>
                <a:gd name="connsiteX417" fmla="*/ 1082151 w 3819074"/>
                <a:gd name="connsiteY417" fmla="*/ 2792675 h 3146477"/>
                <a:gd name="connsiteX418" fmla="*/ 1241695 w 3819074"/>
                <a:gd name="connsiteY418" fmla="*/ 2849825 h 3146477"/>
                <a:gd name="connsiteX419" fmla="*/ 1241695 w 3819074"/>
                <a:gd name="connsiteY419" fmla="*/ 2849825 h 3146477"/>
                <a:gd name="connsiteX420" fmla="*/ 1691465 w 3819074"/>
                <a:gd name="connsiteY420" fmla="*/ 2610557 h 3146477"/>
                <a:gd name="connsiteX421" fmla="*/ 2191147 w 3819074"/>
                <a:gd name="connsiteY421" fmla="*/ 2299280 h 3146477"/>
                <a:gd name="connsiteX422" fmla="*/ 2451465 w 3819074"/>
                <a:gd name="connsiteY422" fmla="*/ 2248035 h 3146477"/>
                <a:gd name="connsiteX423" fmla="*/ 2899140 w 3819074"/>
                <a:gd name="connsiteY423" fmla="*/ 2322521 h 3146477"/>
                <a:gd name="connsiteX424" fmla="*/ 3075448 w 3819074"/>
                <a:gd name="connsiteY424" fmla="*/ 2363192 h 3146477"/>
                <a:gd name="connsiteX425" fmla="*/ 3376057 w 3819074"/>
                <a:gd name="connsiteY425" fmla="*/ 1629767 h 3146477"/>
                <a:gd name="connsiteX426" fmla="*/ 3523028 w 3819074"/>
                <a:gd name="connsiteY426" fmla="*/ 1259912 h 3146477"/>
                <a:gd name="connsiteX427" fmla="*/ 2698448 w 3819074"/>
                <a:gd name="connsiteY427" fmla="*/ 369896 h 3146477"/>
                <a:gd name="connsiteX428" fmla="*/ 2677493 w 3819074"/>
                <a:gd name="connsiteY428" fmla="*/ 356180 h 3146477"/>
                <a:gd name="connsiteX429" fmla="*/ 2483088 w 3819074"/>
                <a:gd name="connsiteY429" fmla="*/ 295029 h 3146477"/>
                <a:gd name="connsiteX430" fmla="*/ 2052082 w 3819074"/>
                <a:gd name="connsiteY430" fmla="*/ 410948 h 3146477"/>
                <a:gd name="connsiteX431" fmla="*/ 1471533 w 3819074"/>
                <a:gd name="connsiteY431" fmla="*/ 580303 h 3146477"/>
                <a:gd name="connsiteX432" fmla="*/ 1255220 w 3819074"/>
                <a:gd name="connsiteY432" fmla="*/ 596114 h 3146477"/>
                <a:gd name="connsiteX433" fmla="*/ 851170 w 3819074"/>
                <a:gd name="connsiteY433" fmla="*/ 565730 h 3146477"/>
                <a:gd name="connsiteX434" fmla="*/ 530368 w 3819074"/>
                <a:gd name="connsiteY434" fmla="*/ 540488 h 3146477"/>
                <a:gd name="connsiteX435" fmla="*/ 1472771 w 3819074"/>
                <a:gd name="connsiteY435" fmla="*/ 2310519 h 3146477"/>
                <a:gd name="connsiteX436" fmla="*/ 1472771 w 3819074"/>
                <a:gd name="connsiteY436" fmla="*/ 2300994 h 3146477"/>
                <a:gd name="connsiteX437" fmla="*/ 1337802 w 3819074"/>
                <a:gd name="connsiteY437" fmla="*/ 1631101 h 3146477"/>
                <a:gd name="connsiteX438" fmla="*/ 913463 w 3819074"/>
                <a:gd name="connsiteY438" fmla="*/ 1015881 h 3146477"/>
                <a:gd name="connsiteX439" fmla="*/ 861076 w 3819074"/>
                <a:gd name="connsiteY439" fmla="*/ 949206 h 3146477"/>
                <a:gd name="connsiteX440" fmla="*/ 854122 w 3819074"/>
                <a:gd name="connsiteY440" fmla="*/ 940348 h 3146477"/>
                <a:gd name="connsiteX441" fmla="*/ 865362 w 3819074"/>
                <a:gd name="connsiteY441" fmla="*/ 941586 h 3146477"/>
                <a:gd name="connsiteX442" fmla="*/ 1255030 w 3819074"/>
                <a:gd name="connsiteY442" fmla="*/ 967970 h 3146477"/>
                <a:gd name="connsiteX443" fmla="*/ 1530112 w 3819074"/>
                <a:gd name="connsiteY443" fmla="*/ 947491 h 3146477"/>
                <a:gd name="connsiteX444" fmla="*/ 2181431 w 3819074"/>
                <a:gd name="connsiteY444" fmla="*/ 759563 h 3146477"/>
                <a:gd name="connsiteX445" fmla="*/ 2472134 w 3819074"/>
                <a:gd name="connsiteY445" fmla="*/ 667456 h 3146477"/>
                <a:gd name="connsiteX446" fmla="*/ 2473849 w 3819074"/>
                <a:gd name="connsiteY446" fmla="*/ 667456 h 3146477"/>
                <a:gd name="connsiteX447" fmla="*/ 2494708 w 3819074"/>
                <a:gd name="connsiteY447" fmla="*/ 681077 h 3146477"/>
                <a:gd name="connsiteX448" fmla="*/ 3148219 w 3819074"/>
                <a:gd name="connsiteY448" fmla="*/ 1262102 h 3146477"/>
                <a:gd name="connsiteX449" fmla="*/ 3148219 w 3819074"/>
                <a:gd name="connsiteY449" fmla="*/ 1263626 h 3146477"/>
                <a:gd name="connsiteX450" fmla="*/ 3147647 w 3819074"/>
                <a:gd name="connsiteY450" fmla="*/ 1265055 h 3146477"/>
                <a:gd name="connsiteX451" fmla="*/ 3051540 w 3819074"/>
                <a:gd name="connsiteY451" fmla="*/ 1448126 h 3146477"/>
                <a:gd name="connsiteX452" fmla="*/ 2821607 w 3819074"/>
                <a:gd name="connsiteY452" fmla="*/ 1918280 h 3146477"/>
                <a:gd name="connsiteX453" fmla="*/ 2820178 w 3819074"/>
                <a:gd name="connsiteY453" fmla="*/ 1922090 h 3146477"/>
                <a:gd name="connsiteX454" fmla="*/ 2816177 w 3819074"/>
                <a:gd name="connsiteY454" fmla="*/ 1921232 h 3146477"/>
                <a:gd name="connsiteX455" fmla="*/ 2450798 w 3819074"/>
                <a:gd name="connsiteY455" fmla="*/ 1876655 h 3146477"/>
                <a:gd name="connsiteX456" fmla="*/ 2037604 w 3819074"/>
                <a:gd name="connsiteY456" fmla="*/ 1960761 h 3146477"/>
                <a:gd name="connsiteX457" fmla="*/ 1480010 w 3819074"/>
                <a:gd name="connsiteY457" fmla="*/ 2304614 h 3146477"/>
                <a:gd name="connsiteX458" fmla="*/ 875839 w 3819074"/>
                <a:gd name="connsiteY458" fmla="*/ 952254 h 3146477"/>
                <a:gd name="connsiteX459" fmla="*/ 921179 w 3819074"/>
                <a:gd name="connsiteY459" fmla="*/ 1009404 h 3146477"/>
                <a:gd name="connsiteX460" fmla="*/ 1346565 w 3819074"/>
                <a:gd name="connsiteY460" fmla="*/ 1626148 h 3146477"/>
                <a:gd name="connsiteX461" fmla="*/ 1482868 w 3819074"/>
                <a:gd name="connsiteY461" fmla="*/ 2291088 h 3146477"/>
                <a:gd name="connsiteX462" fmla="*/ 2034365 w 3819074"/>
                <a:gd name="connsiteY462" fmla="*/ 1951998 h 3146477"/>
                <a:gd name="connsiteX463" fmla="*/ 2451465 w 3819074"/>
                <a:gd name="connsiteY463" fmla="*/ 1867035 h 3146477"/>
                <a:gd name="connsiteX464" fmla="*/ 2814939 w 3819074"/>
                <a:gd name="connsiteY464" fmla="*/ 1910945 h 3146477"/>
                <a:gd name="connsiteX465" fmla="*/ 3043539 w 3819074"/>
                <a:gd name="connsiteY465" fmla="*/ 1444220 h 3146477"/>
                <a:gd name="connsiteX466" fmla="*/ 3138789 w 3819074"/>
                <a:gd name="connsiteY466" fmla="*/ 1263245 h 3146477"/>
                <a:gd name="connsiteX467" fmla="*/ 2489660 w 3819074"/>
                <a:gd name="connsiteY467" fmla="*/ 689269 h 3146477"/>
                <a:gd name="connsiteX468" fmla="*/ 2471658 w 3819074"/>
                <a:gd name="connsiteY468" fmla="*/ 677458 h 3146477"/>
                <a:gd name="connsiteX469" fmla="*/ 2185051 w 3819074"/>
                <a:gd name="connsiteY469" fmla="*/ 768707 h 3146477"/>
                <a:gd name="connsiteX470" fmla="*/ 1531731 w 3819074"/>
                <a:gd name="connsiteY470" fmla="*/ 957207 h 3146477"/>
                <a:gd name="connsiteX471" fmla="*/ 1255506 w 3819074"/>
                <a:gd name="connsiteY471" fmla="*/ 977781 h 3146477"/>
                <a:gd name="connsiteX472" fmla="*/ 875839 w 3819074"/>
                <a:gd name="connsiteY472" fmla="*/ 952254 h 3146477"/>
                <a:gd name="connsiteX473" fmla="*/ 1767284 w 3819074"/>
                <a:gd name="connsiteY473" fmla="*/ 1668915 h 3146477"/>
                <a:gd name="connsiteX474" fmla="*/ 1765475 w 3819074"/>
                <a:gd name="connsiteY474" fmla="*/ 1663676 h 3146477"/>
                <a:gd name="connsiteX475" fmla="*/ 1676321 w 3819074"/>
                <a:gd name="connsiteY475" fmla="*/ 1455460 h 3146477"/>
                <a:gd name="connsiteX476" fmla="*/ 1605455 w 3819074"/>
                <a:gd name="connsiteY476" fmla="*/ 1327825 h 3146477"/>
                <a:gd name="connsiteX477" fmla="*/ 1601930 w 3819074"/>
                <a:gd name="connsiteY477" fmla="*/ 1321824 h 3146477"/>
                <a:gd name="connsiteX478" fmla="*/ 1608788 w 3819074"/>
                <a:gd name="connsiteY478" fmla="*/ 1320681 h 3146477"/>
                <a:gd name="connsiteX479" fmla="*/ 2314496 w 3819074"/>
                <a:gd name="connsiteY479" fmla="*/ 1116656 h 3146477"/>
                <a:gd name="connsiteX480" fmla="*/ 2408222 w 3819074"/>
                <a:gd name="connsiteY480" fmla="*/ 1082270 h 3146477"/>
                <a:gd name="connsiteX481" fmla="*/ 2410508 w 3819074"/>
                <a:gd name="connsiteY481" fmla="*/ 1081413 h 3146477"/>
                <a:gd name="connsiteX482" fmla="*/ 2412508 w 3819074"/>
                <a:gd name="connsiteY482" fmla="*/ 1082747 h 3146477"/>
                <a:gd name="connsiteX483" fmla="*/ 2637679 w 3819074"/>
                <a:gd name="connsiteY483" fmla="*/ 1240385 h 3146477"/>
                <a:gd name="connsiteX484" fmla="*/ 2699782 w 3819074"/>
                <a:gd name="connsiteY484" fmla="*/ 1290011 h 3146477"/>
                <a:gd name="connsiteX485" fmla="*/ 2702830 w 3819074"/>
                <a:gd name="connsiteY485" fmla="*/ 1292582 h 3146477"/>
                <a:gd name="connsiteX486" fmla="*/ 2700925 w 3819074"/>
                <a:gd name="connsiteY486" fmla="*/ 1296011 h 3146477"/>
                <a:gd name="connsiteX487" fmla="*/ 2592721 w 3819074"/>
                <a:gd name="connsiteY487" fmla="*/ 1498798 h 3146477"/>
                <a:gd name="connsiteX488" fmla="*/ 2591292 w 3819074"/>
                <a:gd name="connsiteY488" fmla="*/ 1501656 h 3146477"/>
                <a:gd name="connsiteX489" fmla="*/ 2588149 w 3819074"/>
                <a:gd name="connsiteY489" fmla="*/ 1501656 h 3146477"/>
                <a:gd name="connsiteX490" fmla="*/ 2451465 w 3819074"/>
                <a:gd name="connsiteY490" fmla="*/ 1496132 h 3146477"/>
                <a:gd name="connsiteX491" fmla="*/ 1881584 w 3819074"/>
                <a:gd name="connsiteY491" fmla="*/ 1614051 h 3146477"/>
                <a:gd name="connsiteX492" fmla="*/ 1772142 w 3819074"/>
                <a:gd name="connsiteY492" fmla="*/ 1666724 h 3146477"/>
                <a:gd name="connsiteX493" fmla="*/ 1617170 w 3819074"/>
                <a:gd name="connsiteY493" fmla="*/ 1328968 h 3146477"/>
                <a:gd name="connsiteX494" fmla="*/ 1684798 w 3819074"/>
                <a:gd name="connsiteY494" fmla="*/ 1451078 h 3146477"/>
                <a:gd name="connsiteX495" fmla="*/ 1772714 w 3819074"/>
                <a:gd name="connsiteY495" fmla="*/ 1655390 h 3146477"/>
                <a:gd name="connsiteX496" fmla="*/ 1877489 w 3819074"/>
                <a:gd name="connsiteY496" fmla="*/ 1605002 h 3146477"/>
                <a:gd name="connsiteX497" fmla="*/ 2451370 w 3819074"/>
                <a:gd name="connsiteY497" fmla="*/ 1486321 h 3146477"/>
                <a:gd name="connsiteX498" fmla="*/ 2585577 w 3819074"/>
                <a:gd name="connsiteY498" fmla="*/ 1491655 h 3146477"/>
                <a:gd name="connsiteX499" fmla="*/ 2690352 w 3819074"/>
                <a:gd name="connsiteY499" fmla="*/ 1294773 h 3146477"/>
                <a:gd name="connsiteX500" fmla="*/ 2631583 w 3819074"/>
                <a:gd name="connsiteY500" fmla="*/ 1248005 h 3146477"/>
                <a:gd name="connsiteX501" fmla="*/ 2408888 w 3819074"/>
                <a:gd name="connsiteY501" fmla="*/ 1091986 h 3146477"/>
                <a:gd name="connsiteX502" fmla="*/ 2317544 w 3819074"/>
                <a:gd name="connsiteY502" fmla="*/ 1125514 h 3146477"/>
                <a:gd name="connsiteX503" fmla="*/ 1617170 w 3819074"/>
                <a:gd name="connsiteY503" fmla="*/ 1328968 h 3146477"/>
                <a:gd name="connsiteX504" fmla="*/ 1241981 w 3819074"/>
                <a:gd name="connsiteY504" fmla="*/ 3097761 h 3146477"/>
                <a:gd name="connsiteX505" fmla="*/ 1241981 w 3819074"/>
                <a:gd name="connsiteY505" fmla="*/ 3097761 h 3146477"/>
                <a:gd name="connsiteX506" fmla="*/ 946705 w 3819074"/>
                <a:gd name="connsiteY506" fmla="*/ 2999939 h 3146477"/>
                <a:gd name="connsiteX507" fmla="*/ 837454 w 3819074"/>
                <a:gd name="connsiteY507" fmla="*/ 2487589 h 3146477"/>
                <a:gd name="connsiteX508" fmla="*/ 788686 w 3819074"/>
                <a:gd name="connsiteY508" fmla="*/ 1916089 h 3146477"/>
                <a:gd name="connsiteX509" fmla="*/ 429593 w 3819074"/>
                <a:gd name="connsiteY509" fmla="*/ 1401739 h 3146477"/>
                <a:gd name="connsiteX510" fmla="*/ 122793 w 3819074"/>
                <a:gd name="connsiteY510" fmla="*/ 457526 h 3146477"/>
                <a:gd name="connsiteX511" fmla="*/ 530558 w 3819074"/>
                <a:gd name="connsiteY511" fmla="*/ 293314 h 3146477"/>
                <a:gd name="connsiteX512" fmla="*/ 879364 w 3819074"/>
                <a:gd name="connsiteY512" fmla="*/ 320556 h 3146477"/>
                <a:gd name="connsiteX513" fmla="*/ 1255506 w 3819074"/>
                <a:gd name="connsiteY513" fmla="*/ 349131 h 3146477"/>
                <a:gd name="connsiteX514" fmla="*/ 1432481 w 3819074"/>
                <a:gd name="connsiteY514" fmla="*/ 336177 h 3146477"/>
                <a:gd name="connsiteX515" fmla="*/ 1965881 w 3819074"/>
                <a:gd name="connsiteY515" fmla="*/ 179205 h 3146477"/>
                <a:gd name="connsiteX516" fmla="*/ 2483183 w 3819074"/>
                <a:gd name="connsiteY516" fmla="*/ 47760 h 3146477"/>
                <a:gd name="connsiteX517" fmla="*/ 2813224 w 3819074"/>
                <a:gd name="connsiteY517" fmla="*/ 149297 h 3146477"/>
                <a:gd name="connsiteX518" fmla="*/ 2834084 w 3819074"/>
                <a:gd name="connsiteY518" fmla="*/ 163013 h 3146477"/>
                <a:gd name="connsiteX519" fmla="*/ 3770011 w 3819074"/>
                <a:gd name="connsiteY519" fmla="*/ 1240385 h 3146477"/>
                <a:gd name="connsiteX520" fmla="*/ 3592274 w 3819074"/>
                <a:gd name="connsiteY520" fmla="*/ 1751021 h 3146477"/>
                <a:gd name="connsiteX521" fmla="*/ 3298523 w 3819074"/>
                <a:gd name="connsiteY521" fmla="*/ 2525594 h 3146477"/>
                <a:gd name="connsiteX522" fmla="*/ 3160601 w 3819074"/>
                <a:gd name="connsiteY522" fmla="*/ 2621415 h 3146477"/>
                <a:gd name="connsiteX523" fmla="*/ 2839323 w 3819074"/>
                <a:gd name="connsiteY523" fmla="*/ 2563122 h 3146477"/>
                <a:gd name="connsiteX524" fmla="*/ 2451465 w 3819074"/>
                <a:gd name="connsiteY524" fmla="*/ 2495971 h 3146477"/>
                <a:gd name="connsiteX525" fmla="*/ 2293064 w 3819074"/>
                <a:gd name="connsiteY525" fmla="*/ 2525308 h 3146477"/>
                <a:gd name="connsiteX526" fmla="*/ 1837198 w 3819074"/>
                <a:gd name="connsiteY526" fmla="*/ 2811058 h 3146477"/>
                <a:gd name="connsiteX527" fmla="*/ 1241981 w 3819074"/>
                <a:gd name="connsiteY527" fmla="*/ 3097761 h 3146477"/>
                <a:gd name="connsiteX528" fmla="*/ 530368 w 3819074"/>
                <a:gd name="connsiteY528" fmla="*/ 302363 h 3146477"/>
                <a:gd name="connsiteX529" fmla="*/ 130318 w 3819074"/>
                <a:gd name="connsiteY529" fmla="*/ 462193 h 3146477"/>
                <a:gd name="connsiteX530" fmla="*/ 436546 w 3819074"/>
                <a:gd name="connsiteY530" fmla="*/ 1395643 h 3146477"/>
                <a:gd name="connsiteX531" fmla="*/ 796687 w 3819074"/>
                <a:gd name="connsiteY531" fmla="*/ 1911803 h 3146477"/>
                <a:gd name="connsiteX532" fmla="*/ 846502 w 3819074"/>
                <a:gd name="connsiteY532" fmla="*/ 2488922 h 3146477"/>
                <a:gd name="connsiteX533" fmla="*/ 951277 w 3819074"/>
                <a:gd name="connsiteY533" fmla="*/ 2992319 h 3146477"/>
                <a:gd name="connsiteX534" fmla="*/ 1241218 w 3819074"/>
                <a:gd name="connsiteY534" fmla="*/ 3088616 h 3146477"/>
                <a:gd name="connsiteX535" fmla="*/ 1241218 w 3819074"/>
                <a:gd name="connsiteY535" fmla="*/ 3088616 h 3146477"/>
                <a:gd name="connsiteX536" fmla="*/ 1831006 w 3819074"/>
                <a:gd name="connsiteY536" fmla="*/ 2803724 h 3146477"/>
                <a:gd name="connsiteX537" fmla="*/ 2288207 w 3819074"/>
                <a:gd name="connsiteY537" fmla="*/ 2516926 h 3146477"/>
                <a:gd name="connsiteX538" fmla="*/ 2450132 w 3819074"/>
                <a:gd name="connsiteY538" fmla="*/ 2486827 h 3146477"/>
                <a:gd name="connsiteX539" fmla="*/ 2840657 w 3819074"/>
                <a:gd name="connsiteY539" fmla="*/ 2554264 h 3146477"/>
                <a:gd name="connsiteX540" fmla="*/ 3159649 w 3819074"/>
                <a:gd name="connsiteY540" fmla="*/ 2612271 h 3146477"/>
                <a:gd name="connsiteX541" fmla="*/ 3288141 w 3819074"/>
                <a:gd name="connsiteY541" fmla="*/ 2524641 h 3146477"/>
                <a:gd name="connsiteX542" fmla="*/ 3583416 w 3819074"/>
                <a:gd name="connsiteY542" fmla="*/ 1746734 h 3146477"/>
                <a:gd name="connsiteX543" fmla="*/ 3759914 w 3819074"/>
                <a:gd name="connsiteY543" fmla="*/ 1241909 h 3146477"/>
                <a:gd name="connsiteX544" fmla="*/ 2828369 w 3819074"/>
                <a:gd name="connsiteY544" fmla="*/ 171776 h 3146477"/>
                <a:gd name="connsiteX545" fmla="*/ 2807414 w 3819074"/>
                <a:gd name="connsiteY545" fmla="*/ 158059 h 3146477"/>
                <a:gd name="connsiteX546" fmla="*/ 2482612 w 3819074"/>
                <a:gd name="connsiteY546" fmla="*/ 58047 h 3146477"/>
                <a:gd name="connsiteX547" fmla="*/ 1968262 w 3819074"/>
                <a:gd name="connsiteY547" fmla="*/ 188921 h 3146477"/>
                <a:gd name="connsiteX548" fmla="*/ 1433052 w 3819074"/>
                <a:gd name="connsiteY548" fmla="*/ 346273 h 3146477"/>
                <a:gd name="connsiteX549" fmla="*/ 1254363 w 3819074"/>
                <a:gd name="connsiteY549" fmla="*/ 359132 h 3146477"/>
                <a:gd name="connsiteX550" fmla="*/ 877173 w 3819074"/>
                <a:gd name="connsiteY550" fmla="*/ 330557 h 3146477"/>
                <a:gd name="connsiteX551" fmla="*/ 530368 w 3819074"/>
                <a:gd name="connsiteY551" fmla="*/ 302363 h 3146477"/>
                <a:gd name="connsiteX552" fmla="*/ 1241981 w 3819074"/>
                <a:gd name="connsiteY552" fmla="*/ 2716761 h 3146477"/>
                <a:gd name="connsiteX553" fmla="*/ 1241981 w 3819074"/>
                <a:gd name="connsiteY553" fmla="*/ 2716761 h 3146477"/>
                <a:gd name="connsiteX554" fmla="*/ 1205023 w 3819074"/>
                <a:gd name="connsiteY554" fmla="*/ 2708093 h 3146477"/>
                <a:gd name="connsiteX555" fmla="*/ 1202071 w 3819074"/>
                <a:gd name="connsiteY555" fmla="*/ 2706854 h 3146477"/>
                <a:gd name="connsiteX556" fmla="*/ 1202071 w 3819074"/>
                <a:gd name="connsiteY556" fmla="*/ 2703521 h 3146477"/>
                <a:gd name="connsiteX557" fmla="*/ 1216358 w 3819074"/>
                <a:gd name="connsiteY557" fmla="*/ 2528165 h 3146477"/>
                <a:gd name="connsiteX558" fmla="*/ 1127014 w 3819074"/>
                <a:gd name="connsiteY558" fmla="*/ 1740448 h 3146477"/>
                <a:gd name="connsiteX559" fmla="*/ 727726 w 3819074"/>
                <a:gd name="connsiteY559" fmla="*/ 1163995 h 3146477"/>
                <a:gd name="connsiteX560" fmla="*/ 448357 w 3819074"/>
                <a:gd name="connsiteY560" fmla="*/ 763945 h 3146477"/>
                <a:gd name="connsiteX561" fmla="*/ 431403 w 3819074"/>
                <a:gd name="connsiteY561" fmla="*/ 684602 h 3146477"/>
                <a:gd name="connsiteX562" fmla="*/ 432260 w 3819074"/>
                <a:gd name="connsiteY562" fmla="*/ 682030 h 3146477"/>
                <a:gd name="connsiteX563" fmla="*/ 434927 w 3819074"/>
                <a:gd name="connsiteY563" fmla="*/ 681458 h 3146477"/>
                <a:gd name="connsiteX564" fmla="*/ 530653 w 3819074"/>
                <a:gd name="connsiteY564" fmla="*/ 673838 h 3146477"/>
                <a:gd name="connsiteX565" fmla="*/ 836406 w 3819074"/>
                <a:gd name="connsiteY565" fmla="*/ 698603 h 3146477"/>
                <a:gd name="connsiteX566" fmla="*/ 1255506 w 3819074"/>
                <a:gd name="connsiteY566" fmla="*/ 729845 h 3146477"/>
                <a:gd name="connsiteX567" fmla="*/ 1492964 w 3819074"/>
                <a:gd name="connsiteY567" fmla="*/ 712319 h 3146477"/>
                <a:gd name="connsiteX568" fmla="*/ 2098849 w 3819074"/>
                <a:gd name="connsiteY568" fmla="*/ 536297 h 3146477"/>
                <a:gd name="connsiteX569" fmla="*/ 2483374 w 3819074"/>
                <a:gd name="connsiteY569" fmla="*/ 428760 h 3146477"/>
                <a:gd name="connsiteX570" fmla="*/ 2604722 w 3819074"/>
                <a:gd name="connsiteY570" fmla="*/ 468098 h 3146477"/>
                <a:gd name="connsiteX571" fmla="*/ 2625677 w 3819074"/>
                <a:gd name="connsiteY571" fmla="*/ 481814 h 3146477"/>
                <a:gd name="connsiteX572" fmla="*/ 3390440 w 3819074"/>
                <a:gd name="connsiteY572" fmla="*/ 1271056 h 3146477"/>
                <a:gd name="connsiteX573" fmla="*/ 3259947 w 3819074"/>
                <a:gd name="connsiteY573" fmla="*/ 1564997 h 3146477"/>
                <a:gd name="connsiteX574" fmla="*/ 2978102 w 3819074"/>
                <a:gd name="connsiteY574" fmla="*/ 2200124 h 3146477"/>
                <a:gd name="connsiteX575" fmla="*/ 2976864 w 3819074"/>
                <a:gd name="connsiteY575" fmla="*/ 2204601 h 3146477"/>
                <a:gd name="connsiteX576" fmla="*/ 2972387 w 3819074"/>
                <a:gd name="connsiteY576" fmla="*/ 2203458 h 3146477"/>
                <a:gd name="connsiteX577" fmla="*/ 2932573 w 3819074"/>
                <a:gd name="connsiteY577" fmla="*/ 2193933 h 3146477"/>
                <a:gd name="connsiteX578" fmla="*/ 2931525 w 3819074"/>
                <a:gd name="connsiteY578" fmla="*/ 2193933 h 3146477"/>
                <a:gd name="connsiteX579" fmla="*/ 2451656 w 3819074"/>
                <a:gd name="connsiteY579" fmla="*/ 2115542 h 3146477"/>
                <a:gd name="connsiteX580" fmla="*/ 2136473 w 3819074"/>
                <a:gd name="connsiteY580" fmla="*/ 2178598 h 3146477"/>
                <a:gd name="connsiteX581" fmla="*/ 1613075 w 3819074"/>
                <a:gd name="connsiteY581" fmla="*/ 2503591 h 3146477"/>
                <a:gd name="connsiteX582" fmla="*/ 1241981 w 3819074"/>
                <a:gd name="connsiteY582" fmla="*/ 2716761 h 3146477"/>
                <a:gd name="connsiteX583" fmla="*/ 1211691 w 3819074"/>
                <a:gd name="connsiteY583" fmla="*/ 2700473 h 3146477"/>
                <a:gd name="connsiteX584" fmla="*/ 1241981 w 3819074"/>
                <a:gd name="connsiteY584" fmla="*/ 2707236 h 3146477"/>
                <a:gd name="connsiteX585" fmla="*/ 1607455 w 3819074"/>
                <a:gd name="connsiteY585" fmla="*/ 2495399 h 3146477"/>
                <a:gd name="connsiteX586" fmla="*/ 2132663 w 3819074"/>
                <a:gd name="connsiteY586" fmla="*/ 2169358 h 3146477"/>
                <a:gd name="connsiteX587" fmla="*/ 2451751 w 3819074"/>
                <a:gd name="connsiteY587" fmla="*/ 2105446 h 3146477"/>
                <a:gd name="connsiteX588" fmla="*/ 2933906 w 3819074"/>
                <a:gd name="connsiteY588" fmla="*/ 2184122 h 3146477"/>
                <a:gd name="connsiteX589" fmla="*/ 2934954 w 3819074"/>
                <a:gd name="connsiteY589" fmla="*/ 2184122 h 3146477"/>
                <a:gd name="connsiteX590" fmla="*/ 2970292 w 3819074"/>
                <a:gd name="connsiteY590" fmla="*/ 2192885 h 3146477"/>
                <a:gd name="connsiteX591" fmla="*/ 3251756 w 3819074"/>
                <a:gd name="connsiteY591" fmla="*/ 1560044 h 3146477"/>
                <a:gd name="connsiteX592" fmla="*/ 3381010 w 3819074"/>
                <a:gd name="connsiteY592" fmla="*/ 1271532 h 3146477"/>
                <a:gd name="connsiteX593" fmla="*/ 2620534 w 3819074"/>
                <a:gd name="connsiteY593" fmla="*/ 489530 h 3146477"/>
                <a:gd name="connsiteX594" fmla="*/ 2599579 w 3819074"/>
                <a:gd name="connsiteY594" fmla="*/ 475718 h 3146477"/>
                <a:gd name="connsiteX595" fmla="*/ 2483469 w 3819074"/>
                <a:gd name="connsiteY595" fmla="*/ 437618 h 3146477"/>
                <a:gd name="connsiteX596" fmla="*/ 2102469 w 3819074"/>
                <a:gd name="connsiteY596" fmla="*/ 544584 h 3146477"/>
                <a:gd name="connsiteX597" fmla="*/ 1494679 w 3819074"/>
                <a:gd name="connsiteY597" fmla="*/ 721082 h 3146477"/>
                <a:gd name="connsiteX598" fmla="*/ 1255697 w 3819074"/>
                <a:gd name="connsiteY598" fmla="*/ 738704 h 3146477"/>
                <a:gd name="connsiteX599" fmla="*/ 835549 w 3819074"/>
                <a:gd name="connsiteY599" fmla="*/ 707462 h 3146477"/>
                <a:gd name="connsiteX600" fmla="*/ 530749 w 3819074"/>
                <a:gd name="connsiteY600" fmla="*/ 682697 h 3146477"/>
                <a:gd name="connsiteX601" fmla="*/ 439690 w 3819074"/>
                <a:gd name="connsiteY601" fmla="*/ 689555 h 3146477"/>
                <a:gd name="connsiteX602" fmla="*/ 457216 w 3819074"/>
                <a:gd name="connsiteY602" fmla="*/ 759468 h 3146477"/>
                <a:gd name="connsiteX603" fmla="*/ 735251 w 3819074"/>
                <a:gd name="connsiteY603" fmla="*/ 1157327 h 3146477"/>
                <a:gd name="connsiteX604" fmla="*/ 1135301 w 3819074"/>
                <a:gd name="connsiteY604" fmla="*/ 1735399 h 3146477"/>
                <a:gd name="connsiteX605" fmla="*/ 1225693 w 3819074"/>
                <a:gd name="connsiteY605" fmla="*/ 2528451 h 3146477"/>
                <a:gd name="connsiteX606" fmla="*/ 1211405 w 3819074"/>
                <a:gd name="connsiteY606" fmla="*/ 2700473 h 3146477"/>
                <a:gd name="connsiteX607" fmla="*/ 1606407 w 3819074"/>
                <a:gd name="connsiteY607" fmla="*/ 2041343 h 3146477"/>
                <a:gd name="connsiteX608" fmla="*/ 1605550 w 3819074"/>
                <a:gd name="connsiteY608" fmla="*/ 2033627 h 3146477"/>
                <a:gd name="connsiteX609" fmla="*/ 1465247 w 3819074"/>
                <a:gd name="connsiteY609" fmla="*/ 1565092 h 3146477"/>
                <a:gd name="connsiteX610" fmla="*/ 1174925 w 3819074"/>
                <a:gd name="connsiteY610" fmla="*/ 1117418 h 3146477"/>
                <a:gd name="connsiteX611" fmla="*/ 1168924 w 3819074"/>
                <a:gd name="connsiteY611" fmla="*/ 1109512 h 3146477"/>
                <a:gd name="connsiteX612" fmla="*/ 1178449 w 3819074"/>
                <a:gd name="connsiteY612" fmla="*/ 1109512 h 3146477"/>
                <a:gd name="connsiteX613" fmla="*/ 1552877 w 3819074"/>
                <a:gd name="connsiteY613" fmla="*/ 1088462 h 3146477"/>
                <a:gd name="connsiteX614" fmla="*/ 2231533 w 3819074"/>
                <a:gd name="connsiteY614" fmla="*/ 893389 h 3146477"/>
                <a:gd name="connsiteX615" fmla="*/ 2443178 w 3819074"/>
                <a:gd name="connsiteY615" fmla="*/ 819856 h 3146477"/>
                <a:gd name="connsiteX616" fmla="*/ 2445274 w 3819074"/>
                <a:gd name="connsiteY616" fmla="*/ 819285 h 3146477"/>
                <a:gd name="connsiteX617" fmla="*/ 2447083 w 3819074"/>
                <a:gd name="connsiteY617" fmla="*/ 820428 h 3146477"/>
                <a:gd name="connsiteX618" fmla="*/ 2992771 w 3819074"/>
                <a:gd name="connsiteY618" fmla="*/ 1254197 h 3146477"/>
                <a:gd name="connsiteX619" fmla="*/ 2994199 w 3819074"/>
                <a:gd name="connsiteY619" fmla="*/ 1256482 h 3146477"/>
                <a:gd name="connsiteX620" fmla="*/ 2992961 w 3819074"/>
                <a:gd name="connsiteY620" fmla="*/ 1258864 h 3146477"/>
                <a:gd name="connsiteX621" fmla="*/ 2927620 w 3819074"/>
                <a:gd name="connsiteY621" fmla="*/ 1378403 h 3146477"/>
                <a:gd name="connsiteX622" fmla="*/ 2733691 w 3819074"/>
                <a:gd name="connsiteY622" fmla="*/ 1756164 h 3146477"/>
                <a:gd name="connsiteX623" fmla="*/ 2732167 w 3819074"/>
                <a:gd name="connsiteY623" fmla="*/ 1759593 h 3146477"/>
                <a:gd name="connsiteX624" fmla="*/ 2728547 w 3819074"/>
                <a:gd name="connsiteY624" fmla="*/ 1758926 h 3146477"/>
                <a:gd name="connsiteX625" fmla="*/ 2451656 w 3819074"/>
                <a:gd name="connsiteY625" fmla="*/ 1733971 h 3146477"/>
                <a:gd name="connsiteX626" fmla="*/ 1979787 w 3819074"/>
                <a:gd name="connsiteY626" fmla="*/ 1830745 h 3146477"/>
                <a:gd name="connsiteX627" fmla="*/ 1612598 w 3819074"/>
                <a:gd name="connsiteY627" fmla="*/ 2037342 h 3146477"/>
                <a:gd name="connsiteX628" fmla="*/ 1188450 w 3819074"/>
                <a:gd name="connsiteY628" fmla="*/ 1119418 h 3146477"/>
                <a:gd name="connsiteX629" fmla="*/ 1474200 w 3819074"/>
                <a:gd name="connsiteY629" fmla="*/ 1560711 h 3146477"/>
                <a:gd name="connsiteX630" fmla="*/ 1613456 w 3819074"/>
                <a:gd name="connsiteY630" fmla="*/ 2024864 h 3146477"/>
                <a:gd name="connsiteX631" fmla="*/ 1975406 w 3819074"/>
                <a:gd name="connsiteY631" fmla="*/ 1822077 h 3146477"/>
                <a:gd name="connsiteX632" fmla="*/ 2451656 w 3819074"/>
                <a:gd name="connsiteY632" fmla="*/ 1724446 h 3146477"/>
                <a:gd name="connsiteX633" fmla="*/ 2726642 w 3819074"/>
                <a:gd name="connsiteY633" fmla="*/ 1748925 h 3146477"/>
                <a:gd name="connsiteX634" fmla="*/ 2919142 w 3819074"/>
                <a:gd name="connsiteY634" fmla="*/ 1374497 h 3146477"/>
                <a:gd name="connsiteX635" fmla="*/ 2983436 w 3819074"/>
                <a:gd name="connsiteY635" fmla="*/ 1256864 h 3146477"/>
                <a:gd name="connsiteX636" fmla="*/ 2443940 w 3819074"/>
                <a:gd name="connsiteY636" fmla="*/ 829572 h 3146477"/>
                <a:gd name="connsiteX637" fmla="*/ 2235057 w 3819074"/>
                <a:gd name="connsiteY637" fmla="*/ 902343 h 3146477"/>
                <a:gd name="connsiteX638" fmla="*/ 1554686 w 3819074"/>
                <a:gd name="connsiteY638" fmla="*/ 1097987 h 3146477"/>
                <a:gd name="connsiteX639" fmla="*/ 1255506 w 3819074"/>
                <a:gd name="connsiteY639" fmla="*/ 1120370 h 3146477"/>
                <a:gd name="connsiteX640" fmla="*/ 1188164 w 3819074"/>
                <a:gd name="connsiteY640" fmla="*/ 1119418 h 3146477"/>
                <a:gd name="connsiteX641" fmla="*/ 1241981 w 3819074"/>
                <a:gd name="connsiteY641" fmla="*/ 2907261 h 3146477"/>
                <a:gd name="connsiteX642" fmla="*/ 1241981 w 3819074"/>
                <a:gd name="connsiteY642" fmla="*/ 2907261 h 3146477"/>
                <a:gd name="connsiteX643" fmla="*/ 1051481 w 3819074"/>
                <a:gd name="connsiteY643" fmla="*/ 2840586 h 3146477"/>
                <a:gd name="connsiteX644" fmla="*/ 1027287 w 3819074"/>
                <a:gd name="connsiteY644" fmla="*/ 2507972 h 3146477"/>
                <a:gd name="connsiteX645" fmla="*/ 958135 w 3819074"/>
                <a:gd name="connsiteY645" fmla="*/ 1828268 h 3146477"/>
                <a:gd name="connsiteX646" fmla="*/ 579040 w 3819074"/>
                <a:gd name="connsiteY646" fmla="*/ 1282772 h 3146477"/>
                <a:gd name="connsiteX647" fmla="*/ 273669 w 3819074"/>
                <a:gd name="connsiteY647" fmla="*/ 840526 h 3146477"/>
                <a:gd name="connsiteX648" fmla="*/ 281956 w 3819074"/>
                <a:gd name="connsiteY648" fmla="*/ 561348 h 3146477"/>
                <a:gd name="connsiteX649" fmla="*/ 530368 w 3819074"/>
                <a:gd name="connsiteY649" fmla="*/ 483338 h 3146477"/>
                <a:gd name="connsiteX650" fmla="*/ 857551 w 3819074"/>
                <a:gd name="connsiteY650" fmla="*/ 509341 h 3146477"/>
                <a:gd name="connsiteX651" fmla="*/ 1255315 w 3819074"/>
                <a:gd name="connsiteY651" fmla="*/ 539345 h 3146477"/>
                <a:gd name="connsiteX652" fmla="*/ 1462675 w 3819074"/>
                <a:gd name="connsiteY652" fmla="*/ 524201 h 3146477"/>
                <a:gd name="connsiteX653" fmla="*/ 2032270 w 3819074"/>
                <a:gd name="connsiteY653" fmla="*/ 357799 h 3146477"/>
                <a:gd name="connsiteX654" fmla="*/ 2483183 w 3819074"/>
                <a:gd name="connsiteY654" fmla="*/ 238260 h 3146477"/>
                <a:gd name="connsiteX655" fmla="*/ 2708831 w 3819074"/>
                <a:gd name="connsiteY655" fmla="*/ 308745 h 3146477"/>
                <a:gd name="connsiteX656" fmla="*/ 2729786 w 3819074"/>
                <a:gd name="connsiteY656" fmla="*/ 322366 h 3146477"/>
                <a:gd name="connsiteX657" fmla="*/ 3580082 w 3819074"/>
                <a:gd name="connsiteY657" fmla="*/ 1255816 h 3146477"/>
                <a:gd name="connsiteX658" fmla="*/ 3426063 w 3819074"/>
                <a:gd name="connsiteY658" fmla="*/ 1658152 h 3146477"/>
                <a:gd name="connsiteX659" fmla="*/ 3121930 w 3819074"/>
                <a:gd name="connsiteY659" fmla="*/ 2423962 h 3146477"/>
                <a:gd name="connsiteX660" fmla="*/ 3121073 w 3819074"/>
                <a:gd name="connsiteY660" fmla="*/ 2428439 h 3146477"/>
                <a:gd name="connsiteX661" fmla="*/ 3116596 w 3819074"/>
                <a:gd name="connsiteY661" fmla="*/ 2427867 h 3146477"/>
                <a:gd name="connsiteX662" fmla="*/ 2885329 w 3819074"/>
                <a:gd name="connsiteY662" fmla="*/ 2378337 h 3146477"/>
                <a:gd name="connsiteX663" fmla="*/ 2451465 w 3819074"/>
                <a:gd name="connsiteY663" fmla="*/ 2305566 h 3146477"/>
                <a:gd name="connsiteX664" fmla="*/ 2214674 w 3819074"/>
                <a:gd name="connsiteY664" fmla="*/ 2351762 h 3146477"/>
                <a:gd name="connsiteX665" fmla="*/ 1725089 w 3819074"/>
                <a:gd name="connsiteY665" fmla="*/ 2657134 h 3146477"/>
                <a:gd name="connsiteX666" fmla="*/ 1241981 w 3819074"/>
                <a:gd name="connsiteY666" fmla="*/ 2907261 h 3146477"/>
                <a:gd name="connsiteX667" fmla="*/ 530368 w 3819074"/>
                <a:gd name="connsiteY667" fmla="*/ 492863 h 3146477"/>
                <a:gd name="connsiteX668" fmla="*/ 289957 w 3819074"/>
                <a:gd name="connsiteY668" fmla="*/ 566587 h 3146477"/>
                <a:gd name="connsiteX669" fmla="*/ 282337 w 3819074"/>
                <a:gd name="connsiteY669" fmla="*/ 836621 h 3146477"/>
                <a:gd name="connsiteX670" fmla="*/ 585899 w 3819074"/>
                <a:gd name="connsiteY670" fmla="*/ 1276676 h 3146477"/>
                <a:gd name="connsiteX671" fmla="*/ 966041 w 3819074"/>
                <a:gd name="connsiteY671" fmla="*/ 1823791 h 3146477"/>
                <a:gd name="connsiteX672" fmla="*/ 1036145 w 3819074"/>
                <a:gd name="connsiteY672" fmla="*/ 2508830 h 3146477"/>
                <a:gd name="connsiteX673" fmla="*/ 1056052 w 3819074"/>
                <a:gd name="connsiteY673" fmla="*/ 2832680 h 3146477"/>
                <a:gd name="connsiteX674" fmla="*/ 1241695 w 3819074"/>
                <a:gd name="connsiteY674" fmla="*/ 2897831 h 3146477"/>
                <a:gd name="connsiteX675" fmla="*/ 1241695 w 3819074"/>
                <a:gd name="connsiteY675" fmla="*/ 2897831 h 3146477"/>
                <a:gd name="connsiteX676" fmla="*/ 1719373 w 3819074"/>
                <a:gd name="connsiteY676" fmla="*/ 2649419 h 3146477"/>
                <a:gd name="connsiteX677" fmla="*/ 2210768 w 3819074"/>
                <a:gd name="connsiteY677" fmla="*/ 2343095 h 3146477"/>
                <a:gd name="connsiteX678" fmla="*/ 2451465 w 3819074"/>
                <a:gd name="connsiteY678" fmla="*/ 2296041 h 3146477"/>
                <a:gd name="connsiteX679" fmla="*/ 2887615 w 3819074"/>
                <a:gd name="connsiteY679" fmla="*/ 2369098 h 3146477"/>
                <a:gd name="connsiteX680" fmla="*/ 3113357 w 3819074"/>
                <a:gd name="connsiteY680" fmla="*/ 2417866 h 3146477"/>
                <a:gd name="connsiteX681" fmla="*/ 3417681 w 3819074"/>
                <a:gd name="connsiteY681" fmla="*/ 1653580 h 3146477"/>
                <a:gd name="connsiteX682" fmla="*/ 3570653 w 3819074"/>
                <a:gd name="connsiteY682" fmla="*/ 1256578 h 3146477"/>
                <a:gd name="connsiteX683" fmla="*/ 2724642 w 3819074"/>
                <a:gd name="connsiteY683" fmla="*/ 330462 h 3146477"/>
                <a:gd name="connsiteX684" fmla="*/ 2703687 w 3819074"/>
                <a:gd name="connsiteY684" fmla="*/ 316746 h 3146477"/>
                <a:gd name="connsiteX685" fmla="*/ 2483183 w 3819074"/>
                <a:gd name="connsiteY685" fmla="*/ 247880 h 3146477"/>
                <a:gd name="connsiteX686" fmla="*/ 2035508 w 3819074"/>
                <a:gd name="connsiteY686" fmla="*/ 366847 h 3146477"/>
                <a:gd name="connsiteX687" fmla="*/ 1464008 w 3819074"/>
                <a:gd name="connsiteY687" fmla="*/ 533726 h 3146477"/>
                <a:gd name="connsiteX688" fmla="*/ 1255220 w 3819074"/>
                <a:gd name="connsiteY688" fmla="*/ 548966 h 3146477"/>
                <a:gd name="connsiteX689" fmla="*/ 856599 w 3819074"/>
                <a:gd name="connsiteY689" fmla="*/ 518866 h 3146477"/>
                <a:gd name="connsiteX690" fmla="*/ 530368 w 3819074"/>
                <a:gd name="connsiteY690" fmla="*/ 492863 h 3146477"/>
                <a:gd name="connsiteX691" fmla="*/ 1419146 w 3819074"/>
                <a:gd name="connsiteY691" fmla="*/ 2407960 h 3146477"/>
                <a:gd name="connsiteX692" fmla="*/ 1419907 w 3819074"/>
                <a:gd name="connsiteY692" fmla="*/ 2397768 h 3146477"/>
                <a:gd name="connsiteX693" fmla="*/ 1296082 w 3819074"/>
                <a:gd name="connsiteY693" fmla="*/ 1652723 h 3146477"/>
                <a:gd name="connsiteX694" fmla="*/ 876982 w 3819074"/>
                <a:gd name="connsiteY694" fmla="*/ 1045408 h 3146477"/>
                <a:gd name="connsiteX695" fmla="*/ 754491 w 3819074"/>
                <a:gd name="connsiteY695" fmla="*/ 889198 h 3146477"/>
                <a:gd name="connsiteX696" fmla="*/ 747728 w 3819074"/>
                <a:gd name="connsiteY696" fmla="*/ 880340 h 3146477"/>
                <a:gd name="connsiteX697" fmla="*/ 758777 w 3819074"/>
                <a:gd name="connsiteY697" fmla="*/ 881579 h 3146477"/>
                <a:gd name="connsiteX698" fmla="*/ 813451 w 3819074"/>
                <a:gd name="connsiteY698" fmla="*/ 887674 h 3146477"/>
                <a:gd name="connsiteX699" fmla="*/ 814975 w 3819074"/>
                <a:gd name="connsiteY699" fmla="*/ 887674 h 3146477"/>
                <a:gd name="connsiteX700" fmla="*/ 1255697 w 3819074"/>
                <a:gd name="connsiteY700" fmla="*/ 920155 h 3146477"/>
                <a:gd name="connsiteX701" fmla="*/ 1523254 w 3819074"/>
                <a:gd name="connsiteY701" fmla="*/ 900247 h 3146477"/>
                <a:gd name="connsiteX702" fmla="*/ 2165524 w 3819074"/>
                <a:gd name="connsiteY702" fmla="*/ 714701 h 3146477"/>
                <a:gd name="connsiteX703" fmla="*/ 2483564 w 3819074"/>
                <a:gd name="connsiteY703" fmla="*/ 619451 h 3146477"/>
                <a:gd name="connsiteX704" fmla="*/ 2486898 w 3819074"/>
                <a:gd name="connsiteY704" fmla="*/ 619927 h 3146477"/>
                <a:gd name="connsiteX705" fmla="*/ 2500519 w 3819074"/>
                <a:gd name="connsiteY705" fmla="*/ 627642 h 3146477"/>
                <a:gd name="connsiteX706" fmla="*/ 2521569 w 3819074"/>
                <a:gd name="connsiteY706" fmla="*/ 641358 h 3146477"/>
                <a:gd name="connsiteX707" fmla="*/ 3198416 w 3819074"/>
                <a:gd name="connsiteY707" fmla="*/ 1267817 h 3146477"/>
                <a:gd name="connsiteX708" fmla="*/ 3198416 w 3819074"/>
                <a:gd name="connsiteY708" fmla="*/ 1268960 h 3146477"/>
                <a:gd name="connsiteX709" fmla="*/ 3198416 w 3819074"/>
                <a:gd name="connsiteY709" fmla="*/ 1270103 h 3146477"/>
                <a:gd name="connsiteX710" fmla="*/ 3094117 w 3819074"/>
                <a:gd name="connsiteY710" fmla="*/ 1472129 h 3146477"/>
                <a:gd name="connsiteX711" fmla="*/ 2852182 w 3819074"/>
                <a:gd name="connsiteY711" fmla="*/ 1974001 h 3146477"/>
                <a:gd name="connsiteX712" fmla="*/ 2850753 w 3819074"/>
                <a:gd name="connsiteY712" fmla="*/ 1977906 h 3146477"/>
                <a:gd name="connsiteX713" fmla="*/ 2846657 w 3819074"/>
                <a:gd name="connsiteY713" fmla="*/ 1976954 h 3146477"/>
                <a:gd name="connsiteX714" fmla="*/ 2452037 w 3819074"/>
                <a:gd name="connsiteY714" fmla="*/ 1924661 h 3146477"/>
                <a:gd name="connsiteX715" fmla="*/ 2058464 w 3819074"/>
                <a:gd name="connsiteY715" fmla="*/ 2004576 h 3146477"/>
                <a:gd name="connsiteX716" fmla="*/ 1501346 w 3819074"/>
                <a:gd name="connsiteY716" fmla="*/ 2349191 h 3146477"/>
                <a:gd name="connsiteX717" fmla="*/ 1428004 w 3819074"/>
                <a:gd name="connsiteY717" fmla="*/ 2402245 h 3146477"/>
                <a:gd name="connsiteX718" fmla="*/ 768397 w 3819074"/>
                <a:gd name="connsiteY718" fmla="*/ 892247 h 3146477"/>
                <a:gd name="connsiteX719" fmla="*/ 883745 w 3819074"/>
                <a:gd name="connsiteY719" fmla="*/ 1039122 h 3146477"/>
                <a:gd name="connsiteX720" fmla="*/ 1304274 w 3819074"/>
                <a:gd name="connsiteY720" fmla="*/ 1648722 h 3146477"/>
                <a:gd name="connsiteX721" fmla="*/ 1430194 w 3819074"/>
                <a:gd name="connsiteY721" fmla="*/ 2388720 h 3146477"/>
                <a:gd name="connsiteX722" fmla="*/ 1494964 w 3819074"/>
                <a:gd name="connsiteY722" fmla="*/ 2341856 h 3146477"/>
                <a:gd name="connsiteX723" fmla="*/ 2053987 w 3819074"/>
                <a:gd name="connsiteY723" fmla="*/ 1996099 h 3146477"/>
                <a:gd name="connsiteX724" fmla="*/ 2451465 w 3819074"/>
                <a:gd name="connsiteY724" fmla="*/ 1915327 h 3146477"/>
                <a:gd name="connsiteX725" fmla="*/ 2844181 w 3819074"/>
                <a:gd name="connsiteY725" fmla="*/ 1966571 h 3146477"/>
                <a:gd name="connsiteX726" fmla="*/ 3085258 w 3819074"/>
                <a:gd name="connsiteY726" fmla="*/ 1467366 h 3146477"/>
                <a:gd name="connsiteX727" fmla="*/ 3188509 w 3819074"/>
                <a:gd name="connsiteY727" fmla="*/ 1267913 h 3146477"/>
                <a:gd name="connsiteX728" fmla="*/ 2516045 w 3819074"/>
                <a:gd name="connsiteY728" fmla="*/ 648788 h 3146477"/>
                <a:gd name="connsiteX729" fmla="*/ 2494899 w 3819074"/>
                <a:gd name="connsiteY729" fmla="*/ 634976 h 3146477"/>
                <a:gd name="connsiteX730" fmla="*/ 2483564 w 3819074"/>
                <a:gd name="connsiteY730" fmla="*/ 628309 h 3146477"/>
                <a:gd name="connsiteX731" fmla="*/ 2483564 w 3819074"/>
                <a:gd name="connsiteY731" fmla="*/ 628309 h 3146477"/>
                <a:gd name="connsiteX732" fmla="*/ 2168763 w 3819074"/>
                <a:gd name="connsiteY732" fmla="*/ 723559 h 3146477"/>
                <a:gd name="connsiteX733" fmla="*/ 1524778 w 3819074"/>
                <a:gd name="connsiteY733" fmla="*/ 909582 h 3146477"/>
                <a:gd name="connsiteX734" fmla="*/ 1255697 w 3819074"/>
                <a:gd name="connsiteY734" fmla="*/ 929585 h 3146477"/>
                <a:gd name="connsiteX735" fmla="*/ 814022 w 3819074"/>
                <a:gd name="connsiteY735" fmla="*/ 897104 h 3146477"/>
                <a:gd name="connsiteX736" fmla="*/ 812308 w 3819074"/>
                <a:gd name="connsiteY736" fmla="*/ 897104 h 3146477"/>
                <a:gd name="connsiteX737" fmla="*/ 1739090 w 3819074"/>
                <a:gd name="connsiteY737" fmla="*/ 1737781 h 3146477"/>
                <a:gd name="connsiteX738" fmla="*/ 1737281 w 3819074"/>
                <a:gd name="connsiteY738" fmla="*/ 1732542 h 3146477"/>
                <a:gd name="connsiteX739" fmla="*/ 1633934 w 3819074"/>
                <a:gd name="connsiteY739" fmla="*/ 1477748 h 3146477"/>
                <a:gd name="connsiteX740" fmla="*/ 1527540 w 3819074"/>
                <a:gd name="connsiteY740" fmla="*/ 1291820 h 3146477"/>
                <a:gd name="connsiteX741" fmla="*/ 1523635 w 3819074"/>
                <a:gd name="connsiteY741" fmla="*/ 1285534 h 3146477"/>
                <a:gd name="connsiteX742" fmla="*/ 1530969 w 3819074"/>
                <a:gd name="connsiteY742" fmla="*/ 1284581 h 3146477"/>
                <a:gd name="connsiteX743" fmla="*/ 1582976 w 3819074"/>
                <a:gd name="connsiteY743" fmla="*/ 1277057 h 3146477"/>
                <a:gd name="connsiteX744" fmla="*/ 2297350 w 3819074"/>
                <a:gd name="connsiteY744" fmla="*/ 1072364 h 3146477"/>
                <a:gd name="connsiteX745" fmla="*/ 2414413 w 3819074"/>
                <a:gd name="connsiteY745" fmla="*/ 1029788 h 3146477"/>
                <a:gd name="connsiteX746" fmla="*/ 2416604 w 3819074"/>
                <a:gd name="connsiteY746" fmla="*/ 1029026 h 3146477"/>
                <a:gd name="connsiteX747" fmla="*/ 2418604 w 3819074"/>
                <a:gd name="connsiteY747" fmla="*/ 1030359 h 3146477"/>
                <a:gd name="connsiteX748" fmla="*/ 2683399 w 3819074"/>
                <a:gd name="connsiteY748" fmla="*/ 1215906 h 3146477"/>
                <a:gd name="connsiteX749" fmla="*/ 2760075 w 3819074"/>
                <a:gd name="connsiteY749" fmla="*/ 1279628 h 3146477"/>
                <a:gd name="connsiteX750" fmla="*/ 2762837 w 3819074"/>
                <a:gd name="connsiteY750" fmla="*/ 1282105 h 3146477"/>
                <a:gd name="connsiteX751" fmla="*/ 2760551 w 3819074"/>
                <a:gd name="connsiteY751" fmla="*/ 1286296 h 3146477"/>
                <a:gd name="connsiteX752" fmla="*/ 2620248 w 3819074"/>
                <a:gd name="connsiteY752" fmla="*/ 1549376 h 3146477"/>
                <a:gd name="connsiteX753" fmla="*/ 2618819 w 3819074"/>
                <a:gd name="connsiteY753" fmla="*/ 1552329 h 3146477"/>
                <a:gd name="connsiteX754" fmla="*/ 2615486 w 3819074"/>
                <a:gd name="connsiteY754" fmla="*/ 1552329 h 3146477"/>
                <a:gd name="connsiteX755" fmla="*/ 2450989 w 3819074"/>
                <a:gd name="connsiteY755" fmla="*/ 1544138 h 3146477"/>
                <a:gd name="connsiteX756" fmla="*/ 1900634 w 3819074"/>
                <a:gd name="connsiteY756" fmla="*/ 1657866 h 3146477"/>
                <a:gd name="connsiteX757" fmla="*/ 1743757 w 3819074"/>
                <a:gd name="connsiteY757" fmla="*/ 1735590 h 3146477"/>
                <a:gd name="connsiteX758" fmla="*/ 1539637 w 3819074"/>
                <a:gd name="connsiteY758" fmla="*/ 1292678 h 3146477"/>
                <a:gd name="connsiteX759" fmla="*/ 1642507 w 3819074"/>
                <a:gd name="connsiteY759" fmla="*/ 1472986 h 3146477"/>
                <a:gd name="connsiteX760" fmla="*/ 1744805 w 3819074"/>
                <a:gd name="connsiteY760" fmla="*/ 1723779 h 3146477"/>
                <a:gd name="connsiteX761" fmla="*/ 1897205 w 3819074"/>
                <a:gd name="connsiteY761" fmla="*/ 1648436 h 3146477"/>
                <a:gd name="connsiteX762" fmla="*/ 2451465 w 3819074"/>
                <a:gd name="connsiteY762" fmla="*/ 1534136 h 3146477"/>
                <a:gd name="connsiteX763" fmla="*/ 2613390 w 3819074"/>
                <a:gd name="connsiteY763" fmla="*/ 1542042 h 3146477"/>
                <a:gd name="connsiteX764" fmla="*/ 2751122 w 3819074"/>
                <a:gd name="connsiteY764" fmla="*/ 1284010 h 3146477"/>
                <a:gd name="connsiteX765" fmla="*/ 2677874 w 3819074"/>
                <a:gd name="connsiteY765" fmla="*/ 1223240 h 3146477"/>
                <a:gd name="connsiteX766" fmla="*/ 2415651 w 3819074"/>
                <a:gd name="connsiteY766" fmla="*/ 1039408 h 3146477"/>
                <a:gd name="connsiteX767" fmla="*/ 2301351 w 3819074"/>
                <a:gd name="connsiteY767" fmla="*/ 1081127 h 3146477"/>
                <a:gd name="connsiteX768" fmla="*/ 1584690 w 3819074"/>
                <a:gd name="connsiteY768" fmla="*/ 1286296 h 3146477"/>
                <a:gd name="connsiteX769" fmla="*/ 1539637 w 3819074"/>
                <a:gd name="connsiteY769" fmla="*/ 1292678 h 3146477"/>
                <a:gd name="connsiteX770" fmla="*/ 1241981 w 3819074"/>
                <a:gd name="connsiteY770" fmla="*/ 3002511 h 3146477"/>
                <a:gd name="connsiteX771" fmla="*/ 1241981 w 3819074"/>
                <a:gd name="connsiteY771" fmla="*/ 3002511 h 3146477"/>
                <a:gd name="connsiteX772" fmla="*/ 998998 w 3819074"/>
                <a:gd name="connsiteY772" fmla="*/ 2920214 h 3146477"/>
                <a:gd name="connsiteX773" fmla="*/ 932323 w 3819074"/>
                <a:gd name="connsiteY773" fmla="*/ 2497685 h 3146477"/>
                <a:gd name="connsiteX774" fmla="*/ 873458 w 3819074"/>
                <a:gd name="connsiteY774" fmla="*/ 1871988 h 3146477"/>
                <a:gd name="connsiteX775" fmla="*/ 504269 w 3819074"/>
                <a:gd name="connsiteY775" fmla="*/ 1341922 h 3146477"/>
                <a:gd name="connsiteX776" fmla="*/ 202612 w 3819074"/>
                <a:gd name="connsiteY776" fmla="*/ 509246 h 3146477"/>
                <a:gd name="connsiteX777" fmla="*/ 530749 w 3819074"/>
                <a:gd name="connsiteY777" fmla="*/ 388088 h 3146477"/>
                <a:gd name="connsiteX778" fmla="*/ 868791 w 3819074"/>
                <a:gd name="connsiteY778" fmla="*/ 414663 h 3146477"/>
                <a:gd name="connsiteX779" fmla="*/ 1255697 w 3819074"/>
                <a:gd name="connsiteY779" fmla="*/ 444095 h 3146477"/>
                <a:gd name="connsiteX780" fmla="*/ 1448006 w 3819074"/>
                <a:gd name="connsiteY780" fmla="*/ 430189 h 3146477"/>
                <a:gd name="connsiteX781" fmla="*/ 1999408 w 3819074"/>
                <a:gd name="connsiteY781" fmla="*/ 268264 h 3146477"/>
                <a:gd name="connsiteX782" fmla="*/ 2483564 w 3819074"/>
                <a:gd name="connsiteY782" fmla="*/ 142724 h 3146477"/>
                <a:gd name="connsiteX783" fmla="*/ 2761409 w 3819074"/>
                <a:gd name="connsiteY783" fmla="*/ 228449 h 3146477"/>
                <a:gd name="connsiteX784" fmla="*/ 2782364 w 3819074"/>
                <a:gd name="connsiteY784" fmla="*/ 242165 h 3146477"/>
                <a:gd name="connsiteX785" fmla="*/ 3392725 w 3819074"/>
                <a:gd name="connsiteY785" fmla="*/ 697365 h 3146477"/>
                <a:gd name="connsiteX786" fmla="*/ 3675428 w 3819074"/>
                <a:gd name="connsiteY786" fmla="*/ 1247529 h 3146477"/>
                <a:gd name="connsiteX787" fmla="*/ 3509502 w 3819074"/>
                <a:gd name="connsiteY787" fmla="*/ 1703967 h 3146477"/>
                <a:gd name="connsiteX788" fmla="*/ 3204702 w 3819074"/>
                <a:gd name="connsiteY788" fmla="*/ 2511878 h 3146477"/>
                <a:gd name="connsiteX789" fmla="*/ 3203654 w 3819074"/>
                <a:gd name="connsiteY789" fmla="*/ 2518259 h 3146477"/>
                <a:gd name="connsiteX790" fmla="*/ 3202988 w 3819074"/>
                <a:gd name="connsiteY790" fmla="*/ 2521212 h 3146477"/>
                <a:gd name="connsiteX791" fmla="*/ 3200130 w 3819074"/>
                <a:gd name="connsiteY791" fmla="*/ 2521879 h 3146477"/>
                <a:gd name="connsiteX792" fmla="*/ 3161077 w 3819074"/>
                <a:gd name="connsiteY792" fmla="*/ 2525594 h 3146477"/>
                <a:gd name="connsiteX793" fmla="*/ 2862945 w 3819074"/>
                <a:gd name="connsiteY793" fmla="*/ 2470158 h 3146477"/>
                <a:gd name="connsiteX794" fmla="*/ 2451941 w 3819074"/>
                <a:gd name="connsiteY794" fmla="*/ 2400149 h 3146477"/>
                <a:gd name="connsiteX795" fmla="*/ 2254298 w 3819074"/>
                <a:gd name="connsiteY795" fmla="*/ 2438249 h 3146477"/>
                <a:gd name="connsiteX796" fmla="*/ 1781667 w 3819074"/>
                <a:gd name="connsiteY796" fmla="*/ 2733525 h 3146477"/>
                <a:gd name="connsiteX797" fmla="*/ 1241981 w 3819074"/>
                <a:gd name="connsiteY797" fmla="*/ 3002511 h 3146477"/>
                <a:gd name="connsiteX798" fmla="*/ 530368 w 3819074"/>
                <a:gd name="connsiteY798" fmla="*/ 397613 h 3146477"/>
                <a:gd name="connsiteX799" fmla="*/ 210232 w 3819074"/>
                <a:gd name="connsiteY799" fmla="*/ 514390 h 3146477"/>
                <a:gd name="connsiteX800" fmla="*/ 511318 w 3819074"/>
                <a:gd name="connsiteY800" fmla="*/ 1336016 h 3146477"/>
                <a:gd name="connsiteX801" fmla="*/ 881459 w 3819074"/>
                <a:gd name="connsiteY801" fmla="*/ 1867607 h 3146477"/>
                <a:gd name="connsiteX802" fmla="*/ 941467 w 3819074"/>
                <a:gd name="connsiteY802" fmla="*/ 2498733 h 3146477"/>
                <a:gd name="connsiteX803" fmla="*/ 1003855 w 3819074"/>
                <a:gd name="connsiteY803" fmla="*/ 2912213 h 3146477"/>
                <a:gd name="connsiteX804" fmla="*/ 1241981 w 3819074"/>
                <a:gd name="connsiteY804" fmla="*/ 2992986 h 3146477"/>
                <a:gd name="connsiteX805" fmla="*/ 1241981 w 3819074"/>
                <a:gd name="connsiteY805" fmla="*/ 2992986 h 3146477"/>
                <a:gd name="connsiteX806" fmla="*/ 1775381 w 3819074"/>
                <a:gd name="connsiteY806" fmla="*/ 2726286 h 3146477"/>
                <a:gd name="connsiteX807" fmla="*/ 2249821 w 3819074"/>
                <a:gd name="connsiteY807" fmla="*/ 2429772 h 3146477"/>
                <a:gd name="connsiteX808" fmla="*/ 2451370 w 3819074"/>
                <a:gd name="connsiteY808" fmla="*/ 2391196 h 3146477"/>
                <a:gd name="connsiteX809" fmla="*/ 2864564 w 3819074"/>
                <a:gd name="connsiteY809" fmla="*/ 2461395 h 3146477"/>
                <a:gd name="connsiteX810" fmla="*/ 3160506 w 3819074"/>
                <a:gd name="connsiteY810" fmla="*/ 2516640 h 3146477"/>
                <a:gd name="connsiteX811" fmla="*/ 3194606 w 3819074"/>
                <a:gd name="connsiteY811" fmla="*/ 2513592 h 3146477"/>
                <a:gd name="connsiteX812" fmla="*/ 3194606 w 3819074"/>
                <a:gd name="connsiteY812" fmla="*/ 2510830 h 3146477"/>
                <a:gd name="connsiteX813" fmla="*/ 3500644 w 3819074"/>
                <a:gd name="connsiteY813" fmla="*/ 1699490 h 3146477"/>
                <a:gd name="connsiteX814" fmla="*/ 3665331 w 3819074"/>
                <a:gd name="connsiteY814" fmla="*/ 1248482 h 3146477"/>
                <a:gd name="connsiteX815" fmla="*/ 3385391 w 3819074"/>
                <a:gd name="connsiteY815" fmla="*/ 704318 h 3146477"/>
                <a:gd name="connsiteX816" fmla="*/ 2776553 w 3819074"/>
                <a:gd name="connsiteY816" fmla="*/ 250357 h 3146477"/>
                <a:gd name="connsiteX817" fmla="*/ 2755598 w 3819074"/>
                <a:gd name="connsiteY817" fmla="*/ 236641 h 3146477"/>
                <a:gd name="connsiteX818" fmla="*/ 2482993 w 3819074"/>
                <a:gd name="connsiteY818" fmla="*/ 152154 h 3146477"/>
                <a:gd name="connsiteX819" fmla="*/ 2002171 w 3819074"/>
                <a:gd name="connsiteY819" fmla="*/ 277027 h 3146477"/>
                <a:gd name="connsiteX820" fmla="*/ 1448864 w 3819074"/>
                <a:gd name="connsiteY820" fmla="*/ 438952 h 3146477"/>
                <a:gd name="connsiteX821" fmla="*/ 1255125 w 3819074"/>
                <a:gd name="connsiteY821" fmla="*/ 452954 h 3146477"/>
                <a:gd name="connsiteX822" fmla="*/ 867267 w 3819074"/>
                <a:gd name="connsiteY822" fmla="*/ 423521 h 3146477"/>
                <a:gd name="connsiteX823" fmla="*/ 530368 w 3819074"/>
                <a:gd name="connsiteY823" fmla="*/ 397613 h 3146477"/>
                <a:gd name="connsiteX824" fmla="*/ 1304941 w 3819074"/>
                <a:gd name="connsiteY824" fmla="*/ 2595412 h 3146477"/>
                <a:gd name="connsiteX825" fmla="*/ 1305798 w 3819074"/>
                <a:gd name="connsiteY825" fmla="*/ 2586363 h 3146477"/>
                <a:gd name="connsiteX826" fmla="*/ 1310751 w 3819074"/>
                <a:gd name="connsiteY826" fmla="*/ 2539214 h 3146477"/>
                <a:gd name="connsiteX827" fmla="*/ 1310751 w 3819074"/>
                <a:gd name="connsiteY827" fmla="*/ 2538262 h 3146477"/>
                <a:gd name="connsiteX828" fmla="*/ 1211215 w 3819074"/>
                <a:gd name="connsiteY828" fmla="*/ 1696633 h 3146477"/>
                <a:gd name="connsiteX829" fmla="*/ 801640 w 3819074"/>
                <a:gd name="connsiteY829" fmla="*/ 1104654 h 3146477"/>
                <a:gd name="connsiteX830" fmla="*/ 561514 w 3819074"/>
                <a:gd name="connsiteY830" fmla="*/ 776899 h 3146477"/>
                <a:gd name="connsiteX831" fmla="*/ 557133 w 3819074"/>
                <a:gd name="connsiteY831" fmla="*/ 769469 h 3146477"/>
                <a:gd name="connsiteX832" fmla="*/ 565801 w 3819074"/>
                <a:gd name="connsiteY832" fmla="*/ 769469 h 3146477"/>
                <a:gd name="connsiteX833" fmla="*/ 824785 w 3819074"/>
                <a:gd name="connsiteY833" fmla="*/ 792901 h 3146477"/>
                <a:gd name="connsiteX834" fmla="*/ 1254935 w 3819074"/>
                <a:gd name="connsiteY834" fmla="*/ 824810 h 3146477"/>
                <a:gd name="connsiteX835" fmla="*/ 1507442 w 3819074"/>
                <a:gd name="connsiteY835" fmla="*/ 805760 h 3146477"/>
                <a:gd name="connsiteX836" fmla="*/ 2131520 w 3819074"/>
                <a:gd name="connsiteY836" fmla="*/ 624785 h 3146477"/>
                <a:gd name="connsiteX837" fmla="*/ 2482802 w 3819074"/>
                <a:gd name="connsiteY837" fmla="*/ 523153 h 3146477"/>
                <a:gd name="connsiteX838" fmla="*/ 2551954 w 3819074"/>
                <a:gd name="connsiteY838" fmla="*/ 546870 h 3146477"/>
                <a:gd name="connsiteX839" fmla="*/ 2572909 w 3819074"/>
                <a:gd name="connsiteY839" fmla="*/ 560586 h 3146477"/>
                <a:gd name="connsiteX840" fmla="*/ 3123549 w 3819074"/>
                <a:gd name="connsiteY840" fmla="*/ 967399 h 3146477"/>
                <a:gd name="connsiteX841" fmla="*/ 3294999 w 3819074"/>
                <a:gd name="connsiteY841" fmla="*/ 1274771 h 3146477"/>
                <a:gd name="connsiteX842" fmla="*/ 3294999 w 3819074"/>
                <a:gd name="connsiteY842" fmla="*/ 1275818 h 3146477"/>
                <a:gd name="connsiteX843" fmla="*/ 3176699 w 3819074"/>
                <a:gd name="connsiteY843" fmla="*/ 1517658 h 3146477"/>
                <a:gd name="connsiteX844" fmla="*/ 2912761 w 3819074"/>
                <a:gd name="connsiteY844" fmla="*/ 2085253 h 3146477"/>
                <a:gd name="connsiteX845" fmla="*/ 2911427 w 3819074"/>
                <a:gd name="connsiteY845" fmla="*/ 2089444 h 3146477"/>
                <a:gd name="connsiteX846" fmla="*/ 2907141 w 3819074"/>
                <a:gd name="connsiteY846" fmla="*/ 2088396 h 3146477"/>
                <a:gd name="connsiteX847" fmla="*/ 2451465 w 3819074"/>
                <a:gd name="connsiteY847" fmla="*/ 2018864 h 3146477"/>
                <a:gd name="connsiteX848" fmla="*/ 2097135 w 3819074"/>
                <a:gd name="connsiteY848" fmla="*/ 2090301 h 3146477"/>
                <a:gd name="connsiteX849" fmla="*/ 1556877 w 3819074"/>
                <a:gd name="connsiteY849" fmla="*/ 2425105 h 3146477"/>
                <a:gd name="connsiteX850" fmla="*/ 1312847 w 3819074"/>
                <a:gd name="connsiteY850" fmla="*/ 2590078 h 3146477"/>
                <a:gd name="connsiteX851" fmla="*/ 574659 w 3819074"/>
                <a:gd name="connsiteY851" fmla="*/ 780042 h 3146477"/>
                <a:gd name="connsiteX852" fmla="*/ 809450 w 3819074"/>
                <a:gd name="connsiteY852" fmla="*/ 1099225 h 3146477"/>
                <a:gd name="connsiteX853" fmla="*/ 1219692 w 3819074"/>
                <a:gd name="connsiteY853" fmla="*/ 1692728 h 3146477"/>
                <a:gd name="connsiteX854" fmla="*/ 1320276 w 3819074"/>
                <a:gd name="connsiteY854" fmla="*/ 2539786 h 3146477"/>
                <a:gd name="connsiteX855" fmla="*/ 1320276 w 3819074"/>
                <a:gd name="connsiteY855" fmla="*/ 2540738 h 3146477"/>
                <a:gd name="connsiteX856" fmla="*/ 1316276 w 3819074"/>
                <a:gd name="connsiteY856" fmla="*/ 2578838 h 3146477"/>
                <a:gd name="connsiteX857" fmla="*/ 1551257 w 3819074"/>
                <a:gd name="connsiteY857" fmla="*/ 2419009 h 3146477"/>
                <a:gd name="connsiteX858" fmla="*/ 2093230 w 3819074"/>
                <a:gd name="connsiteY858" fmla="*/ 2083157 h 3146477"/>
                <a:gd name="connsiteX859" fmla="*/ 2451560 w 3819074"/>
                <a:gd name="connsiteY859" fmla="*/ 2010863 h 3146477"/>
                <a:gd name="connsiteX860" fmla="*/ 2905236 w 3819074"/>
                <a:gd name="connsiteY860" fmla="*/ 2079633 h 3146477"/>
                <a:gd name="connsiteX861" fmla="*/ 3168316 w 3819074"/>
                <a:gd name="connsiteY861" fmla="*/ 1514705 h 3146477"/>
                <a:gd name="connsiteX862" fmla="*/ 3285569 w 3819074"/>
                <a:gd name="connsiteY862" fmla="*/ 1276580 h 3146477"/>
                <a:gd name="connsiteX863" fmla="*/ 3117263 w 3819074"/>
                <a:gd name="connsiteY863" fmla="*/ 975686 h 3146477"/>
                <a:gd name="connsiteX864" fmla="*/ 2568146 w 3819074"/>
                <a:gd name="connsiteY864" fmla="*/ 570111 h 3146477"/>
                <a:gd name="connsiteX865" fmla="*/ 2547191 w 3819074"/>
                <a:gd name="connsiteY865" fmla="*/ 556395 h 3146477"/>
                <a:gd name="connsiteX866" fmla="*/ 2483279 w 3819074"/>
                <a:gd name="connsiteY866" fmla="*/ 534202 h 3146477"/>
                <a:gd name="connsiteX867" fmla="*/ 2135330 w 3819074"/>
                <a:gd name="connsiteY867" fmla="*/ 635167 h 3146477"/>
                <a:gd name="connsiteX868" fmla="*/ 1509443 w 3819074"/>
                <a:gd name="connsiteY868" fmla="*/ 816142 h 3146477"/>
                <a:gd name="connsiteX869" fmla="*/ 1255411 w 3819074"/>
                <a:gd name="connsiteY869" fmla="*/ 835192 h 3146477"/>
                <a:gd name="connsiteX870" fmla="*/ 824595 w 3819074"/>
                <a:gd name="connsiteY870" fmla="*/ 803283 h 3146477"/>
                <a:gd name="connsiteX871" fmla="*/ 574659 w 3819074"/>
                <a:gd name="connsiteY871" fmla="*/ 780042 h 3146477"/>
                <a:gd name="connsiteX872" fmla="*/ 1677559 w 3819074"/>
                <a:gd name="connsiteY872" fmla="*/ 1882942 h 3146477"/>
                <a:gd name="connsiteX873" fmla="*/ 1676130 w 3819074"/>
                <a:gd name="connsiteY873" fmla="*/ 1876465 h 3146477"/>
                <a:gd name="connsiteX874" fmla="*/ 1549543 w 3819074"/>
                <a:gd name="connsiteY874" fmla="*/ 1521182 h 3146477"/>
                <a:gd name="connsiteX875" fmla="*/ 1360472 w 3819074"/>
                <a:gd name="connsiteY875" fmla="*/ 1210953 h 3146477"/>
                <a:gd name="connsiteX876" fmla="*/ 1355614 w 3819074"/>
                <a:gd name="connsiteY876" fmla="*/ 1203905 h 3146477"/>
                <a:gd name="connsiteX877" fmla="*/ 1364186 w 3819074"/>
                <a:gd name="connsiteY877" fmla="*/ 1203905 h 3146477"/>
                <a:gd name="connsiteX878" fmla="*/ 1568021 w 3819074"/>
                <a:gd name="connsiteY878" fmla="*/ 1182949 h 3146477"/>
                <a:gd name="connsiteX879" fmla="*/ 2264680 w 3819074"/>
                <a:gd name="connsiteY879" fmla="*/ 982924 h 3146477"/>
                <a:gd name="connsiteX880" fmla="*/ 2428319 w 3819074"/>
                <a:gd name="connsiteY880" fmla="*/ 924346 h 3146477"/>
                <a:gd name="connsiteX881" fmla="*/ 2430415 w 3819074"/>
                <a:gd name="connsiteY881" fmla="*/ 923584 h 3146477"/>
                <a:gd name="connsiteX882" fmla="*/ 2432415 w 3819074"/>
                <a:gd name="connsiteY882" fmla="*/ 924917 h 3146477"/>
                <a:gd name="connsiteX883" fmla="*/ 2855516 w 3819074"/>
                <a:gd name="connsiteY883" fmla="*/ 1239242 h 3146477"/>
                <a:gd name="connsiteX884" fmla="*/ 2878947 w 3819074"/>
                <a:gd name="connsiteY884" fmla="*/ 1263722 h 3146477"/>
                <a:gd name="connsiteX885" fmla="*/ 2881233 w 3819074"/>
                <a:gd name="connsiteY885" fmla="*/ 1266198 h 3146477"/>
                <a:gd name="connsiteX886" fmla="*/ 2879614 w 3819074"/>
                <a:gd name="connsiteY886" fmla="*/ 1269246 h 3146477"/>
                <a:gd name="connsiteX887" fmla="*/ 2844181 w 3819074"/>
                <a:gd name="connsiteY887" fmla="*/ 1332968 h 3146477"/>
                <a:gd name="connsiteX888" fmla="*/ 2676731 w 3819074"/>
                <a:gd name="connsiteY888" fmla="*/ 1651865 h 3146477"/>
                <a:gd name="connsiteX889" fmla="*/ 2675207 w 3819074"/>
                <a:gd name="connsiteY889" fmla="*/ 1655008 h 3146477"/>
                <a:gd name="connsiteX890" fmla="*/ 2671778 w 3819074"/>
                <a:gd name="connsiteY890" fmla="*/ 1654532 h 3146477"/>
                <a:gd name="connsiteX891" fmla="*/ 2451465 w 3819074"/>
                <a:gd name="connsiteY891" fmla="*/ 1639292 h 3146477"/>
                <a:gd name="connsiteX892" fmla="*/ 1940354 w 3819074"/>
                <a:gd name="connsiteY892" fmla="*/ 1744544 h 3146477"/>
                <a:gd name="connsiteX893" fmla="*/ 1683179 w 3819074"/>
                <a:gd name="connsiteY893" fmla="*/ 1880085 h 3146477"/>
                <a:gd name="connsiteX894" fmla="*/ 1372759 w 3819074"/>
                <a:gd name="connsiteY894" fmla="*/ 1212572 h 3146477"/>
                <a:gd name="connsiteX895" fmla="*/ 1557544 w 3819074"/>
                <a:gd name="connsiteY895" fmla="*/ 1516801 h 3146477"/>
                <a:gd name="connsiteX896" fmla="*/ 1683655 w 3819074"/>
                <a:gd name="connsiteY896" fmla="*/ 1867892 h 3146477"/>
                <a:gd name="connsiteX897" fmla="*/ 1935972 w 3819074"/>
                <a:gd name="connsiteY897" fmla="*/ 1735304 h 3146477"/>
                <a:gd name="connsiteX898" fmla="*/ 2451084 w 3819074"/>
                <a:gd name="connsiteY898" fmla="*/ 1629196 h 3146477"/>
                <a:gd name="connsiteX899" fmla="*/ 2669207 w 3819074"/>
                <a:gd name="connsiteY899" fmla="*/ 1644055 h 3146477"/>
                <a:gd name="connsiteX900" fmla="*/ 2835513 w 3819074"/>
                <a:gd name="connsiteY900" fmla="*/ 1327825 h 3146477"/>
                <a:gd name="connsiteX901" fmla="*/ 2869232 w 3819074"/>
                <a:gd name="connsiteY901" fmla="*/ 1267055 h 3146477"/>
                <a:gd name="connsiteX902" fmla="*/ 2848372 w 3819074"/>
                <a:gd name="connsiteY902" fmla="*/ 1245433 h 3146477"/>
                <a:gd name="connsiteX903" fmla="*/ 2428700 w 3819074"/>
                <a:gd name="connsiteY903" fmla="*/ 933871 h 3146477"/>
                <a:gd name="connsiteX904" fmla="*/ 2267633 w 3819074"/>
                <a:gd name="connsiteY904" fmla="*/ 991688 h 3146477"/>
                <a:gd name="connsiteX905" fmla="*/ 1569069 w 3819074"/>
                <a:gd name="connsiteY905" fmla="*/ 1191713 h 3146477"/>
                <a:gd name="connsiteX906" fmla="*/ 1373140 w 3819074"/>
                <a:gd name="connsiteY906" fmla="*/ 1212572 h 3146477"/>
                <a:gd name="connsiteX907" fmla="*/ 1241981 w 3819074"/>
                <a:gd name="connsiteY907" fmla="*/ 2812011 h 3146477"/>
                <a:gd name="connsiteX908" fmla="*/ 1241981 w 3819074"/>
                <a:gd name="connsiteY908" fmla="*/ 2812011 h 3146477"/>
                <a:gd name="connsiteX909" fmla="*/ 1113298 w 3819074"/>
                <a:gd name="connsiteY909" fmla="*/ 2767243 h 3146477"/>
                <a:gd name="connsiteX910" fmla="*/ 1111679 w 3819074"/>
                <a:gd name="connsiteY910" fmla="*/ 2766195 h 3146477"/>
                <a:gd name="connsiteX911" fmla="*/ 1111679 w 3819074"/>
                <a:gd name="connsiteY911" fmla="*/ 2764290 h 3146477"/>
                <a:gd name="connsiteX912" fmla="*/ 1122156 w 3819074"/>
                <a:gd name="connsiteY912" fmla="*/ 2518069 h 3146477"/>
                <a:gd name="connsiteX913" fmla="*/ 1042908 w 3819074"/>
                <a:gd name="connsiteY913" fmla="*/ 1784644 h 3146477"/>
                <a:gd name="connsiteX914" fmla="*/ 653717 w 3819074"/>
                <a:gd name="connsiteY914" fmla="*/ 1223621 h 3146477"/>
                <a:gd name="connsiteX915" fmla="*/ 362442 w 3819074"/>
                <a:gd name="connsiteY915" fmla="*/ 803283 h 3146477"/>
                <a:gd name="connsiteX916" fmla="*/ 362442 w 3819074"/>
                <a:gd name="connsiteY916" fmla="*/ 613926 h 3146477"/>
                <a:gd name="connsiteX917" fmla="*/ 531130 w 3819074"/>
                <a:gd name="connsiteY917" fmla="*/ 578969 h 3146477"/>
                <a:gd name="connsiteX918" fmla="*/ 847741 w 3819074"/>
                <a:gd name="connsiteY918" fmla="*/ 604401 h 3146477"/>
                <a:gd name="connsiteX919" fmla="*/ 1256077 w 3819074"/>
                <a:gd name="connsiteY919" fmla="*/ 634976 h 3146477"/>
                <a:gd name="connsiteX920" fmla="*/ 1477724 w 3819074"/>
                <a:gd name="connsiteY920" fmla="*/ 618117 h 3146477"/>
                <a:gd name="connsiteX921" fmla="*/ 2065417 w 3819074"/>
                <a:gd name="connsiteY921" fmla="*/ 446667 h 3146477"/>
                <a:gd name="connsiteX922" fmla="*/ 2483183 w 3819074"/>
                <a:gd name="connsiteY922" fmla="*/ 333129 h 3146477"/>
                <a:gd name="connsiteX923" fmla="*/ 2656633 w 3819074"/>
                <a:gd name="connsiteY923" fmla="*/ 387993 h 3146477"/>
                <a:gd name="connsiteX924" fmla="*/ 2677589 w 3819074"/>
                <a:gd name="connsiteY924" fmla="*/ 401709 h 3146477"/>
                <a:gd name="connsiteX925" fmla="*/ 3258137 w 3819074"/>
                <a:gd name="connsiteY925" fmla="*/ 832715 h 3146477"/>
                <a:gd name="connsiteX926" fmla="*/ 3485213 w 3819074"/>
                <a:gd name="connsiteY926" fmla="*/ 1262960 h 3146477"/>
                <a:gd name="connsiteX927" fmla="*/ 3342910 w 3819074"/>
                <a:gd name="connsiteY927" fmla="*/ 1611098 h 3146477"/>
                <a:gd name="connsiteX928" fmla="*/ 3047635 w 3819074"/>
                <a:gd name="connsiteY928" fmla="*/ 2313662 h 3146477"/>
                <a:gd name="connsiteX929" fmla="*/ 3046587 w 3819074"/>
                <a:gd name="connsiteY929" fmla="*/ 2318234 h 3146477"/>
                <a:gd name="connsiteX930" fmla="*/ 3041920 w 3819074"/>
                <a:gd name="connsiteY930" fmla="*/ 2317187 h 3146477"/>
                <a:gd name="connsiteX931" fmla="*/ 2910094 w 3819074"/>
                <a:gd name="connsiteY931" fmla="*/ 2285754 h 3146477"/>
                <a:gd name="connsiteX932" fmla="*/ 2908760 w 3819074"/>
                <a:gd name="connsiteY932" fmla="*/ 2285754 h 3146477"/>
                <a:gd name="connsiteX933" fmla="*/ 2451560 w 3819074"/>
                <a:gd name="connsiteY933" fmla="*/ 2210126 h 3146477"/>
                <a:gd name="connsiteX934" fmla="*/ 2175335 w 3819074"/>
                <a:gd name="connsiteY934" fmla="*/ 2264704 h 3146477"/>
                <a:gd name="connsiteX935" fmla="*/ 1668796 w 3819074"/>
                <a:gd name="connsiteY935" fmla="*/ 2579886 h 3146477"/>
                <a:gd name="connsiteX936" fmla="*/ 1241981 w 3819074"/>
                <a:gd name="connsiteY936" fmla="*/ 2812011 h 3146477"/>
                <a:gd name="connsiteX937" fmla="*/ 1120060 w 3819074"/>
                <a:gd name="connsiteY937" fmla="*/ 2760195 h 3146477"/>
                <a:gd name="connsiteX938" fmla="*/ 1241981 w 3819074"/>
                <a:gd name="connsiteY938" fmla="*/ 2802486 h 3146477"/>
                <a:gd name="connsiteX939" fmla="*/ 1663652 w 3819074"/>
                <a:gd name="connsiteY939" fmla="*/ 2572266 h 3146477"/>
                <a:gd name="connsiteX940" fmla="*/ 2171811 w 3819074"/>
                <a:gd name="connsiteY940" fmla="*/ 2256131 h 3146477"/>
                <a:gd name="connsiteX941" fmla="*/ 2451751 w 3819074"/>
                <a:gd name="connsiteY941" fmla="*/ 2200696 h 3146477"/>
                <a:gd name="connsiteX942" fmla="*/ 2910951 w 3819074"/>
                <a:gd name="connsiteY942" fmla="*/ 2276896 h 3146477"/>
                <a:gd name="connsiteX943" fmla="*/ 2912284 w 3819074"/>
                <a:gd name="connsiteY943" fmla="*/ 2276896 h 3146477"/>
                <a:gd name="connsiteX944" fmla="*/ 3039348 w 3819074"/>
                <a:gd name="connsiteY944" fmla="*/ 2307281 h 3146477"/>
                <a:gd name="connsiteX945" fmla="*/ 3334623 w 3819074"/>
                <a:gd name="connsiteY945" fmla="*/ 1606907 h 3146477"/>
                <a:gd name="connsiteX946" fmla="*/ 3475688 w 3819074"/>
                <a:gd name="connsiteY946" fmla="*/ 1264007 h 3146477"/>
                <a:gd name="connsiteX947" fmla="*/ 3251374 w 3819074"/>
                <a:gd name="connsiteY947" fmla="*/ 839764 h 3146477"/>
                <a:gd name="connsiteX948" fmla="*/ 2672350 w 3819074"/>
                <a:gd name="connsiteY948" fmla="*/ 409996 h 3146477"/>
                <a:gd name="connsiteX949" fmla="*/ 2651681 w 3819074"/>
                <a:gd name="connsiteY949" fmla="*/ 396375 h 3146477"/>
                <a:gd name="connsiteX950" fmla="*/ 2483374 w 3819074"/>
                <a:gd name="connsiteY950" fmla="*/ 343035 h 3146477"/>
                <a:gd name="connsiteX951" fmla="*/ 2069036 w 3819074"/>
                <a:gd name="connsiteY951" fmla="*/ 456002 h 3146477"/>
                <a:gd name="connsiteX952" fmla="*/ 1479343 w 3819074"/>
                <a:gd name="connsiteY952" fmla="*/ 627452 h 3146477"/>
                <a:gd name="connsiteX953" fmla="*/ 1255506 w 3819074"/>
                <a:gd name="connsiteY953" fmla="*/ 643835 h 3146477"/>
                <a:gd name="connsiteX954" fmla="*/ 845931 w 3819074"/>
                <a:gd name="connsiteY954" fmla="*/ 613164 h 3146477"/>
                <a:gd name="connsiteX955" fmla="*/ 530272 w 3819074"/>
                <a:gd name="connsiteY955" fmla="*/ 587828 h 3146477"/>
                <a:gd name="connsiteX956" fmla="*/ 369490 w 3819074"/>
                <a:gd name="connsiteY956" fmla="*/ 618498 h 3146477"/>
                <a:gd name="connsiteX957" fmla="*/ 370348 w 3819074"/>
                <a:gd name="connsiteY957" fmla="*/ 798806 h 3146477"/>
                <a:gd name="connsiteX958" fmla="*/ 660289 w 3819074"/>
                <a:gd name="connsiteY958" fmla="*/ 1217049 h 3146477"/>
                <a:gd name="connsiteX959" fmla="*/ 1050814 w 3819074"/>
                <a:gd name="connsiteY959" fmla="*/ 1779596 h 3146477"/>
                <a:gd name="connsiteX960" fmla="*/ 1131110 w 3819074"/>
                <a:gd name="connsiteY960" fmla="*/ 2518736 h 3146477"/>
                <a:gd name="connsiteX961" fmla="*/ 1119775 w 3819074"/>
                <a:gd name="connsiteY961" fmla="*/ 2760195 h 3146477"/>
                <a:gd name="connsiteX962" fmla="*/ 1521444 w 3819074"/>
                <a:gd name="connsiteY962" fmla="*/ 2216507 h 3146477"/>
                <a:gd name="connsiteX963" fmla="*/ 1521444 w 3819074"/>
                <a:gd name="connsiteY963" fmla="*/ 2207458 h 3146477"/>
                <a:gd name="connsiteX964" fmla="*/ 1380855 w 3819074"/>
                <a:gd name="connsiteY964" fmla="*/ 1608907 h 3146477"/>
                <a:gd name="connsiteX965" fmla="*/ 969280 w 3819074"/>
                <a:gd name="connsiteY965" fmla="*/ 1008261 h 3146477"/>
                <a:gd name="connsiteX966" fmla="*/ 962326 w 3819074"/>
                <a:gd name="connsiteY966" fmla="*/ 999593 h 3146477"/>
                <a:gd name="connsiteX967" fmla="*/ 973471 w 3819074"/>
                <a:gd name="connsiteY967" fmla="*/ 1000641 h 3146477"/>
                <a:gd name="connsiteX968" fmla="*/ 1255792 w 3819074"/>
                <a:gd name="connsiteY968" fmla="*/ 1015595 h 3146477"/>
                <a:gd name="connsiteX969" fmla="*/ 1538398 w 3819074"/>
                <a:gd name="connsiteY969" fmla="*/ 994545 h 3146477"/>
                <a:gd name="connsiteX970" fmla="*/ 2198767 w 3819074"/>
                <a:gd name="connsiteY970" fmla="*/ 804045 h 3146477"/>
                <a:gd name="connsiteX971" fmla="*/ 2461752 w 3819074"/>
                <a:gd name="connsiteY971" fmla="*/ 717368 h 3146477"/>
                <a:gd name="connsiteX972" fmla="*/ 2463562 w 3819074"/>
                <a:gd name="connsiteY972" fmla="*/ 717368 h 3146477"/>
                <a:gd name="connsiteX973" fmla="*/ 2469372 w 3819074"/>
                <a:gd name="connsiteY973" fmla="*/ 721082 h 3146477"/>
                <a:gd name="connsiteX974" fmla="*/ 2990199 w 3819074"/>
                <a:gd name="connsiteY974" fmla="*/ 1103797 h 3146477"/>
                <a:gd name="connsiteX975" fmla="*/ 3099451 w 3819074"/>
                <a:gd name="connsiteY975" fmla="*/ 1257340 h 3146477"/>
                <a:gd name="connsiteX976" fmla="*/ 3099927 w 3819074"/>
                <a:gd name="connsiteY976" fmla="*/ 1259149 h 3146477"/>
                <a:gd name="connsiteX977" fmla="*/ 3099165 w 3819074"/>
                <a:gd name="connsiteY977" fmla="*/ 1260769 h 3146477"/>
                <a:gd name="connsiteX978" fmla="*/ 3010964 w 3819074"/>
                <a:gd name="connsiteY978" fmla="*/ 1425551 h 3146477"/>
                <a:gd name="connsiteX979" fmla="*/ 2792555 w 3819074"/>
                <a:gd name="connsiteY979" fmla="*/ 1863701 h 3146477"/>
                <a:gd name="connsiteX980" fmla="*/ 2791127 w 3819074"/>
                <a:gd name="connsiteY980" fmla="*/ 1867321 h 3146477"/>
                <a:gd name="connsiteX981" fmla="*/ 2787221 w 3819074"/>
                <a:gd name="connsiteY981" fmla="*/ 1866559 h 3146477"/>
                <a:gd name="connsiteX982" fmla="*/ 2451941 w 3819074"/>
                <a:gd name="connsiteY982" fmla="*/ 1829316 h 3146477"/>
                <a:gd name="connsiteX983" fmla="*/ 2019221 w 3819074"/>
                <a:gd name="connsiteY983" fmla="*/ 1917708 h 3146477"/>
                <a:gd name="connsiteX984" fmla="*/ 1528969 w 3819074"/>
                <a:gd name="connsiteY984" fmla="*/ 2211364 h 3146477"/>
                <a:gd name="connsiteX985" fmla="*/ 983186 w 3819074"/>
                <a:gd name="connsiteY985" fmla="*/ 1011119 h 3146477"/>
                <a:gd name="connsiteX986" fmla="*/ 1388856 w 3819074"/>
                <a:gd name="connsiteY986" fmla="*/ 1604526 h 3146477"/>
                <a:gd name="connsiteX987" fmla="*/ 1530302 w 3819074"/>
                <a:gd name="connsiteY987" fmla="*/ 2198220 h 3146477"/>
                <a:gd name="connsiteX988" fmla="*/ 2014839 w 3819074"/>
                <a:gd name="connsiteY988" fmla="*/ 1908850 h 3146477"/>
                <a:gd name="connsiteX989" fmla="*/ 2451465 w 3819074"/>
                <a:gd name="connsiteY989" fmla="*/ 1819696 h 3146477"/>
                <a:gd name="connsiteX990" fmla="*/ 2785031 w 3819074"/>
                <a:gd name="connsiteY990" fmla="*/ 1856367 h 3146477"/>
                <a:gd name="connsiteX991" fmla="*/ 3002391 w 3819074"/>
                <a:gd name="connsiteY991" fmla="*/ 1420884 h 3146477"/>
                <a:gd name="connsiteX992" fmla="*/ 3089640 w 3819074"/>
                <a:gd name="connsiteY992" fmla="*/ 1258102 h 3146477"/>
                <a:gd name="connsiteX993" fmla="*/ 2983246 w 3819074"/>
                <a:gd name="connsiteY993" fmla="*/ 1110274 h 3146477"/>
                <a:gd name="connsiteX994" fmla="*/ 2463943 w 3819074"/>
                <a:gd name="connsiteY994" fmla="*/ 728797 h 3146477"/>
                <a:gd name="connsiteX995" fmla="*/ 2461466 w 3819074"/>
                <a:gd name="connsiteY995" fmla="*/ 727178 h 3146477"/>
                <a:gd name="connsiteX996" fmla="*/ 2201910 w 3819074"/>
                <a:gd name="connsiteY996" fmla="*/ 812903 h 3146477"/>
                <a:gd name="connsiteX997" fmla="*/ 1539732 w 3819074"/>
                <a:gd name="connsiteY997" fmla="*/ 1003403 h 3146477"/>
                <a:gd name="connsiteX998" fmla="*/ 1255601 w 3819074"/>
                <a:gd name="connsiteY998" fmla="*/ 1024644 h 3146477"/>
                <a:gd name="connsiteX999" fmla="*/ 983186 w 3819074"/>
                <a:gd name="connsiteY999" fmla="*/ 1011119 h 3146477"/>
                <a:gd name="connsiteX1000" fmla="*/ 1793573 w 3819074"/>
                <a:gd name="connsiteY1000" fmla="*/ 1602431 h 3146477"/>
                <a:gd name="connsiteX1001" fmla="*/ 1791764 w 3819074"/>
                <a:gd name="connsiteY1001" fmla="*/ 1597573 h 3146477"/>
                <a:gd name="connsiteX1002" fmla="*/ 1718231 w 3819074"/>
                <a:gd name="connsiteY1002" fmla="*/ 1433552 h 3146477"/>
                <a:gd name="connsiteX1003" fmla="*/ 1680131 w 3819074"/>
                <a:gd name="connsiteY1003" fmla="*/ 1362591 h 3146477"/>
                <a:gd name="connsiteX1004" fmla="*/ 1676892 w 3819074"/>
                <a:gd name="connsiteY1004" fmla="*/ 1356876 h 3146477"/>
                <a:gd name="connsiteX1005" fmla="*/ 1683369 w 3819074"/>
                <a:gd name="connsiteY1005" fmla="*/ 1355638 h 3146477"/>
                <a:gd name="connsiteX1006" fmla="*/ 2330593 w 3819074"/>
                <a:gd name="connsiteY1006" fmla="*/ 1161328 h 3146477"/>
                <a:gd name="connsiteX1007" fmla="*/ 2401364 w 3819074"/>
                <a:gd name="connsiteY1007" fmla="*/ 1135229 h 3146477"/>
                <a:gd name="connsiteX1008" fmla="*/ 2403649 w 3819074"/>
                <a:gd name="connsiteY1008" fmla="*/ 1134372 h 3146477"/>
                <a:gd name="connsiteX1009" fmla="*/ 2405650 w 3819074"/>
                <a:gd name="connsiteY1009" fmla="*/ 1135706 h 3146477"/>
                <a:gd name="connsiteX1010" fmla="*/ 2638250 w 3819074"/>
                <a:gd name="connsiteY1010" fmla="*/ 1301726 h 3146477"/>
                <a:gd name="connsiteX1011" fmla="*/ 2641394 w 3819074"/>
                <a:gd name="connsiteY1011" fmla="*/ 1304203 h 3146477"/>
                <a:gd name="connsiteX1012" fmla="*/ 2639489 w 3819074"/>
                <a:gd name="connsiteY1012" fmla="*/ 1307727 h 3146477"/>
                <a:gd name="connsiteX1013" fmla="*/ 2563860 w 3819074"/>
                <a:gd name="connsiteY1013" fmla="*/ 1448983 h 3146477"/>
                <a:gd name="connsiteX1014" fmla="*/ 2562431 w 3819074"/>
                <a:gd name="connsiteY1014" fmla="*/ 1451745 h 3146477"/>
                <a:gd name="connsiteX1015" fmla="*/ 2559383 w 3819074"/>
                <a:gd name="connsiteY1015" fmla="*/ 1451745 h 3146477"/>
                <a:gd name="connsiteX1016" fmla="*/ 2451084 w 3819074"/>
                <a:gd name="connsiteY1016" fmla="*/ 1448411 h 3146477"/>
                <a:gd name="connsiteX1017" fmla="*/ 1861582 w 3819074"/>
                <a:gd name="connsiteY1017" fmla="*/ 1570522 h 3146477"/>
                <a:gd name="connsiteX1018" fmla="*/ 1797860 w 3819074"/>
                <a:gd name="connsiteY1018" fmla="*/ 1600335 h 3146477"/>
                <a:gd name="connsiteX1019" fmla="*/ 1691942 w 3819074"/>
                <a:gd name="connsiteY1019" fmla="*/ 1363734 h 3146477"/>
                <a:gd name="connsiteX1020" fmla="*/ 1727089 w 3819074"/>
                <a:gd name="connsiteY1020" fmla="*/ 1429171 h 3146477"/>
                <a:gd name="connsiteX1021" fmla="*/ 1798812 w 3819074"/>
                <a:gd name="connsiteY1021" fmla="*/ 1589667 h 3146477"/>
                <a:gd name="connsiteX1022" fmla="*/ 1858057 w 3819074"/>
                <a:gd name="connsiteY1022" fmla="*/ 1562045 h 3146477"/>
                <a:gd name="connsiteX1023" fmla="*/ 2451465 w 3819074"/>
                <a:gd name="connsiteY1023" fmla="*/ 1439077 h 3146477"/>
                <a:gd name="connsiteX1024" fmla="*/ 2557192 w 3819074"/>
                <a:gd name="connsiteY1024" fmla="*/ 1442220 h 3146477"/>
                <a:gd name="connsiteX1025" fmla="*/ 2629583 w 3819074"/>
                <a:gd name="connsiteY1025" fmla="*/ 1307060 h 3146477"/>
                <a:gd name="connsiteX1026" fmla="*/ 2402792 w 3819074"/>
                <a:gd name="connsiteY1026" fmla="*/ 1145135 h 3146477"/>
                <a:gd name="connsiteX1027" fmla="*/ 2334403 w 3819074"/>
                <a:gd name="connsiteY1027" fmla="*/ 1170281 h 3146477"/>
                <a:gd name="connsiteX1028" fmla="*/ 1691942 w 3819074"/>
                <a:gd name="connsiteY1028" fmla="*/ 1363734 h 3146477"/>
                <a:gd name="connsiteX1029" fmla="*/ 1819196 w 3819074"/>
                <a:gd name="connsiteY1029" fmla="*/ 1537470 h 3146477"/>
                <a:gd name="connsiteX1030" fmla="*/ 1817386 w 3819074"/>
                <a:gd name="connsiteY1030" fmla="*/ 1532898 h 3146477"/>
                <a:gd name="connsiteX1031" fmla="*/ 1760902 w 3819074"/>
                <a:gd name="connsiteY1031" fmla="*/ 1411645 h 3146477"/>
                <a:gd name="connsiteX1032" fmla="*/ 1749949 w 3819074"/>
                <a:gd name="connsiteY1032" fmla="*/ 1390785 h 3146477"/>
                <a:gd name="connsiteX1033" fmla="*/ 1756331 w 3819074"/>
                <a:gd name="connsiteY1033" fmla="*/ 1389642 h 3146477"/>
                <a:gd name="connsiteX1034" fmla="*/ 2347738 w 3819074"/>
                <a:gd name="connsiteY1034" fmla="*/ 1206190 h 3146477"/>
                <a:gd name="connsiteX1035" fmla="*/ 2395363 w 3819074"/>
                <a:gd name="connsiteY1035" fmla="*/ 1188474 h 3146477"/>
                <a:gd name="connsiteX1036" fmla="*/ 2397649 w 3819074"/>
                <a:gd name="connsiteY1036" fmla="*/ 1187617 h 3146477"/>
                <a:gd name="connsiteX1037" fmla="*/ 2399649 w 3819074"/>
                <a:gd name="connsiteY1037" fmla="*/ 1188950 h 3146477"/>
                <a:gd name="connsiteX1038" fmla="*/ 2577290 w 3819074"/>
                <a:gd name="connsiteY1038" fmla="*/ 1314490 h 3146477"/>
                <a:gd name="connsiteX1039" fmla="*/ 2580529 w 3819074"/>
                <a:gd name="connsiteY1039" fmla="*/ 1316966 h 3146477"/>
                <a:gd name="connsiteX1040" fmla="*/ 2578624 w 3819074"/>
                <a:gd name="connsiteY1040" fmla="*/ 1320586 h 3146477"/>
                <a:gd name="connsiteX1041" fmla="*/ 2536142 w 3819074"/>
                <a:gd name="connsiteY1041" fmla="*/ 1400024 h 3146477"/>
                <a:gd name="connsiteX1042" fmla="*/ 2534714 w 3819074"/>
                <a:gd name="connsiteY1042" fmla="*/ 1402691 h 3146477"/>
                <a:gd name="connsiteX1043" fmla="*/ 2531666 w 3819074"/>
                <a:gd name="connsiteY1043" fmla="*/ 1402691 h 3146477"/>
                <a:gd name="connsiteX1044" fmla="*/ 2451465 w 3819074"/>
                <a:gd name="connsiteY1044" fmla="*/ 1400882 h 3146477"/>
                <a:gd name="connsiteX1045" fmla="*/ 1841865 w 3819074"/>
                <a:gd name="connsiteY1045" fmla="*/ 1527183 h 3146477"/>
                <a:gd name="connsiteX1046" fmla="*/ 1823291 w 3819074"/>
                <a:gd name="connsiteY1046" fmla="*/ 1535660 h 3146477"/>
                <a:gd name="connsiteX1047" fmla="*/ 1764236 w 3819074"/>
                <a:gd name="connsiteY1047" fmla="*/ 1397357 h 3146477"/>
                <a:gd name="connsiteX1048" fmla="*/ 1769380 w 3819074"/>
                <a:gd name="connsiteY1048" fmla="*/ 1406882 h 3146477"/>
                <a:gd name="connsiteX1049" fmla="*/ 1824244 w 3819074"/>
                <a:gd name="connsiteY1049" fmla="*/ 1524326 h 3146477"/>
                <a:gd name="connsiteX1050" fmla="*/ 1838436 w 3819074"/>
                <a:gd name="connsiteY1050" fmla="*/ 1517848 h 3146477"/>
                <a:gd name="connsiteX1051" fmla="*/ 2451465 w 3819074"/>
                <a:gd name="connsiteY1051" fmla="*/ 1390690 h 3146477"/>
                <a:gd name="connsiteX1052" fmla="*/ 2529094 w 3819074"/>
                <a:gd name="connsiteY1052" fmla="*/ 1392404 h 3146477"/>
                <a:gd name="connsiteX1053" fmla="*/ 2568241 w 3819074"/>
                <a:gd name="connsiteY1053" fmla="*/ 1319062 h 3146477"/>
                <a:gd name="connsiteX1054" fmla="*/ 2396315 w 3819074"/>
                <a:gd name="connsiteY1054" fmla="*/ 1197713 h 3146477"/>
                <a:gd name="connsiteX1055" fmla="*/ 2350976 w 3819074"/>
                <a:gd name="connsiteY1055" fmla="*/ 1214477 h 3146477"/>
                <a:gd name="connsiteX1056" fmla="*/ 1764236 w 3819074"/>
                <a:gd name="connsiteY1056" fmla="*/ 1397357 h 3146477"/>
                <a:gd name="connsiteX1057" fmla="*/ 1843865 w 3819074"/>
                <a:gd name="connsiteY1057" fmla="*/ 1474129 h 3146477"/>
                <a:gd name="connsiteX1058" fmla="*/ 1841960 w 3819074"/>
                <a:gd name="connsiteY1058" fmla="*/ 1469843 h 3146477"/>
                <a:gd name="connsiteX1059" fmla="*/ 1822910 w 3819074"/>
                <a:gd name="connsiteY1059" fmla="*/ 1429076 h 3146477"/>
                <a:gd name="connsiteX1060" fmla="*/ 1820339 w 3819074"/>
                <a:gd name="connsiteY1060" fmla="*/ 1423741 h 3146477"/>
                <a:gd name="connsiteX1061" fmla="*/ 1826054 w 3819074"/>
                <a:gd name="connsiteY1061" fmla="*/ 1422313 h 3146477"/>
                <a:gd name="connsiteX1062" fmla="*/ 2364216 w 3819074"/>
                <a:gd name="connsiteY1062" fmla="*/ 1250863 h 3146477"/>
                <a:gd name="connsiteX1063" fmla="*/ 2391172 w 3819074"/>
                <a:gd name="connsiteY1063" fmla="*/ 1241338 h 3146477"/>
                <a:gd name="connsiteX1064" fmla="*/ 2393267 w 3819074"/>
                <a:gd name="connsiteY1064" fmla="*/ 1242671 h 3146477"/>
                <a:gd name="connsiteX1065" fmla="*/ 2515759 w 3819074"/>
                <a:gd name="connsiteY1065" fmla="*/ 1328396 h 3146477"/>
                <a:gd name="connsiteX1066" fmla="*/ 2519092 w 3819074"/>
                <a:gd name="connsiteY1066" fmla="*/ 1330873 h 3146477"/>
                <a:gd name="connsiteX1067" fmla="*/ 2506520 w 3819074"/>
                <a:gd name="connsiteY1067" fmla="*/ 1354399 h 3146477"/>
                <a:gd name="connsiteX1068" fmla="*/ 2503567 w 3819074"/>
                <a:gd name="connsiteY1068" fmla="*/ 1354399 h 3146477"/>
                <a:gd name="connsiteX1069" fmla="*/ 2451465 w 3819074"/>
                <a:gd name="connsiteY1069" fmla="*/ 1353638 h 3146477"/>
                <a:gd name="connsiteX1070" fmla="*/ 1848152 w 3819074"/>
                <a:gd name="connsiteY1070" fmla="*/ 1472986 h 3146477"/>
                <a:gd name="connsiteX1071" fmla="*/ 1834340 w 3819074"/>
                <a:gd name="connsiteY1071" fmla="*/ 1430219 h 3146477"/>
                <a:gd name="connsiteX1072" fmla="*/ 1849009 w 3819074"/>
                <a:gd name="connsiteY1072" fmla="*/ 1461746 h 3146477"/>
                <a:gd name="connsiteX1073" fmla="*/ 2451751 w 3819074"/>
                <a:gd name="connsiteY1073" fmla="*/ 1343446 h 3146477"/>
                <a:gd name="connsiteX1074" fmla="*/ 2501186 w 3819074"/>
                <a:gd name="connsiteY1074" fmla="*/ 1344113 h 3146477"/>
                <a:gd name="connsiteX1075" fmla="*/ 2507091 w 3819074"/>
                <a:gd name="connsiteY1075" fmla="*/ 1333064 h 3146477"/>
                <a:gd name="connsiteX1076" fmla="*/ 2390219 w 3819074"/>
                <a:gd name="connsiteY1076" fmla="*/ 1251148 h 3146477"/>
                <a:gd name="connsiteX1077" fmla="*/ 2367740 w 3819074"/>
                <a:gd name="connsiteY1077" fmla="*/ 1259531 h 3146477"/>
                <a:gd name="connsiteX1078" fmla="*/ 1834055 w 3819074"/>
                <a:gd name="connsiteY1078" fmla="*/ 1430219 h 314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</a:cxnLst>
              <a:rect l="l" t="t" r="r" b="b"/>
              <a:pathLst>
                <a:path w="3819074" h="3146477">
                  <a:moveTo>
                    <a:pt x="1242647" y="3146242"/>
                  </a:moveTo>
                  <a:cubicBezTo>
                    <a:pt x="1141492" y="3146242"/>
                    <a:pt x="1035479" y="3115096"/>
                    <a:pt x="920417" y="3039753"/>
                  </a:cubicBezTo>
                  <a:cubicBezTo>
                    <a:pt x="742680" y="2923358"/>
                    <a:pt x="765635" y="2709235"/>
                    <a:pt x="789924" y="2482445"/>
                  </a:cubicBezTo>
                  <a:cubicBezTo>
                    <a:pt x="810022" y="2294898"/>
                    <a:pt x="830786" y="2100874"/>
                    <a:pt x="746204" y="1937806"/>
                  </a:cubicBezTo>
                  <a:cubicBezTo>
                    <a:pt x="653907" y="1759783"/>
                    <a:pt x="520747" y="1592524"/>
                    <a:pt x="392065" y="1430885"/>
                  </a:cubicBezTo>
                  <a:cubicBezTo>
                    <a:pt x="120031" y="1089128"/>
                    <a:pt x="-136954" y="766326"/>
                    <a:pt x="82788" y="430760"/>
                  </a:cubicBezTo>
                  <a:cubicBezTo>
                    <a:pt x="234616" y="198827"/>
                    <a:pt x="550370" y="234640"/>
                    <a:pt x="884602" y="272550"/>
                  </a:cubicBezTo>
                  <a:cubicBezTo>
                    <a:pt x="1069483" y="293505"/>
                    <a:pt x="1260745" y="315222"/>
                    <a:pt x="1425051" y="288933"/>
                  </a:cubicBezTo>
                  <a:cubicBezTo>
                    <a:pt x="1616122" y="258358"/>
                    <a:pt x="1785477" y="195302"/>
                    <a:pt x="1948926" y="134438"/>
                  </a:cubicBezTo>
                  <a:cubicBezTo>
                    <a:pt x="2266585" y="16232"/>
                    <a:pt x="2541000" y="-85876"/>
                    <a:pt x="2838942" y="109292"/>
                  </a:cubicBezTo>
                  <a:lnTo>
                    <a:pt x="2859802" y="123008"/>
                  </a:lnTo>
                  <a:cubicBezTo>
                    <a:pt x="3331194" y="431522"/>
                    <a:pt x="3775631" y="722892"/>
                    <a:pt x="3817445" y="1236575"/>
                  </a:cubicBezTo>
                  <a:cubicBezTo>
                    <a:pt x="3832209" y="1419646"/>
                    <a:pt x="3740293" y="1583952"/>
                    <a:pt x="3633803" y="1774262"/>
                  </a:cubicBezTo>
                  <a:cubicBezTo>
                    <a:pt x="3519503" y="1978192"/>
                    <a:pt x="3390440" y="2209268"/>
                    <a:pt x="3345672" y="2532071"/>
                  </a:cubicBezTo>
                  <a:cubicBezTo>
                    <a:pt x="3339005" y="2580458"/>
                    <a:pt x="3318812" y="2616272"/>
                    <a:pt x="3285760" y="2638655"/>
                  </a:cubicBezTo>
                  <a:cubicBezTo>
                    <a:pt x="3194415" y="2700473"/>
                    <a:pt x="3016393" y="2656181"/>
                    <a:pt x="2827893" y="2609318"/>
                  </a:cubicBezTo>
                  <a:cubicBezTo>
                    <a:pt x="2635964" y="2561693"/>
                    <a:pt x="2437368" y="2512258"/>
                    <a:pt x="2312686" y="2568647"/>
                  </a:cubicBezTo>
                  <a:cubicBezTo>
                    <a:pt x="2149618" y="2642275"/>
                    <a:pt x="2005028" y="2747621"/>
                    <a:pt x="1865011" y="2849444"/>
                  </a:cubicBezTo>
                  <a:cubicBezTo>
                    <a:pt x="1651556" y="3005082"/>
                    <a:pt x="1458103" y="3146242"/>
                    <a:pt x="1242647" y="3146242"/>
                  </a:cubicBezTo>
                  <a:close/>
                  <a:moveTo>
                    <a:pt x="529034" y="254548"/>
                  </a:moveTo>
                  <a:cubicBezTo>
                    <a:pt x="342249" y="254548"/>
                    <a:pt x="184134" y="293600"/>
                    <a:pt x="90884" y="436189"/>
                  </a:cubicBezTo>
                  <a:cubicBezTo>
                    <a:pt x="-124952" y="765850"/>
                    <a:pt x="129841" y="1085985"/>
                    <a:pt x="399685" y="1424885"/>
                  </a:cubicBezTo>
                  <a:cubicBezTo>
                    <a:pt x="528749" y="1586810"/>
                    <a:pt x="662098" y="1754545"/>
                    <a:pt x="754872" y="1933424"/>
                  </a:cubicBezTo>
                  <a:cubicBezTo>
                    <a:pt x="840597" y="2099064"/>
                    <a:pt x="819832" y="2294517"/>
                    <a:pt x="799639" y="2483493"/>
                  </a:cubicBezTo>
                  <a:cubicBezTo>
                    <a:pt x="775636" y="2707236"/>
                    <a:pt x="752967" y="2918595"/>
                    <a:pt x="925846" y="3031752"/>
                  </a:cubicBezTo>
                  <a:cubicBezTo>
                    <a:pt x="1280461" y="3263972"/>
                    <a:pt x="1548971" y="3068328"/>
                    <a:pt x="1859867" y="2841728"/>
                  </a:cubicBezTo>
                  <a:cubicBezTo>
                    <a:pt x="2000075" y="2739620"/>
                    <a:pt x="2144950" y="2633988"/>
                    <a:pt x="2308876" y="2559979"/>
                  </a:cubicBezTo>
                  <a:cubicBezTo>
                    <a:pt x="2436892" y="2502257"/>
                    <a:pt x="2636917" y="2551978"/>
                    <a:pt x="2830370" y="2600079"/>
                  </a:cubicBezTo>
                  <a:cubicBezTo>
                    <a:pt x="3016774" y="2646371"/>
                    <a:pt x="3192796" y="2690185"/>
                    <a:pt x="3280616" y="2630845"/>
                  </a:cubicBezTo>
                  <a:cubicBezTo>
                    <a:pt x="3311763" y="2609699"/>
                    <a:pt x="3330051" y="2577029"/>
                    <a:pt x="3336433" y="2530832"/>
                  </a:cubicBezTo>
                  <a:cubicBezTo>
                    <a:pt x="3381486" y="2206220"/>
                    <a:pt x="3511216" y="1974287"/>
                    <a:pt x="3625707" y="1769594"/>
                  </a:cubicBezTo>
                  <a:cubicBezTo>
                    <a:pt x="3731434" y="1580714"/>
                    <a:pt x="3822684" y="1417169"/>
                    <a:pt x="3808206" y="1237337"/>
                  </a:cubicBezTo>
                  <a:cubicBezTo>
                    <a:pt x="3767058" y="728131"/>
                    <a:pt x="3324146" y="438095"/>
                    <a:pt x="2855706" y="131199"/>
                  </a:cubicBezTo>
                  <a:lnTo>
                    <a:pt x="2834751" y="117483"/>
                  </a:lnTo>
                  <a:cubicBezTo>
                    <a:pt x="2540809" y="-75017"/>
                    <a:pt x="2268490" y="26234"/>
                    <a:pt x="1953212" y="143486"/>
                  </a:cubicBezTo>
                  <a:cubicBezTo>
                    <a:pt x="1789001" y="204637"/>
                    <a:pt x="1619171" y="267788"/>
                    <a:pt x="1427147" y="298553"/>
                  </a:cubicBezTo>
                  <a:cubicBezTo>
                    <a:pt x="1261697" y="325033"/>
                    <a:pt x="1069768" y="303221"/>
                    <a:pt x="884221" y="282170"/>
                  </a:cubicBezTo>
                  <a:cubicBezTo>
                    <a:pt x="760301" y="268264"/>
                    <a:pt x="639619" y="254548"/>
                    <a:pt x="529034" y="254548"/>
                  </a:cubicBezTo>
                  <a:close/>
                  <a:moveTo>
                    <a:pt x="1241981" y="2764386"/>
                  </a:moveTo>
                  <a:lnTo>
                    <a:pt x="1241981" y="2764386"/>
                  </a:lnTo>
                  <a:cubicBezTo>
                    <a:pt x="1232456" y="2764386"/>
                    <a:pt x="1205785" y="2764386"/>
                    <a:pt x="1157589" y="2737906"/>
                  </a:cubicBezTo>
                  <a:lnTo>
                    <a:pt x="1155303" y="2736667"/>
                  </a:lnTo>
                  <a:lnTo>
                    <a:pt x="1155303" y="2734096"/>
                  </a:lnTo>
                  <a:cubicBezTo>
                    <a:pt x="1152160" y="2683232"/>
                    <a:pt x="1162066" y="2591221"/>
                    <a:pt x="1169305" y="2523117"/>
                  </a:cubicBezTo>
                  <a:cubicBezTo>
                    <a:pt x="1193022" y="2302232"/>
                    <a:pt x="1222454" y="2027341"/>
                    <a:pt x="1085009" y="1762355"/>
                  </a:cubicBezTo>
                  <a:cubicBezTo>
                    <a:pt x="975280" y="1551567"/>
                    <a:pt x="823738" y="1361067"/>
                    <a:pt x="690197" y="1193618"/>
                  </a:cubicBezTo>
                  <a:cubicBezTo>
                    <a:pt x="567991" y="1040170"/>
                    <a:pt x="452644" y="895295"/>
                    <a:pt x="402447" y="777947"/>
                  </a:cubicBezTo>
                  <a:cubicBezTo>
                    <a:pt x="368824" y="699365"/>
                    <a:pt x="378730" y="674600"/>
                    <a:pt x="399113" y="643263"/>
                  </a:cubicBezTo>
                  <a:lnTo>
                    <a:pt x="399970" y="642025"/>
                  </a:lnTo>
                  <a:lnTo>
                    <a:pt x="401304" y="641453"/>
                  </a:lnTo>
                  <a:cubicBezTo>
                    <a:pt x="412448" y="636881"/>
                    <a:pt x="447310" y="626213"/>
                    <a:pt x="530368" y="626213"/>
                  </a:cubicBezTo>
                  <a:cubicBezTo>
                    <a:pt x="620188" y="626213"/>
                    <a:pt x="727726" y="638405"/>
                    <a:pt x="841645" y="651264"/>
                  </a:cubicBezTo>
                  <a:cubicBezTo>
                    <a:pt x="975852" y="666504"/>
                    <a:pt x="1114536" y="682220"/>
                    <a:pt x="1255315" y="682220"/>
                  </a:cubicBezTo>
                  <a:cubicBezTo>
                    <a:pt x="1332276" y="682829"/>
                    <a:pt x="1409162" y="677319"/>
                    <a:pt x="1485249" y="665742"/>
                  </a:cubicBezTo>
                  <a:cubicBezTo>
                    <a:pt x="1713849" y="629166"/>
                    <a:pt x="1909302" y="556300"/>
                    <a:pt x="2082086" y="492101"/>
                  </a:cubicBezTo>
                  <a:cubicBezTo>
                    <a:pt x="2241534" y="432761"/>
                    <a:pt x="2379266" y="381516"/>
                    <a:pt x="2483183" y="381516"/>
                  </a:cubicBezTo>
                  <a:cubicBezTo>
                    <a:pt x="2520521" y="381516"/>
                    <a:pt x="2567289" y="387136"/>
                    <a:pt x="2630630" y="428665"/>
                  </a:cubicBezTo>
                  <a:lnTo>
                    <a:pt x="2651681" y="441905"/>
                  </a:lnTo>
                  <a:cubicBezTo>
                    <a:pt x="3124216" y="751467"/>
                    <a:pt x="3413014" y="961017"/>
                    <a:pt x="3437683" y="1267246"/>
                  </a:cubicBezTo>
                  <a:cubicBezTo>
                    <a:pt x="3443113" y="1334778"/>
                    <a:pt x="3374247" y="1457746"/>
                    <a:pt x="3301381" y="1588238"/>
                  </a:cubicBezTo>
                  <a:cubicBezTo>
                    <a:pt x="3153743" y="1852081"/>
                    <a:pt x="3058493" y="2070680"/>
                    <a:pt x="3010202" y="2256798"/>
                  </a:cubicBezTo>
                  <a:lnTo>
                    <a:pt x="3008963" y="2261275"/>
                  </a:lnTo>
                  <a:lnTo>
                    <a:pt x="3004487" y="2260227"/>
                  </a:lnTo>
                  <a:cubicBezTo>
                    <a:pt x="2975912" y="2253464"/>
                    <a:pt x="2946670" y="2246225"/>
                    <a:pt x="2920762" y="2239844"/>
                  </a:cubicBezTo>
                  <a:lnTo>
                    <a:pt x="2919809" y="2239844"/>
                  </a:lnTo>
                  <a:cubicBezTo>
                    <a:pt x="2774648" y="2203744"/>
                    <a:pt x="2610152" y="2162882"/>
                    <a:pt x="2451465" y="2162882"/>
                  </a:cubicBezTo>
                  <a:cubicBezTo>
                    <a:pt x="2341832" y="2162882"/>
                    <a:pt x="2241915" y="2182694"/>
                    <a:pt x="2156190" y="2221746"/>
                  </a:cubicBezTo>
                  <a:cubicBezTo>
                    <a:pt x="1957308" y="2311472"/>
                    <a:pt x="1789382" y="2433868"/>
                    <a:pt x="1641173" y="2541786"/>
                  </a:cubicBezTo>
                  <a:cubicBezTo>
                    <a:pt x="1490583" y="2651038"/>
                    <a:pt x="1335135" y="2764386"/>
                    <a:pt x="1241981" y="2764386"/>
                  </a:cubicBezTo>
                  <a:close/>
                  <a:moveTo>
                    <a:pt x="1164447" y="2730857"/>
                  </a:moveTo>
                  <a:cubicBezTo>
                    <a:pt x="1208929" y="2754861"/>
                    <a:pt x="1232741" y="2754861"/>
                    <a:pt x="1241885" y="2754861"/>
                  </a:cubicBezTo>
                  <a:lnTo>
                    <a:pt x="1241885" y="2754861"/>
                  </a:lnTo>
                  <a:cubicBezTo>
                    <a:pt x="1332277" y="2754861"/>
                    <a:pt x="1486392" y="2642466"/>
                    <a:pt x="1635458" y="2533880"/>
                  </a:cubicBezTo>
                  <a:cubicBezTo>
                    <a:pt x="1784525" y="2425295"/>
                    <a:pt x="1952355" y="2302899"/>
                    <a:pt x="2152190" y="2212697"/>
                  </a:cubicBezTo>
                  <a:cubicBezTo>
                    <a:pt x="2239915" y="2173169"/>
                    <a:pt x="2340594" y="2153071"/>
                    <a:pt x="2451656" y="2153071"/>
                  </a:cubicBezTo>
                  <a:cubicBezTo>
                    <a:pt x="2611485" y="2153071"/>
                    <a:pt x="2776553" y="2194124"/>
                    <a:pt x="2922191" y="2230319"/>
                  </a:cubicBezTo>
                  <a:lnTo>
                    <a:pt x="2923238" y="2230319"/>
                  </a:lnTo>
                  <a:cubicBezTo>
                    <a:pt x="2947813" y="2236415"/>
                    <a:pt x="2975054" y="2243177"/>
                    <a:pt x="3002296" y="2249369"/>
                  </a:cubicBezTo>
                  <a:cubicBezTo>
                    <a:pt x="3051254" y="2063440"/>
                    <a:pt x="3146409" y="1845413"/>
                    <a:pt x="3293189" y="1582619"/>
                  </a:cubicBezTo>
                  <a:cubicBezTo>
                    <a:pt x="3365389" y="1453650"/>
                    <a:pt x="3433588" y="1331730"/>
                    <a:pt x="3428444" y="1267055"/>
                  </a:cubicBezTo>
                  <a:cubicBezTo>
                    <a:pt x="3404060" y="965494"/>
                    <a:pt x="3116786" y="756801"/>
                    <a:pt x="2646537" y="448953"/>
                  </a:cubicBezTo>
                  <a:lnTo>
                    <a:pt x="2625582" y="435237"/>
                  </a:lnTo>
                  <a:cubicBezTo>
                    <a:pt x="2564336" y="395137"/>
                    <a:pt x="2519283" y="389707"/>
                    <a:pt x="2483374" y="389707"/>
                  </a:cubicBezTo>
                  <a:cubicBezTo>
                    <a:pt x="2381171" y="389707"/>
                    <a:pt x="2244201" y="440666"/>
                    <a:pt x="2085705" y="499626"/>
                  </a:cubicBezTo>
                  <a:cubicBezTo>
                    <a:pt x="1912445" y="564110"/>
                    <a:pt x="1716135" y="637072"/>
                    <a:pt x="1486868" y="673743"/>
                  </a:cubicBezTo>
                  <a:cubicBezTo>
                    <a:pt x="1410328" y="685611"/>
                    <a:pt x="1332959" y="691313"/>
                    <a:pt x="1255506" y="690793"/>
                  </a:cubicBezTo>
                  <a:cubicBezTo>
                    <a:pt x="1114155" y="690793"/>
                    <a:pt x="975185" y="675077"/>
                    <a:pt x="840788" y="659837"/>
                  </a:cubicBezTo>
                  <a:cubicBezTo>
                    <a:pt x="727154" y="646978"/>
                    <a:pt x="619903" y="634786"/>
                    <a:pt x="530558" y="634786"/>
                  </a:cubicBezTo>
                  <a:cubicBezTo>
                    <a:pt x="452358" y="634786"/>
                    <a:pt x="418449" y="644311"/>
                    <a:pt x="406733" y="648788"/>
                  </a:cubicBezTo>
                  <a:cubicBezTo>
                    <a:pt x="391017" y="672981"/>
                    <a:pt x="378158" y="694984"/>
                    <a:pt x="411686" y="773279"/>
                  </a:cubicBezTo>
                  <a:cubicBezTo>
                    <a:pt x="461407" y="889389"/>
                    <a:pt x="576374" y="1033788"/>
                    <a:pt x="698103" y="1186664"/>
                  </a:cubicBezTo>
                  <a:cubicBezTo>
                    <a:pt x="831929" y="1354781"/>
                    <a:pt x="983853" y="1545281"/>
                    <a:pt x="1093390" y="1757021"/>
                  </a:cubicBezTo>
                  <a:cubicBezTo>
                    <a:pt x="1232075" y="2024579"/>
                    <a:pt x="1202452" y="2300994"/>
                    <a:pt x="1179115" y="2523117"/>
                  </a:cubicBezTo>
                  <a:cubicBezTo>
                    <a:pt x="1171114" y="2589792"/>
                    <a:pt x="1161494" y="2680280"/>
                    <a:pt x="1164161" y="2730857"/>
                  </a:cubicBezTo>
                  <a:close/>
                  <a:moveTo>
                    <a:pt x="1566783" y="2126115"/>
                  </a:moveTo>
                  <a:lnTo>
                    <a:pt x="1566211" y="2117638"/>
                  </a:lnTo>
                  <a:cubicBezTo>
                    <a:pt x="1553257" y="1921423"/>
                    <a:pt x="1506394" y="1747877"/>
                    <a:pt x="1423336" y="1587000"/>
                  </a:cubicBezTo>
                  <a:cubicBezTo>
                    <a:pt x="1319800" y="1386975"/>
                    <a:pt x="1188926" y="1210858"/>
                    <a:pt x="1074626" y="1064649"/>
                  </a:cubicBezTo>
                  <a:lnTo>
                    <a:pt x="1068054" y="1056267"/>
                  </a:lnTo>
                  <a:lnTo>
                    <a:pt x="1078722" y="1056934"/>
                  </a:lnTo>
                  <a:cubicBezTo>
                    <a:pt x="1142063" y="1061220"/>
                    <a:pt x="1200071" y="1063220"/>
                    <a:pt x="1255982" y="1063220"/>
                  </a:cubicBezTo>
                  <a:cubicBezTo>
                    <a:pt x="1353087" y="1063765"/>
                    <a:pt x="1450078" y="1056503"/>
                    <a:pt x="1546018" y="1041503"/>
                  </a:cubicBezTo>
                  <a:cubicBezTo>
                    <a:pt x="1811671" y="999022"/>
                    <a:pt x="2035604" y="915773"/>
                    <a:pt x="2215531" y="848813"/>
                  </a:cubicBezTo>
                  <a:cubicBezTo>
                    <a:pt x="2294969" y="819285"/>
                    <a:pt x="2393363" y="782138"/>
                    <a:pt x="2452132" y="768136"/>
                  </a:cubicBezTo>
                  <a:lnTo>
                    <a:pt x="2454132" y="767660"/>
                  </a:lnTo>
                  <a:lnTo>
                    <a:pt x="2455942" y="768803"/>
                  </a:lnTo>
                  <a:cubicBezTo>
                    <a:pt x="2723213" y="944063"/>
                    <a:pt x="2989342" y="1125990"/>
                    <a:pt x="3046492" y="1255149"/>
                  </a:cubicBezTo>
                  <a:lnTo>
                    <a:pt x="3047444" y="1257245"/>
                  </a:lnTo>
                  <a:lnTo>
                    <a:pt x="3046397" y="1259245"/>
                  </a:lnTo>
                  <a:cubicBezTo>
                    <a:pt x="3025823" y="1300869"/>
                    <a:pt x="2993057" y="1359448"/>
                    <a:pt x="2969149" y="1402120"/>
                  </a:cubicBezTo>
                  <a:cubicBezTo>
                    <a:pt x="2894079" y="1534486"/>
                    <a:pt x="2825854" y="1670619"/>
                    <a:pt x="2764742" y="1809980"/>
                  </a:cubicBezTo>
                  <a:lnTo>
                    <a:pt x="2763218" y="1813505"/>
                  </a:lnTo>
                  <a:lnTo>
                    <a:pt x="2759504" y="1812743"/>
                  </a:lnTo>
                  <a:cubicBezTo>
                    <a:pt x="2658060" y="1792940"/>
                    <a:pt x="2555010" y="1782513"/>
                    <a:pt x="2451656" y="1781596"/>
                  </a:cubicBezTo>
                  <a:cubicBezTo>
                    <a:pt x="2287635" y="1781596"/>
                    <a:pt x="2135425" y="1812743"/>
                    <a:pt x="1999313" y="1874179"/>
                  </a:cubicBezTo>
                  <a:cubicBezTo>
                    <a:pt x="1821577" y="1954379"/>
                    <a:pt x="1671272" y="2053630"/>
                    <a:pt x="1573641" y="2121257"/>
                  </a:cubicBezTo>
                  <a:close/>
                  <a:moveTo>
                    <a:pt x="1087961" y="1067126"/>
                  </a:moveTo>
                  <a:cubicBezTo>
                    <a:pt x="1201023" y="1212096"/>
                    <a:pt x="1329230" y="1386023"/>
                    <a:pt x="1430861" y="1582619"/>
                  </a:cubicBezTo>
                  <a:cubicBezTo>
                    <a:pt x="1513729" y="1742353"/>
                    <a:pt x="1560782" y="1914565"/>
                    <a:pt x="1574593" y="2108684"/>
                  </a:cubicBezTo>
                  <a:cubicBezTo>
                    <a:pt x="1672606" y="2040962"/>
                    <a:pt x="1820624" y="1944188"/>
                    <a:pt x="1994932" y="1865416"/>
                  </a:cubicBezTo>
                  <a:cubicBezTo>
                    <a:pt x="2132282" y="1803503"/>
                    <a:pt x="2285730" y="1772071"/>
                    <a:pt x="2451179" y="1772071"/>
                  </a:cubicBezTo>
                  <a:cubicBezTo>
                    <a:pt x="2553819" y="1772945"/>
                    <a:pt x="2656164" y="1783211"/>
                    <a:pt x="2756932" y="1802741"/>
                  </a:cubicBezTo>
                  <a:cubicBezTo>
                    <a:pt x="2817769" y="1664347"/>
                    <a:pt x="2885612" y="1529139"/>
                    <a:pt x="2960195" y="1397643"/>
                  </a:cubicBezTo>
                  <a:cubicBezTo>
                    <a:pt x="2983722" y="1355543"/>
                    <a:pt x="3015821" y="1298297"/>
                    <a:pt x="3036395" y="1257054"/>
                  </a:cubicBezTo>
                  <a:cubicBezTo>
                    <a:pt x="2977912" y="1130562"/>
                    <a:pt x="2715689" y="951111"/>
                    <a:pt x="2451560" y="777947"/>
                  </a:cubicBezTo>
                  <a:cubicBezTo>
                    <a:pt x="2393077" y="792615"/>
                    <a:pt x="2296303" y="828620"/>
                    <a:pt x="2218388" y="857576"/>
                  </a:cubicBezTo>
                  <a:cubicBezTo>
                    <a:pt x="2037889" y="924822"/>
                    <a:pt x="1813481" y="1008642"/>
                    <a:pt x="1546781" y="1050933"/>
                  </a:cubicBezTo>
                  <a:cubicBezTo>
                    <a:pt x="1450331" y="1065964"/>
                    <a:pt x="1352833" y="1073258"/>
                    <a:pt x="1255220" y="1072745"/>
                  </a:cubicBezTo>
                  <a:cubicBezTo>
                    <a:pt x="1202356" y="1072745"/>
                    <a:pt x="1147493" y="1070936"/>
                    <a:pt x="1087961" y="1067126"/>
                  </a:cubicBezTo>
                  <a:close/>
                  <a:moveTo>
                    <a:pt x="1241981" y="2954886"/>
                  </a:moveTo>
                  <a:cubicBezTo>
                    <a:pt x="1172543" y="2954886"/>
                    <a:pt x="1101582" y="2930502"/>
                    <a:pt x="1025096" y="2880400"/>
                  </a:cubicBezTo>
                  <a:cubicBezTo>
                    <a:pt x="956421" y="2835442"/>
                    <a:pt x="953468" y="2747050"/>
                    <a:pt x="979662" y="2502733"/>
                  </a:cubicBezTo>
                  <a:cubicBezTo>
                    <a:pt x="1001665" y="2297184"/>
                    <a:pt x="1026620" y="2064107"/>
                    <a:pt x="915559" y="1850081"/>
                  </a:cubicBezTo>
                  <a:cubicBezTo>
                    <a:pt x="814784" y="1655580"/>
                    <a:pt x="675814" y="1480987"/>
                    <a:pt x="541417" y="1312204"/>
                  </a:cubicBezTo>
                  <a:cubicBezTo>
                    <a:pt x="232997" y="925108"/>
                    <a:pt x="111553" y="734703"/>
                    <a:pt x="241855" y="535249"/>
                  </a:cubicBezTo>
                  <a:cubicBezTo>
                    <a:pt x="274050" y="486005"/>
                    <a:pt x="333581" y="435713"/>
                    <a:pt x="530082" y="435713"/>
                  </a:cubicBezTo>
                  <a:cubicBezTo>
                    <a:pt x="630666" y="435713"/>
                    <a:pt x="743347" y="448477"/>
                    <a:pt x="862790" y="462002"/>
                  </a:cubicBezTo>
                  <a:cubicBezTo>
                    <a:pt x="991759" y="476671"/>
                    <a:pt x="1125014" y="491720"/>
                    <a:pt x="1255030" y="491720"/>
                  </a:cubicBezTo>
                  <a:cubicBezTo>
                    <a:pt x="1321983" y="492193"/>
                    <a:pt x="1388868" y="487352"/>
                    <a:pt x="1455055" y="477242"/>
                  </a:cubicBezTo>
                  <a:cubicBezTo>
                    <a:pt x="1664605" y="443619"/>
                    <a:pt x="1851104" y="374372"/>
                    <a:pt x="2015601" y="313127"/>
                  </a:cubicBezTo>
                  <a:cubicBezTo>
                    <a:pt x="2192290" y="247404"/>
                    <a:pt x="2344880" y="190635"/>
                    <a:pt x="2483088" y="190635"/>
                  </a:cubicBezTo>
                  <a:cubicBezTo>
                    <a:pt x="2573385" y="190635"/>
                    <a:pt x="2653395" y="215495"/>
                    <a:pt x="2734834" y="268835"/>
                  </a:cubicBezTo>
                  <a:lnTo>
                    <a:pt x="2755789" y="282551"/>
                  </a:lnTo>
                  <a:cubicBezTo>
                    <a:pt x="2984389" y="431998"/>
                    <a:pt x="3199463" y="572969"/>
                    <a:pt x="3361674" y="735084"/>
                  </a:cubicBezTo>
                  <a:cubicBezTo>
                    <a:pt x="3527981" y="901295"/>
                    <a:pt x="3612563" y="1065792"/>
                    <a:pt x="3627612" y="1251911"/>
                  </a:cubicBezTo>
                  <a:cubicBezTo>
                    <a:pt x="3637708" y="1377164"/>
                    <a:pt x="3562652" y="1511372"/>
                    <a:pt x="3467592" y="1681202"/>
                  </a:cubicBezTo>
                  <a:cubicBezTo>
                    <a:pt x="3355197" y="1882275"/>
                    <a:pt x="3215275" y="2132402"/>
                    <a:pt x="3161649" y="2474445"/>
                  </a:cubicBezTo>
                  <a:lnTo>
                    <a:pt x="3160982" y="2478540"/>
                  </a:lnTo>
                  <a:lnTo>
                    <a:pt x="3156506" y="2478540"/>
                  </a:lnTo>
                  <a:cubicBezTo>
                    <a:pt x="3086973" y="2477683"/>
                    <a:pt x="2978483" y="2450632"/>
                    <a:pt x="2873518" y="2424533"/>
                  </a:cubicBezTo>
                  <a:cubicBezTo>
                    <a:pt x="2732357" y="2389481"/>
                    <a:pt x="2586530" y="2353191"/>
                    <a:pt x="2451084" y="2353191"/>
                  </a:cubicBezTo>
                  <a:cubicBezTo>
                    <a:pt x="2367455" y="2353191"/>
                    <a:pt x="2296398" y="2366907"/>
                    <a:pt x="2233914" y="2395196"/>
                  </a:cubicBezTo>
                  <a:cubicBezTo>
                    <a:pt x="2052939" y="2476826"/>
                    <a:pt x="1893395" y="2593031"/>
                    <a:pt x="1752711" y="2695615"/>
                  </a:cubicBezTo>
                  <a:cubicBezTo>
                    <a:pt x="1562211" y="2834775"/>
                    <a:pt x="1396857" y="2954981"/>
                    <a:pt x="1241314" y="2954981"/>
                  </a:cubicBezTo>
                  <a:lnTo>
                    <a:pt x="1241314" y="2954981"/>
                  </a:lnTo>
                  <a:close/>
                  <a:moveTo>
                    <a:pt x="530368" y="445238"/>
                  </a:moveTo>
                  <a:cubicBezTo>
                    <a:pt x="338344" y="445238"/>
                    <a:pt x="280908" y="493435"/>
                    <a:pt x="250047" y="540488"/>
                  </a:cubicBezTo>
                  <a:cubicBezTo>
                    <a:pt x="122983" y="734703"/>
                    <a:pt x="243379" y="922917"/>
                    <a:pt x="548560" y="1306298"/>
                  </a:cubicBezTo>
                  <a:cubicBezTo>
                    <a:pt x="683244" y="1475367"/>
                    <a:pt x="822880" y="1650341"/>
                    <a:pt x="923750" y="1845699"/>
                  </a:cubicBezTo>
                  <a:cubicBezTo>
                    <a:pt x="1036050" y="2062298"/>
                    <a:pt x="1010999" y="2296803"/>
                    <a:pt x="988806" y="2503781"/>
                  </a:cubicBezTo>
                  <a:cubicBezTo>
                    <a:pt x="963184" y="2743335"/>
                    <a:pt x="965565" y="2830203"/>
                    <a:pt x="1029954" y="2872399"/>
                  </a:cubicBezTo>
                  <a:cubicBezTo>
                    <a:pt x="1104916" y="2921453"/>
                    <a:pt x="1174163" y="2945361"/>
                    <a:pt x="1241695" y="2945361"/>
                  </a:cubicBezTo>
                  <a:lnTo>
                    <a:pt x="1241695" y="2945361"/>
                  </a:lnTo>
                  <a:cubicBezTo>
                    <a:pt x="1394095" y="2945361"/>
                    <a:pt x="1557830" y="2826012"/>
                    <a:pt x="1747472" y="2688186"/>
                  </a:cubicBezTo>
                  <a:cubicBezTo>
                    <a:pt x="1888538" y="2585411"/>
                    <a:pt x="2048462" y="2469110"/>
                    <a:pt x="2230295" y="2386719"/>
                  </a:cubicBezTo>
                  <a:cubicBezTo>
                    <a:pt x="2294112" y="2358144"/>
                    <a:pt x="2366502" y="2343952"/>
                    <a:pt x="2451465" y="2343952"/>
                  </a:cubicBezTo>
                  <a:cubicBezTo>
                    <a:pt x="2588054" y="2343952"/>
                    <a:pt x="2734453" y="2380337"/>
                    <a:pt x="2876090" y="2415580"/>
                  </a:cubicBezTo>
                  <a:cubicBezTo>
                    <a:pt x="2978579" y="2441012"/>
                    <a:pt x="3084306" y="2467301"/>
                    <a:pt x="3152886" y="2469301"/>
                  </a:cubicBezTo>
                  <a:cubicBezTo>
                    <a:pt x="3207179" y="2127544"/>
                    <a:pt x="3346910" y="1877894"/>
                    <a:pt x="3459305" y="1677011"/>
                  </a:cubicBezTo>
                  <a:cubicBezTo>
                    <a:pt x="3553508" y="1508514"/>
                    <a:pt x="3627993" y="1375450"/>
                    <a:pt x="3618087" y="1253054"/>
                  </a:cubicBezTo>
                  <a:cubicBezTo>
                    <a:pt x="3603228" y="1069031"/>
                    <a:pt x="3519694" y="906724"/>
                    <a:pt x="3355102" y="742228"/>
                  </a:cubicBezTo>
                  <a:cubicBezTo>
                    <a:pt x="3193177" y="580779"/>
                    <a:pt x="2978483" y="439999"/>
                    <a:pt x="2750741" y="291029"/>
                  </a:cubicBezTo>
                  <a:lnTo>
                    <a:pt x="2729786" y="277217"/>
                  </a:lnTo>
                  <a:cubicBezTo>
                    <a:pt x="2649871" y="224925"/>
                    <a:pt x="2571480" y="200541"/>
                    <a:pt x="2483183" y="200541"/>
                  </a:cubicBezTo>
                  <a:cubicBezTo>
                    <a:pt x="2346690" y="200541"/>
                    <a:pt x="2194862" y="257024"/>
                    <a:pt x="2019030" y="322461"/>
                  </a:cubicBezTo>
                  <a:cubicBezTo>
                    <a:pt x="1854152" y="383802"/>
                    <a:pt x="1667272" y="453335"/>
                    <a:pt x="1457055" y="486958"/>
                  </a:cubicBezTo>
                  <a:cubicBezTo>
                    <a:pt x="1390468" y="497222"/>
                    <a:pt x="1323164" y="502127"/>
                    <a:pt x="1255792" y="501626"/>
                  </a:cubicBezTo>
                  <a:cubicBezTo>
                    <a:pt x="1125204" y="501626"/>
                    <a:pt x="991759" y="486481"/>
                    <a:pt x="862600" y="471908"/>
                  </a:cubicBezTo>
                  <a:cubicBezTo>
                    <a:pt x="742871" y="458002"/>
                    <a:pt x="630380" y="445238"/>
                    <a:pt x="530368" y="445238"/>
                  </a:cubicBezTo>
                  <a:close/>
                  <a:moveTo>
                    <a:pt x="1362281" y="2505210"/>
                  </a:moveTo>
                  <a:lnTo>
                    <a:pt x="1363329" y="2495114"/>
                  </a:lnTo>
                  <a:cubicBezTo>
                    <a:pt x="1388665" y="2249559"/>
                    <a:pt x="1403239" y="1963333"/>
                    <a:pt x="1253506" y="1674725"/>
                  </a:cubicBezTo>
                  <a:cubicBezTo>
                    <a:pt x="1135586" y="1447268"/>
                    <a:pt x="978138" y="1249434"/>
                    <a:pt x="839168" y="1074650"/>
                  </a:cubicBezTo>
                  <a:cubicBezTo>
                    <a:pt x="802973" y="1029121"/>
                    <a:pt x="718296" y="922822"/>
                    <a:pt x="654097" y="830715"/>
                  </a:cubicBezTo>
                  <a:lnTo>
                    <a:pt x="648287" y="822333"/>
                  </a:lnTo>
                  <a:lnTo>
                    <a:pt x="658479" y="823190"/>
                  </a:lnTo>
                  <a:cubicBezTo>
                    <a:pt x="708961" y="827667"/>
                    <a:pt x="762778" y="833763"/>
                    <a:pt x="819832" y="840240"/>
                  </a:cubicBezTo>
                  <a:cubicBezTo>
                    <a:pt x="953182" y="855385"/>
                    <a:pt x="1103677" y="872435"/>
                    <a:pt x="1255315" y="872435"/>
                  </a:cubicBezTo>
                  <a:cubicBezTo>
                    <a:pt x="1342363" y="873052"/>
                    <a:pt x="1429320" y="866682"/>
                    <a:pt x="1515348" y="853385"/>
                  </a:cubicBezTo>
                  <a:cubicBezTo>
                    <a:pt x="1762236" y="813951"/>
                    <a:pt x="1976453" y="734227"/>
                    <a:pt x="2148475" y="670219"/>
                  </a:cubicBezTo>
                  <a:cubicBezTo>
                    <a:pt x="2278777" y="621737"/>
                    <a:pt x="2413556" y="571635"/>
                    <a:pt x="2483183" y="571635"/>
                  </a:cubicBezTo>
                  <a:cubicBezTo>
                    <a:pt x="2493184" y="571635"/>
                    <a:pt x="2502233" y="571635"/>
                    <a:pt x="2526236" y="587637"/>
                  </a:cubicBezTo>
                  <a:lnTo>
                    <a:pt x="2547191" y="601353"/>
                  </a:lnTo>
                  <a:cubicBezTo>
                    <a:pt x="2758456" y="739656"/>
                    <a:pt x="2958005" y="870244"/>
                    <a:pt x="3092498" y="1004641"/>
                  </a:cubicBezTo>
                  <a:cubicBezTo>
                    <a:pt x="3216323" y="1128466"/>
                    <a:pt x="3240230" y="1212287"/>
                    <a:pt x="3246707" y="1271341"/>
                  </a:cubicBezTo>
                  <a:lnTo>
                    <a:pt x="3246707" y="1272199"/>
                  </a:lnTo>
                  <a:lnTo>
                    <a:pt x="3246707" y="1273056"/>
                  </a:lnTo>
                  <a:cubicBezTo>
                    <a:pt x="3235468" y="1316204"/>
                    <a:pt x="3177556" y="1419741"/>
                    <a:pt x="3135265" y="1495370"/>
                  </a:cubicBezTo>
                  <a:cubicBezTo>
                    <a:pt x="3056493" y="1636149"/>
                    <a:pt x="2958481" y="1811314"/>
                    <a:pt x="2882281" y="2029913"/>
                  </a:cubicBezTo>
                  <a:lnTo>
                    <a:pt x="2880852" y="2034008"/>
                  </a:lnTo>
                  <a:lnTo>
                    <a:pt x="2876661" y="2032961"/>
                  </a:lnTo>
                  <a:cubicBezTo>
                    <a:pt x="2751026" y="2002957"/>
                    <a:pt x="2602246" y="1972286"/>
                    <a:pt x="2451560" y="1972286"/>
                  </a:cubicBezTo>
                  <a:cubicBezTo>
                    <a:pt x="2312781" y="1972286"/>
                    <a:pt x="2190480" y="1997051"/>
                    <a:pt x="2077609" y="2048486"/>
                  </a:cubicBezTo>
                  <a:cubicBezTo>
                    <a:pt x="1860820" y="2146308"/>
                    <a:pt x="1676702" y="2280420"/>
                    <a:pt x="1528778" y="2388243"/>
                  </a:cubicBezTo>
                  <a:cubicBezTo>
                    <a:pt x="1482296" y="2422152"/>
                    <a:pt x="1424003" y="2464443"/>
                    <a:pt x="1370759" y="2500257"/>
                  </a:cubicBezTo>
                  <a:close/>
                  <a:moveTo>
                    <a:pt x="667813" y="833954"/>
                  </a:moveTo>
                  <a:cubicBezTo>
                    <a:pt x="731059" y="923774"/>
                    <a:pt x="811546" y="1024454"/>
                    <a:pt x="846598" y="1068935"/>
                  </a:cubicBezTo>
                  <a:cubicBezTo>
                    <a:pt x="985853" y="1243814"/>
                    <a:pt x="1143682" y="1442030"/>
                    <a:pt x="1261983" y="1670344"/>
                  </a:cubicBezTo>
                  <a:cubicBezTo>
                    <a:pt x="1410859" y="1957332"/>
                    <a:pt x="1398667" y="2241272"/>
                    <a:pt x="1373806" y="2485970"/>
                  </a:cubicBezTo>
                  <a:cubicBezTo>
                    <a:pt x="1424765" y="2451489"/>
                    <a:pt x="1478581" y="2411960"/>
                    <a:pt x="1523063" y="2379861"/>
                  </a:cubicBezTo>
                  <a:cubicBezTo>
                    <a:pt x="1671368" y="2271848"/>
                    <a:pt x="1855867" y="2137355"/>
                    <a:pt x="2073608" y="2039057"/>
                  </a:cubicBezTo>
                  <a:cubicBezTo>
                    <a:pt x="2187908" y="1987622"/>
                    <a:pt x="2311257" y="1962857"/>
                    <a:pt x="2451465" y="1962857"/>
                  </a:cubicBezTo>
                  <a:cubicBezTo>
                    <a:pt x="2601484" y="1962857"/>
                    <a:pt x="2749312" y="1992956"/>
                    <a:pt x="2874566" y="2022864"/>
                  </a:cubicBezTo>
                  <a:cubicBezTo>
                    <a:pt x="2950766" y="1805313"/>
                    <a:pt x="3048397" y="1631006"/>
                    <a:pt x="3126788" y="1490798"/>
                  </a:cubicBezTo>
                  <a:cubicBezTo>
                    <a:pt x="3168602" y="1416122"/>
                    <a:pt x="3225657" y="1314109"/>
                    <a:pt x="3237182" y="1271723"/>
                  </a:cubicBezTo>
                  <a:cubicBezTo>
                    <a:pt x="3230610" y="1214573"/>
                    <a:pt x="3207274" y="1133324"/>
                    <a:pt x="3085735" y="1011881"/>
                  </a:cubicBezTo>
                  <a:cubicBezTo>
                    <a:pt x="2952385" y="878531"/>
                    <a:pt x="2752836" y="747847"/>
                    <a:pt x="2541953" y="609830"/>
                  </a:cubicBezTo>
                  <a:lnTo>
                    <a:pt x="2520998" y="596019"/>
                  </a:lnTo>
                  <a:cubicBezTo>
                    <a:pt x="2498995" y="581636"/>
                    <a:pt x="2492423" y="581636"/>
                    <a:pt x="2482898" y="581636"/>
                  </a:cubicBezTo>
                  <a:cubicBezTo>
                    <a:pt x="2414984" y="581636"/>
                    <a:pt x="2281063" y="631452"/>
                    <a:pt x="2151523" y="679648"/>
                  </a:cubicBezTo>
                  <a:cubicBezTo>
                    <a:pt x="1979025" y="743847"/>
                    <a:pt x="1764427" y="823666"/>
                    <a:pt x="1516491" y="863290"/>
                  </a:cubicBezTo>
                  <a:cubicBezTo>
                    <a:pt x="1429983" y="876591"/>
                    <a:pt x="1342552" y="882961"/>
                    <a:pt x="1255030" y="882340"/>
                  </a:cubicBezTo>
                  <a:cubicBezTo>
                    <a:pt x="1102630" y="882340"/>
                    <a:pt x="951944" y="865291"/>
                    <a:pt x="818785" y="850146"/>
                  </a:cubicBezTo>
                  <a:cubicBezTo>
                    <a:pt x="765730" y="843955"/>
                    <a:pt x="715248" y="838240"/>
                    <a:pt x="667813" y="833954"/>
                  </a:cubicBezTo>
                  <a:close/>
                  <a:moveTo>
                    <a:pt x="1709277" y="1809218"/>
                  </a:moveTo>
                  <a:lnTo>
                    <a:pt x="1707753" y="1803218"/>
                  </a:lnTo>
                  <a:cubicBezTo>
                    <a:pt x="1680586" y="1697878"/>
                    <a:pt x="1641670" y="1595925"/>
                    <a:pt x="1591739" y="1499275"/>
                  </a:cubicBezTo>
                  <a:cubicBezTo>
                    <a:pt x="1547551" y="1414596"/>
                    <a:pt x="1498971" y="1332284"/>
                    <a:pt x="1446197" y="1252673"/>
                  </a:cubicBezTo>
                  <a:lnTo>
                    <a:pt x="1441815" y="1246005"/>
                  </a:lnTo>
                  <a:lnTo>
                    <a:pt x="1449721" y="1245338"/>
                  </a:lnTo>
                  <a:cubicBezTo>
                    <a:pt x="1492107" y="1241528"/>
                    <a:pt x="1534398" y="1235813"/>
                    <a:pt x="1575546" y="1229622"/>
                  </a:cubicBezTo>
                  <a:cubicBezTo>
                    <a:pt x="1859677" y="1184188"/>
                    <a:pt x="2103326" y="1093510"/>
                    <a:pt x="2281253" y="1027406"/>
                  </a:cubicBezTo>
                  <a:cubicBezTo>
                    <a:pt x="2320687" y="1012738"/>
                    <a:pt x="2374503" y="992640"/>
                    <a:pt x="2421366" y="976638"/>
                  </a:cubicBezTo>
                  <a:lnTo>
                    <a:pt x="2423557" y="975876"/>
                  </a:lnTo>
                  <a:lnTo>
                    <a:pt x="2425462" y="977210"/>
                  </a:lnTo>
                  <a:cubicBezTo>
                    <a:pt x="2566527" y="1070173"/>
                    <a:pt x="2725023" y="1177235"/>
                    <a:pt x="2819987" y="1270961"/>
                  </a:cubicBezTo>
                  <a:lnTo>
                    <a:pt x="2822559" y="1273532"/>
                  </a:lnTo>
                  <a:lnTo>
                    <a:pt x="2820749" y="1276676"/>
                  </a:lnTo>
                  <a:lnTo>
                    <a:pt x="2802652" y="1309156"/>
                  </a:lnTo>
                  <a:cubicBezTo>
                    <a:pt x="2758361" y="1388308"/>
                    <a:pt x="2703211" y="1486797"/>
                    <a:pt x="2648918" y="1599954"/>
                  </a:cubicBezTo>
                  <a:lnTo>
                    <a:pt x="2647490" y="1603002"/>
                  </a:lnTo>
                  <a:lnTo>
                    <a:pt x="2644061" y="1603002"/>
                  </a:lnTo>
                  <a:cubicBezTo>
                    <a:pt x="2580204" y="1595384"/>
                    <a:pt x="2515965" y="1591409"/>
                    <a:pt x="2451656" y="1591096"/>
                  </a:cubicBezTo>
                  <a:cubicBezTo>
                    <a:pt x="2257727" y="1591096"/>
                    <a:pt x="2084086" y="1626910"/>
                    <a:pt x="1920922" y="1700538"/>
                  </a:cubicBezTo>
                  <a:cubicBezTo>
                    <a:pt x="1853676" y="1730923"/>
                    <a:pt x="1784334" y="1766451"/>
                    <a:pt x="1714897" y="1806075"/>
                  </a:cubicBezTo>
                  <a:close/>
                  <a:moveTo>
                    <a:pt x="1458484" y="1254101"/>
                  </a:moveTo>
                  <a:cubicBezTo>
                    <a:pt x="1509833" y="1331877"/>
                    <a:pt x="1557140" y="1412248"/>
                    <a:pt x="1600216" y="1494893"/>
                  </a:cubicBezTo>
                  <a:cubicBezTo>
                    <a:pt x="1649491" y="1590313"/>
                    <a:pt x="1688109" y="1690868"/>
                    <a:pt x="1715373" y="1794740"/>
                  </a:cubicBezTo>
                  <a:cubicBezTo>
                    <a:pt x="1783286" y="1756640"/>
                    <a:pt x="1851009" y="1721588"/>
                    <a:pt x="1916827" y="1691870"/>
                  </a:cubicBezTo>
                  <a:cubicBezTo>
                    <a:pt x="2081228" y="1617671"/>
                    <a:pt x="2256107" y="1581571"/>
                    <a:pt x="2451465" y="1581571"/>
                  </a:cubicBezTo>
                  <a:cubicBezTo>
                    <a:pt x="2515124" y="1581706"/>
                    <a:pt x="2578725" y="1585427"/>
                    <a:pt x="2641965" y="1592715"/>
                  </a:cubicBezTo>
                  <a:cubicBezTo>
                    <a:pt x="2695972" y="1480701"/>
                    <a:pt x="2750550" y="1383165"/>
                    <a:pt x="2794365" y="1304489"/>
                  </a:cubicBezTo>
                  <a:lnTo>
                    <a:pt x="2810653" y="1275152"/>
                  </a:lnTo>
                  <a:cubicBezTo>
                    <a:pt x="2716450" y="1183045"/>
                    <a:pt x="2561098" y="1077984"/>
                    <a:pt x="2422223" y="986449"/>
                  </a:cubicBezTo>
                  <a:cubicBezTo>
                    <a:pt x="2376027" y="1002260"/>
                    <a:pt x="2323258" y="1021882"/>
                    <a:pt x="2284682" y="1036264"/>
                  </a:cubicBezTo>
                  <a:cubicBezTo>
                    <a:pt x="2106279" y="1102940"/>
                    <a:pt x="1862153" y="1193427"/>
                    <a:pt x="1576975" y="1239052"/>
                  </a:cubicBezTo>
                  <a:cubicBezTo>
                    <a:pt x="1538303" y="1245243"/>
                    <a:pt x="1498393" y="1250291"/>
                    <a:pt x="1458484" y="1254101"/>
                  </a:cubicBezTo>
                  <a:close/>
                  <a:moveTo>
                    <a:pt x="1241981" y="3050136"/>
                  </a:moveTo>
                  <a:lnTo>
                    <a:pt x="1241981" y="3050136"/>
                  </a:lnTo>
                  <a:cubicBezTo>
                    <a:pt x="1153398" y="3050136"/>
                    <a:pt x="1065387" y="3020608"/>
                    <a:pt x="972899" y="2960029"/>
                  </a:cubicBezTo>
                  <a:cubicBezTo>
                    <a:pt x="850122" y="2879638"/>
                    <a:pt x="859456" y="2730095"/>
                    <a:pt x="884888" y="2492637"/>
                  </a:cubicBezTo>
                  <a:cubicBezTo>
                    <a:pt x="905462" y="2300423"/>
                    <a:pt x="928798" y="2082490"/>
                    <a:pt x="831072" y="1893896"/>
                  </a:cubicBezTo>
                  <a:cubicBezTo>
                    <a:pt x="734488" y="1707682"/>
                    <a:pt x="598471" y="1536803"/>
                    <a:pt x="466836" y="1371545"/>
                  </a:cubicBezTo>
                  <a:cubicBezTo>
                    <a:pt x="165655" y="992926"/>
                    <a:pt x="-10748" y="747466"/>
                    <a:pt x="162417" y="483148"/>
                  </a:cubicBezTo>
                  <a:cubicBezTo>
                    <a:pt x="227092" y="384469"/>
                    <a:pt x="340534" y="340273"/>
                    <a:pt x="530368" y="340273"/>
                  </a:cubicBezTo>
                  <a:cubicBezTo>
                    <a:pt x="636381" y="340273"/>
                    <a:pt x="751729" y="353322"/>
                    <a:pt x="873839" y="367229"/>
                  </a:cubicBezTo>
                  <a:cubicBezTo>
                    <a:pt x="1000046" y="381516"/>
                    <a:pt x="1131014" y="396280"/>
                    <a:pt x="1255315" y="396280"/>
                  </a:cubicBezTo>
                  <a:cubicBezTo>
                    <a:pt x="1317167" y="396740"/>
                    <a:pt x="1378956" y="392281"/>
                    <a:pt x="1440100" y="382945"/>
                  </a:cubicBezTo>
                  <a:cubicBezTo>
                    <a:pt x="1640126" y="350941"/>
                    <a:pt x="1822148" y="283313"/>
                    <a:pt x="1982454" y="223687"/>
                  </a:cubicBezTo>
                  <a:cubicBezTo>
                    <a:pt x="2167811" y="154726"/>
                    <a:pt x="2327831" y="95195"/>
                    <a:pt x="2483183" y="95195"/>
                  </a:cubicBezTo>
                  <a:cubicBezTo>
                    <a:pt x="2592816" y="95195"/>
                    <a:pt x="2689399" y="125008"/>
                    <a:pt x="2787126" y="189016"/>
                  </a:cubicBezTo>
                  <a:lnTo>
                    <a:pt x="2808081" y="202732"/>
                  </a:lnTo>
                  <a:cubicBezTo>
                    <a:pt x="3258899" y="498007"/>
                    <a:pt x="3684857" y="776613"/>
                    <a:pt x="3722481" y="1244005"/>
                  </a:cubicBezTo>
                  <a:cubicBezTo>
                    <a:pt x="3734959" y="1398310"/>
                    <a:pt x="3653615" y="1543566"/>
                    <a:pt x="3551031" y="1727589"/>
                  </a:cubicBezTo>
                  <a:cubicBezTo>
                    <a:pt x="3438636" y="1928376"/>
                    <a:pt x="3298904" y="2178217"/>
                    <a:pt x="3251660" y="2518831"/>
                  </a:cubicBezTo>
                  <a:cubicBezTo>
                    <a:pt x="3247755" y="2547406"/>
                    <a:pt x="3244040" y="2573600"/>
                    <a:pt x="3160887" y="2573600"/>
                  </a:cubicBezTo>
                  <a:cubicBezTo>
                    <a:pt x="3079924" y="2573600"/>
                    <a:pt x="2968863" y="2545977"/>
                    <a:pt x="2851324" y="2516450"/>
                  </a:cubicBezTo>
                  <a:cubicBezTo>
                    <a:pt x="2715593" y="2482731"/>
                    <a:pt x="2575099" y="2447870"/>
                    <a:pt x="2451751" y="2447870"/>
                  </a:cubicBezTo>
                  <a:cubicBezTo>
                    <a:pt x="2381933" y="2447870"/>
                    <a:pt x="2323735" y="2458823"/>
                    <a:pt x="2273729" y="2481398"/>
                  </a:cubicBezTo>
                  <a:cubicBezTo>
                    <a:pt x="2101802" y="2559026"/>
                    <a:pt x="1953212" y="2667326"/>
                    <a:pt x="1809480" y="2772005"/>
                  </a:cubicBezTo>
                  <a:cubicBezTo>
                    <a:pt x="1604788" y="2921453"/>
                    <a:pt x="1428194" y="3050136"/>
                    <a:pt x="1241981" y="3050136"/>
                  </a:cubicBezTo>
                  <a:close/>
                  <a:moveTo>
                    <a:pt x="530368" y="349988"/>
                  </a:moveTo>
                  <a:cubicBezTo>
                    <a:pt x="344059" y="349988"/>
                    <a:pt x="233092" y="392660"/>
                    <a:pt x="170418" y="488291"/>
                  </a:cubicBezTo>
                  <a:cubicBezTo>
                    <a:pt x="873" y="747276"/>
                    <a:pt x="175371" y="990354"/>
                    <a:pt x="474075" y="1365639"/>
                  </a:cubicBezTo>
                  <a:cubicBezTo>
                    <a:pt x="605901" y="1531183"/>
                    <a:pt x="742204" y="1702443"/>
                    <a:pt x="839168" y="1889514"/>
                  </a:cubicBezTo>
                  <a:cubicBezTo>
                    <a:pt x="938323" y="2080681"/>
                    <a:pt x="914797" y="2300042"/>
                    <a:pt x="894127" y="2493590"/>
                  </a:cubicBezTo>
                  <a:cubicBezTo>
                    <a:pt x="869077" y="2727524"/>
                    <a:pt x="859742" y="2874590"/>
                    <a:pt x="977852" y="2952123"/>
                  </a:cubicBezTo>
                  <a:cubicBezTo>
                    <a:pt x="1068721" y="3011654"/>
                    <a:pt x="1155113" y="3040611"/>
                    <a:pt x="1241695" y="3040611"/>
                  </a:cubicBezTo>
                  <a:lnTo>
                    <a:pt x="1241695" y="3040611"/>
                  </a:lnTo>
                  <a:cubicBezTo>
                    <a:pt x="1425051" y="3040611"/>
                    <a:pt x="1600406" y="2912785"/>
                    <a:pt x="1803670" y="2764386"/>
                  </a:cubicBezTo>
                  <a:cubicBezTo>
                    <a:pt x="1947783" y="2659611"/>
                    <a:pt x="2096754" y="2550835"/>
                    <a:pt x="2269633" y="2472825"/>
                  </a:cubicBezTo>
                  <a:cubicBezTo>
                    <a:pt x="2320877" y="2449679"/>
                    <a:pt x="2380313" y="2438440"/>
                    <a:pt x="2451560" y="2438440"/>
                  </a:cubicBezTo>
                  <a:cubicBezTo>
                    <a:pt x="2576433" y="2438440"/>
                    <a:pt x="2717117" y="2473397"/>
                    <a:pt x="2853230" y="2507210"/>
                  </a:cubicBezTo>
                  <a:cubicBezTo>
                    <a:pt x="2970387" y="2536357"/>
                    <a:pt x="3080972" y="2563884"/>
                    <a:pt x="3160697" y="2563884"/>
                  </a:cubicBezTo>
                  <a:cubicBezTo>
                    <a:pt x="3235563" y="2563884"/>
                    <a:pt x="3238421" y="2543310"/>
                    <a:pt x="3242040" y="2517307"/>
                  </a:cubicBezTo>
                  <a:cubicBezTo>
                    <a:pt x="3289665" y="2174978"/>
                    <a:pt x="3429778" y="1924280"/>
                    <a:pt x="3542458" y="1722731"/>
                  </a:cubicBezTo>
                  <a:cubicBezTo>
                    <a:pt x="3644662" y="1540137"/>
                    <a:pt x="3725339" y="1395929"/>
                    <a:pt x="3713147" y="1244576"/>
                  </a:cubicBezTo>
                  <a:cubicBezTo>
                    <a:pt x="3675808" y="781852"/>
                    <a:pt x="3251851" y="504293"/>
                    <a:pt x="2802938" y="210447"/>
                  </a:cubicBezTo>
                  <a:lnTo>
                    <a:pt x="2781983" y="196731"/>
                  </a:lnTo>
                  <a:cubicBezTo>
                    <a:pt x="2685971" y="133866"/>
                    <a:pt x="2591006" y="104529"/>
                    <a:pt x="2483279" y="104529"/>
                  </a:cubicBezTo>
                  <a:cubicBezTo>
                    <a:pt x="2329640" y="104529"/>
                    <a:pt x="2170382" y="163775"/>
                    <a:pt x="1985883" y="232450"/>
                  </a:cubicBezTo>
                  <a:cubicBezTo>
                    <a:pt x="1825196" y="292172"/>
                    <a:pt x="1642983" y="359989"/>
                    <a:pt x="1441625" y="392184"/>
                  </a:cubicBezTo>
                  <a:cubicBezTo>
                    <a:pt x="1380009" y="401607"/>
                    <a:pt x="1317741" y="406098"/>
                    <a:pt x="1255411" y="405614"/>
                  </a:cubicBezTo>
                  <a:cubicBezTo>
                    <a:pt x="1130157" y="405614"/>
                    <a:pt x="999379" y="390851"/>
                    <a:pt x="872887" y="376468"/>
                  </a:cubicBezTo>
                  <a:cubicBezTo>
                    <a:pt x="750871" y="363038"/>
                    <a:pt x="635809" y="349988"/>
                    <a:pt x="530368" y="349988"/>
                  </a:cubicBezTo>
                  <a:close/>
                  <a:moveTo>
                    <a:pt x="1251506" y="2668564"/>
                  </a:moveTo>
                  <a:lnTo>
                    <a:pt x="1251506" y="2662182"/>
                  </a:lnTo>
                  <a:cubicBezTo>
                    <a:pt x="1254458" y="2616462"/>
                    <a:pt x="1260268" y="2562551"/>
                    <a:pt x="1263317" y="2533595"/>
                  </a:cubicBezTo>
                  <a:cubicBezTo>
                    <a:pt x="1287034" y="2311948"/>
                    <a:pt x="1319514" y="2008957"/>
                    <a:pt x="1168924" y="1718540"/>
                  </a:cubicBezTo>
                  <a:cubicBezTo>
                    <a:pt x="1055195" y="1499465"/>
                    <a:pt x="900795" y="1305346"/>
                    <a:pt x="764588" y="1134277"/>
                  </a:cubicBezTo>
                  <a:cubicBezTo>
                    <a:pt x="677434" y="1024835"/>
                    <a:pt x="587708" y="910344"/>
                    <a:pt x="531606" y="818904"/>
                  </a:cubicBezTo>
                  <a:cubicBezTo>
                    <a:pt x="513459" y="790353"/>
                    <a:pt x="497720" y="760341"/>
                    <a:pt x="484552" y="729178"/>
                  </a:cubicBezTo>
                  <a:lnTo>
                    <a:pt x="482171" y="723082"/>
                  </a:lnTo>
                  <a:lnTo>
                    <a:pt x="488743" y="723082"/>
                  </a:lnTo>
                  <a:cubicBezTo>
                    <a:pt x="501316" y="722321"/>
                    <a:pt x="515318" y="721939"/>
                    <a:pt x="530272" y="721939"/>
                  </a:cubicBezTo>
                  <a:cubicBezTo>
                    <a:pt x="614759" y="721939"/>
                    <a:pt x="719725" y="733846"/>
                    <a:pt x="830786" y="746419"/>
                  </a:cubicBezTo>
                  <a:cubicBezTo>
                    <a:pt x="961184" y="761182"/>
                    <a:pt x="1109011" y="777947"/>
                    <a:pt x="1255220" y="777947"/>
                  </a:cubicBezTo>
                  <a:cubicBezTo>
                    <a:pt x="1337233" y="778453"/>
                    <a:pt x="1419155" y="772401"/>
                    <a:pt x="1500203" y="759849"/>
                  </a:cubicBezTo>
                  <a:cubicBezTo>
                    <a:pt x="1737852" y="721749"/>
                    <a:pt x="1947116" y="644025"/>
                    <a:pt x="2115137" y="581446"/>
                  </a:cubicBezTo>
                  <a:cubicBezTo>
                    <a:pt x="2266013" y="525344"/>
                    <a:pt x="2396315" y="476671"/>
                    <a:pt x="2483088" y="476671"/>
                  </a:cubicBezTo>
                  <a:cubicBezTo>
                    <a:pt x="2513663" y="476671"/>
                    <a:pt x="2537857" y="481719"/>
                    <a:pt x="2578338" y="508198"/>
                  </a:cubicBezTo>
                  <a:lnTo>
                    <a:pt x="2599198" y="521914"/>
                  </a:lnTo>
                  <a:cubicBezTo>
                    <a:pt x="3047635" y="815475"/>
                    <a:pt x="3321479" y="1012643"/>
                    <a:pt x="3342624" y="1275152"/>
                  </a:cubicBezTo>
                  <a:cubicBezTo>
                    <a:pt x="3345577" y="1310870"/>
                    <a:pt x="3282712" y="1426599"/>
                    <a:pt x="3218132" y="1541852"/>
                  </a:cubicBezTo>
                  <a:cubicBezTo>
                    <a:pt x="3130502" y="1698443"/>
                    <a:pt x="3021536" y="1893229"/>
                    <a:pt x="2945336" y="2143260"/>
                  </a:cubicBezTo>
                  <a:lnTo>
                    <a:pt x="2944003" y="2147546"/>
                  </a:lnTo>
                  <a:lnTo>
                    <a:pt x="2939621" y="2146499"/>
                  </a:lnTo>
                  <a:cubicBezTo>
                    <a:pt x="2790650" y="2109446"/>
                    <a:pt x="2621772" y="2067441"/>
                    <a:pt x="2451370" y="2067441"/>
                  </a:cubicBezTo>
                  <a:cubicBezTo>
                    <a:pt x="2326307" y="2067441"/>
                    <a:pt x="2216864" y="2089444"/>
                    <a:pt x="2116566" y="2134688"/>
                  </a:cubicBezTo>
                  <a:cubicBezTo>
                    <a:pt x="1908826" y="2228509"/>
                    <a:pt x="1736614" y="2353763"/>
                    <a:pt x="1584785" y="2464633"/>
                  </a:cubicBezTo>
                  <a:cubicBezTo>
                    <a:pt x="1482582" y="2539119"/>
                    <a:pt x="1328277" y="2651609"/>
                    <a:pt x="1257316" y="2667230"/>
                  </a:cubicBezTo>
                  <a:close/>
                  <a:moveTo>
                    <a:pt x="496078" y="731750"/>
                  </a:moveTo>
                  <a:cubicBezTo>
                    <a:pt x="508620" y="760183"/>
                    <a:pt x="523233" y="787657"/>
                    <a:pt x="539797" y="813951"/>
                  </a:cubicBezTo>
                  <a:cubicBezTo>
                    <a:pt x="595614" y="904820"/>
                    <a:pt x="685149" y="1019120"/>
                    <a:pt x="772112" y="1128276"/>
                  </a:cubicBezTo>
                  <a:cubicBezTo>
                    <a:pt x="908605" y="1299726"/>
                    <a:pt x="1063387" y="1494131"/>
                    <a:pt x="1177401" y="1714159"/>
                  </a:cubicBezTo>
                  <a:cubicBezTo>
                    <a:pt x="1329801" y="2007148"/>
                    <a:pt x="1296749" y="2311757"/>
                    <a:pt x="1272651" y="2534166"/>
                  </a:cubicBezTo>
                  <a:cubicBezTo>
                    <a:pt x="1269698" y="2562170"/>
                    <a:pt x="1264269" y="2612271"/>
                    <a:pt x="1261221" y="2656276"/>
                  </a:cubicBezTo>
                  <a:cubicBezTo>
                    <a:pt x="1332944" y="2636179"/>
                    <a:pt x="1480296" y="2528642"/>
                    <a:pt x="1578975" y="2456823"/>
                  </a:cubicBezTo>
                  <a:cubicBezTo>
                    <a:pt x="1731375" y="2345857"/>
                    <a:pt x="1903778" y="2220127"/>
                    <a:pt x="2112375" y="2125925"/>
                  </a:cubicBezTo>
                  <a:cubicBezTo>
                    <a:pt x="2213912" y="2080109"/>
                    <a:pt x="2324687" y="2057821"/>
                    <a:pt x="2451084" y="2057821"/>
                  </a:cubicBezTo>
                  <a:cubicBezTo>
                    <a:pt x="2620915" y="2057821"/>
                    <a:pt x="2788745" y="2099159"/>
                    <a:pt x="2936859" y="2136021"/>
                  </a:cubicBezTo>
                  <a:cubicBezTo>
                    <a:pt x="3013059" y="1887133"/>
                    <a:pt x="3121834" y="1693204"/>
                    <a:pt x="3209083" y="1537089"/>
                  </a:cubicBezTo>
                  <a:cubicBezTo>
                    <a:pt x="3253280" y="1458222"/>
                    <a:pt x="3335385" y="1311442"/>
                    <a:pt x="3332908" y="1275628"/>
                  </a:cubicBezTo>
                  <a:cubicBezTo>
                    <a:pt x="3312049" y="1017500"/>
                    <a:pt x="3039729" y="821571"/>
                    <a:pt x="2593769" y="529630"/>
                  </a:cubicBezTo>
                  <a:lnTo>
                    <a:pt x="2572814" y="515914"/>
                  </a:lnTo>
                  <a:cubicBezTo>
                    <a:pt x="2534714" y="490672"/>
                    <a:pt x="2511473" y="485910"/>
                    <a:pt x="2482802" y="485910"/>
                  </a:cubicBezTo>
                  <a:cubicBezTo>
                    <a:pt x="2397744" y="485910"/>
                    <a:pt x="2268204" y="534106"/>
                    <a:pt x="2118281" y="589923"/>
                  </a:cubicBezTo>
                  <a:cubicBezTo>
                    <a:pt x="1949688" y="652597"/>
                    <a:pt x="1740043" y="730607"/>
                    <a:pt x="1501346" y="768803"/>
                  </a:cubicBezTo>
                  <a:cubicBezTo>
                    <a:pt x="1419826" y="781434"/>
                    <a:pt x="1337426" y="787517"/>
                    <a:pt x="1254935" y="786995"/>
                  </a:cubicBezTo>
                  <a:cubicBezTo>
                    <a:pt x="1108154" y="786995"/>
                    <a:pt x="959659" y="770231"/>
                    <a:pt x="829453" y="755372"/>
                  </a:cubicBezTo>
                  <a:cubicBezTo>
                    <a:pt x="718582" y="742799"/>
                    <a:pt x="613902" y="730988"/>
                    <a:pt x="529987" y="730988"/>
                  </a:cubicBezTo>
                  <a:cubicBezTo>
                    <a:pt x="518080" y="730988"/>
                    <a:pt x="506650" y="731274"/>
                    <a:pt x="496078" y="731750"/>
                  </a:cubicBezTo>
                  <a:close/>
                  <a:moveTo>
                    <a:pt x="1643269" y="1960475"/>
                  </a:moveTo>
                  <a:lnTo>
                    <a:pt x="1642126" y="1953427"/>
                  </a:lnTo>
                  <a:cubicBezTo>
                    <a:pt x="1618953" y="1810515"/>
                    <a:pt x="1573438" y="1672139"/>
                    <a:pt x="1507252" y="1543376"/>
                  </a:cubicBezTo>
                  <a:cubicBezTo>
                    <a:pt x="1437754" y="1411882"/>
                    <a:pt x="1358473" y="1285798"/>
                    <a:pt x="1270079" y="1166186"/>
                  </a:cubicBezTo>
                  <a:lnTo>
                    <a:pt x="1264650" y="1158661"/>
                  </a:lnTo>
                  <a:lnTo>
                    <a:pt x="1274175" y="1158661"/>
                  </a:lnTo>
                  <a:cubicBezTo>
                    <a:pt x="1370151" y="1158383"/>
                    <a:pt x="1465966" y="1150773"/>
                    <a:pt x="1560782" y="1135896"/>
                  </a:cubicBezTo>
                  <a:cubicBezTo>
                    <a:pt x="1835769" y="1091890"/>
                    <a:pt x="2074275" y="1003118"/>
                    <a:pt x="2248392" y="938347"/>
                  </a:cubicBezTo>
                  <a:cubicBezTo>
                    <a:pt x="2307923" y="916249"/>
                    <a:pt x="2381742" y="888722"/>
                    <a:pt x="2435463" y="871672"/>
                  </a:cubicBezTo>
                  <a:lnTo>
                    <a:pt x="2437654" y="871006"/>
                  </a:lnTo>
                  <a:lnTo>
                    <a:pt x="2439559" y="872244"/>
                  </a:lnTo>
                  <a:cubicBezTo>
                    <a:pt x="2629297" y="997117"/>
                    <a:pt x="2775220" y="1098558"/>
                    <a:pt x="2870851" y="1187712"/>
                  </a:cubicBezTo>
                  <a:cubicBezTo>
                    <a:pt x="2894582" y="1209335"/>
                    <a:pt x="2916559" y="1232809"/>
                    <a:pt x="2936573" y="1257911"/>
                  </a:cubicBezTo>
                  <a:lnTo>
                    <a:pt x="2938383" y="1260388"/>
                  </a:lnTo>
                  <a:lnTo>
                    <a:pt x="2936954" y="1263055"/>
                  </a:lnTo>
                  <a:cubicBezTo>
                    <a:pt x="2917904" y="1299059"/>
                    <a:pt x="2897140" y="1335921"/>
                    <a:pt x="2885996" y="1355733"/>
                  </a:cubicBezTo>
                  <a:cubicBezTo>
                    <a:pt x="2833513" y="1449649"/>
                    <a:pt x="2768076" y="1566426"/>
                    <a:pt x="2705973" y="1703491"/>
                  </a:cubicBezTo>
                  <a:lnTo>
                    <a:pt x="2704449" y="1706729"/>
                  </a:lnTo>
                  <a:lnTo>
                    <a:pt x="2700925" y="1706158"/>
                  </a:lnTo>
                  <a:cubicBezTo>
                    <a:pt x="2618450" y="1693310"/>
                    <a:pt x="2535125" y="1686688"/>
                    <a:pt x="2451656" y="1686346"/>
                  </a:cubicBezTo>
                  <a:cubicBezTo>
                    <a:pt x="2271442" y="1686346"/>
                    <a:pt x="2110661" y="1719398"/>
                    <a:pt x="1960070" y="1787406"/>
                  </a:cubicBezTo>
                  <a:cubicBezTo>
                    <a:pt x="1852680" y="1836315"/>
                    <a:pt x="1748913" y="1892814"/>
                    <a:pt x="1649555" y="1956475"/>
                  </a:cubicBezTo>
                  <a:close/>
                  <a:moveTo>
                    <a:pt x="1283224" y="1167995"/>
                  </a:moveTo>
                  <a:cubicBezTo>
                    <a:pt x="1369791" y="1285891"/>
                    <a:pt x="1447475" y="1410058"/>
                    <a:pt x="1515634" y="1539470"/>
                  </a:cubicBezTo>
                  <a:cubicBezTo>
                    <a:pt x="1581198" y="1666965"/>
                    <a:pt x="1626630" y="1803841"/>
                    <a:pt x="1650317" y="1945235"/>
                  </a:cubicBezTo>
                  <a:cubicBezTo>
                    <a:pt x="1748340" y="1882669"/>
                    <a:pt x="1850600" y="1827003"/>
                    <a:pt x="1956356" y="1778643"/>
                  </a:cubicBezTo>
                  <a:cubicBezTo>
                    <a:pt x="2108184" y="1710158"/>
                    <a:pt x="2270681" y="1676821"/>
                    <a:pt x="2451656" y="1676821"/>
                  </a:cubicBezTo>
                  <a:cubicBezTo>
                    <a:pt x="2534373" y="1677041"/>
                    <a:pt x="2616960" y="1683408"/>
                    <a:pt x="2698734" y="1695871"/>
                  </a:cubicBezTo>
                  <a:cubicBezTo>
                    <a:pt x="2760551" y="1559949"/>
                    <a:pt x="2825416" y="1444030"/>
                    <a:pt x="2877614" y="1350685"/>
                  </a:cubicBezTo>
                  <a:cubicBezTo>
                    <a:pt x="2888377" y="1331635"/>
                    <a:pt x="2908284" y="1295916"/>
                    <a:pt x="2927048" y="1260959"/>
                  </a:cubicBezTo>
                  <a:cubicBezTo>
                    <a:pt x="2907789" y="1237224"/>
                    <a:pt x="2886810" y="1214939"/>
                    <a:pt x="2864279" y="1194284"/>
                  </a:cubicBezTo>
                  <a:cubicBezTo>
                    <a:pt x="2769505" y="1105892"/>
                    <a:pt x="2624534" y="1005118"/>
                    <a:pt x="2435654" y="881102"/>
                  </a:cubicBezTo>
                  <a:cubicBezTo>
                    <a:pt x="2382409" y="897771"/>
                    <a:pt x="2309828" y="924822"/>
                    <a:pt x="2251345" y="946539"/>
                  </a:cubicBezTo>
                  <a:cubicBezTo>
                    <a:pt x="2076752" y="1011595"/>
                    <a:pt x="1837674" y="1100463"/>
                    <a:pt x="1561735" y="1144659"/>
                  </a:cubicBezTo>
                  <a:cubicBezTo>
                    <a:pt x="1469598" y="1159254"/>
                    <a:pt x="1376506" y="1166991"/>
                    <a:pt x="1283224" y="1167805"/>
                  </a:cubicBezTo>
                  <a:close/>
                  <a:moveTo>
                    <a:pt x="1241981" y="2859636"/>
                  </a:moveTo>
                  <a:lnTo>
                    <a:pt x="1241981" y="2859636"/>
                  </a:lnTo>
                  <a:cubicBezTo>
                    <a:pt x="1191689" y="2859636"/>
                    <a:pt x="1137777" y="2840586"/>
                    <a:pt x="1077293" y="2800676"/>
                  </a:cubicBezTo>
                  <a:cubicBezTo>
                    <a:pt x="1051100" y="2783531"/>
                    <a:pt x="1057196" y="2673231"/>
                    <a:pt x="1074340" y="2512925"/>
                  </a:cubicBezTo>
                  <a:cubicBezTo>
                    <a:pt x="1096629" y="2304804"/>
                    <a:pt x="1124347" y="2045724"/>
                    <a:pt x="1000141" y="1806265"/>
                  </a:cubicBezTo>
                  <a:cubicBezTo>
                    <a:pt x="895366" y="1603478"/>
                    <a:pt x="753157" y="1425265"/>
                    <a:pt x="615902" y="1252958"/>
                  </a:cubicBezTo>
                  <a:cubicBezTo>
                    <a:pt x="290433" y="844050"/>
                    <a:pt x="235569" y="719558"/>
                    <a:pt x="322056" y="587447"/>
                  </a:cubicBezTo>
                  <a:cubicBezTo>
                    <a:pt x="331581" y="573540"/>
                    <a:pt x="359108" y="530963"/>
                    <a:pt x="530653" y="530963"/>
                  </a:cubicBezTo>
                  <a:cubicBezTo>
                    <a:pt x="625904" y="530963"/>
                    <a:pt x="736013" y="543441"/>
                    <a:pt x="852598" y="556681"/>
                  </a:cubicBezTo>
                  <a:cubicBezTo>
                    <a:pt x="984139" y="571540"/>
                    <a:pt x="1120156" y="586970"/>
                    <a:pt x="1255601" y="586970"/>
                  </a:cubicBezTo>
                  <a:cubicBezTo>
                    <a:pt x="1327565" y="587459"/>
                    <a:pt x="1399453" y="582204"/>
                    <a:pt x="1470581" y="571254"/>
                  </a:cubicBezTo>
                  <a:cubicBezTo>
                    <a:pt x="1689656" y="536202"/>
                    <a:pt x="1880727" y="465146"/>
                    <a:pt x="2049224" y="402376"/>
                  </a:cubicBezTo>
                  <a:cubicBezTo>
                    <a:pt x="2217722" y="339606"/>
                    <a:pt x="2362502" y="285885"/>
                    <a:pt x="2483564" y="285885"/>
                  </a:cubicBezTo>
                  <a:cubicBezTo>
                    <a:pt x="2556431" y="285885"/>
                    <a:pt x="2616057" y="304935"/>
                    <a:pt x="2683113" y="348560"/>
                  </a:cubicBezTo>
                  <a:lnTo>
                    <a:pt x="2704068" y="362276"/>
                  </a:lnTo>
                  <a:cubicBezTo>
                    <a:pt x="3132693" y="642882"/>
                    <a:pt x="3502834" y="885103"/>
                    <a:pt x="3532743" y="1259531"/>
                  </a:cubicBezTo>
                  <a:cubicBezTo>
                    <a:pt x="3540554" y="1356019"/>
                    <a:pt x="3471688" y="1478606"/>
                    <a:pt x="3384534" y="1634720"/>
                  </a:cubicBezTo>
                  <a:cubicBezTo>
                    <a:pt x="3285283" y="1812266"/>
                    <a:pt x="3149362" y="2055249"/>
                    <a:pt x="3084020" y="2369955"/>
                  </a:cubicBezTo>
                  <a:lnTo>
                    <a:pt x="3083068" y="2374527"/>
                  </a:lnTo>
                  <a:lnTo>
                    <a:pt x="3078496" y="2373670"/>
                  </a:lnTo>
                  <a:cubicBezTo>
                    <a:pt x="3024965" y="2364145"/>
                    <a:pt x="2960100" y="2347667"/>
                    <a:pt x="2897521" y="2332141"/>
                  </a:cubicBezTo>
                  <a:cubicBezTo>
                    <a:pt x="2750550" y="2295565"/>
                    <a:pt x="2598912" y="2257846"/>
                    <a:pt x="2451846" y="2257846"/>
                  </a:cubicBezTo>
                  <a:cubicBezTo>
                    <a:pt x="2354405" y="2257846"/>
                    <a:pt x="2270871" y="2274324"/>
                    <a:pt x="2195433" y="2308233"/>
                  </a:cubicBezTo>
                  <a:cubicBezTo>
                    <a:pt x="2005505" y="2393958"/>
                    <a:pt x="1848914" y="2508258"/>
                    <a:pt x="1697466" y="2618462"/>
                  </a:cubicBezTo>
                  <a:cubicBezTo>
                    <a:pt x="1519539" y="2747907"/>
                    <a:pt x="1365806" y="2859636"/>
                    <a:pt x="1241981" y="2859636"/>
                  </a:cubicBezTo>
                  <a:close/>
                  <a:moveTo>
                    <a:pt x="530368" y="540488"/>
                  </a:moveTo>
                  <a:cubicBezTo>
                    <a:pt x="363966" y="540488"/>
                    <a:pt x="338248" y="579731"/>
                    <a:pt x="329771" y="592685"/>
                  </a:cubicBezTo>
                  <a:cubicBezTo>
                    <a:pt x="246237" y="720225"/>
                    <a:pt x="301196" y="842526"/>
                    <a:pt x="623046" y="1246957"/>
                  </a:cubicBezTo>
                  <a:cubicBezTo>
                    <a:pt x="760587" y="1419741"/>
                    <a:pt x="902795" y="1598335"/>
                    <a:pt x="1008332" y="1801789"/>
                  </a:cubicBezTo>
                  <a:cubicBezTo>
                    <a:pt x="1133872" y="2043914"/>
                    <a:pt x="1105964" y="2304518"/>
                    <a:pt x="1083485" y="2513878"/>
                  </a:cubicBezTo>
                  <a:cubicBezTo>
                    <a:pt x="1075864" y="2585411"/>
                    <a:pt x="1055576" y="2775244"/>
                    <a:pt x="1082151" y="2792675"/>
                  </a:cubicBezTo>
                  <a:cubicBezTo>
                    <a:pt x="1141111" y="2831346"/>
                    <a:pt x="1193308" y="2849825"/>
                    <a:pt x="1241695" y="2849825"/>
                  </a:cubicBezTo>
                  <a:lnTo>
                    <a:pt x="1241695" y="2849825"/>
                  </a:lnTo>
                  <a:cubicBezTo>
                    <a:pt x="1363043" y="2849825"/>
                    <a:pt x="1515253" y="2738953"/>
                    <a:pt x="1691465" y="2610557"/>
                  </a:cubicBezTo>
                  <a:cubicBezTo>
                    <a:pt x="1843294" y="2499876"/>
                    <a:pt x="2000361" y="2385386"/>
                    <a:pt x="2191147" y="2299280"/>
                  </a:cubicBezTo>
                  <a:cubicBezTo>
                    <a:pt x="2267347" y="2264799"/>
                    <a:pt x="2353072" y="2248035"/>
                    <a:pt x="2451465" y="2248035"/>
                  </a:cubicBezTo>
                  <a:cubicBezTo>
                    <a:pt x="2599674" y="2248035"/>
                    <a:pt x="2751979" y="2286135"/>
                    <a:pt x="2899140" y="2322521"/>
                  </a:cubicBezTo>
                  <a:cubicBezTo>
                    <a:pt x="2960195" y="2337665"/>
                    <a:pt x="3022965" y="2353287"/>
                    <a:pt x="3075448" y="2363192"/>
                  </a:cubicBezTo>
                  <a:cubicBezTo>
                    <a:pt x="3141456" y="2048867"/>
                    <a:pt x="3276902" y="1807028"/>
                    <a:pt x="3376057" y="1629767"/>
                  </a:cubicBezTo>
                  <a:cubicBezTo>
                    <a:pt x="3462353" y="1475367"/>
                    <a:pt x="3530552" y="1353542"/>
                    <a:pt x="3523028" y="1259912"/>
                  </a:cubicBezTo>
                  <a:cubicBezTo>
                    <a:pt x="3493214" y="890151"/>
                    <a:pt x="3124883" y="649073"/>
                    <a:pt x="2698448" y="369896"/>
                  </a:cubicBezTo>
                  <a:lnTo>
                    <a:pt x="2677493" y="356180"/>
                  </a:lnTo>
                  <a:cubicBezTo>
                    <a:pt x="2612057" y="313317"/>
                    <a:pt x="2553668" y="295029"/>
                    <a:pt x="2483088" y="295029"/>
                  </a:cubicBezTo>
                  <a:cubicBezTo>
                    <a:pt x="2363740" y="295029"/>
                    <a:pt x="2219341" y="348750"/>
                    <a:pt x="2052082" y="410948"/>
                  </a:cubicBezTo>
                  <a:cubicBezTo>
                    <a:pt x="1883108" y="473813"/>
                    <a:pt x="1691560" y="545060"/>
                    <a:pt x="1471533" y="580303"/>
                  </a:cubicBezTo>
                  <a:cubicBezTo>
                    <a:pt x="1399965" y="591330"/>
                    <a:pt x="1327631" y="596617"/>
                    <a:pt x="1255220" y="596114"/>
                  </a:cubicBezTo>
                  <a:cubicBezTo>
                    <a:pt x="1119203" y="596114"/>
                    <a:pt x="982996" y="580684"/>
                    <a:pt x="851170" y="565730"/>
                  </a:cubicBezTo>
                  <a:cubicBezTo>
                    <a:pt x="734869" y="552966"/>
                    <a:pt x="625046" y="540488"/>
                    <a:pt x="530368" y="540488"/>
                  </a:cubicBezTo>
                  <a:close/>
                  <a:moveTo>
                    <a:pt x="1472771" y="2310519"/>
                  </a:moveTo>
                  <a:lnTo>
                    <a:pt x="1472771" y="2300994"/>
                  </a:lnTo>
                  <a:cubicBezTo>
                    <a:pt x="1481534" y="2042200"/>
                    <a:pt x="1437338" y="1823030"/>
                    <a:pt x="1337802" y="1631101"/>
                  </a:cubicBezTo>
                  <a:cubicBezTo>
                    <a:pt x="1215596" y="1395452"/>
                    <a:pt x="1055100" y="1193808"/>
                    <a:pt x="913463" y="1015881"/>
                  </a:cubicBezTo>
                  <a:cubicBezTo>
                    <a:pt x="894413" y="992323"/>
                    <a:pt x="876951" y="970098"/>
                    <a:pt x="861076" y="949206"/>
                  </a:cubicBezTo>
                  <a:lnTo>
                    <a:pt x="854122" y="940348"/>
                  </a:lnTo>
                  <a:lnTo>
                    <a:pt x="865362" y="941586"/>
                  </a:lnTo>
                  <a:cubicBezTo>
                    <a:pt x="994669" y="957527"/>
                    <a:pt x="1124755" y="966335"/>
                    <a:pt x="1255030" y="967970"/>
                  </a:cubicBezTo>
                  <a:cubicBezTo>
                    <a:pt x="1347123" y="968492"/>
                    <a:pt x="1439111" y="961643"/>
                    <a:pt x="1530112" y="947491"/>
                  </a:cubicBezTo>
                  <a:cubicBezTo>
                    <a:pt x="1786430" y="906439"/>
                    <a:pt x="2005409" y="825000"/>
                    <a:pt x="2181431" y="759563"/>
                  </a:cubicBezTo>
                  <a:cubicBezTo>
                    <a:pt x="2279253" y="723082"/>
                    <a:pt x="2413174" y="673362"/>
                    <a:pt x="2472134" y="667456"/>
                  </a:cubicBezTo>
                  <a:lnTo>
                    <a:pt x="2473849" y="667456"/>
                  </a:lnTo>
                  <a:lnTo>
                    <a:pt x="2494708" y="681077"/>
                  </a:lnTo>
                  <a:cubicBezTo>
                    <a:pt x="2809510" y="887198"/>
                    <a:pt x="3106785" y="1081794"/>
                    <a:pt x="3148219" y="1262102"/>
                  </a:cubicBezTo>
                  <a:lnTo>
                    <a:pt x="3148219" y="1263626"/>
                  </a:lnTo>
                  <a:lnTo>
                    <a:pt x="3147647" y="1265055"/>
                  </a:lnTo>
                  <a:cubicBezTo>
                    <a:pt x="3129836" y="1308108"/>
                    <a:pt x="3084592" y="1388880"/>
                    <a:pt x="3051540" y="1448126"/>
                  </a:cubicBezTo>
                  <a:cubicBezTo>
                    <a:pt x="2986103" y="1565093"/>
                    <a:pt x="2896854" y="1724351"/>
                    <a:pt x="2821607" y="1918280"/>
                  </a:cubicBezTo>
                  <a:lnTo>
                    <a:pt x="2820178" y="1922090"/>
                  </a:lnTo>
                  <a:lnTo>
                    <a:pt x="2816177" y="1921232"/>
                  </a:lnTo>
                  <a:cubicBezTo>
                    <a:pt x="2675588" y="1890848"/>
                    <a:pt x="2559479" y="1876655"/>
                    <a:pt x="2450798" y="1876655"/>
                  </a:cubicBezTo>
                  <a:cubicBezTo>
                    <a:pt x="2298398" y="1876655"/>
                    <a:pt x="2163048" y="1904182"/>
                    <a:pt x="2037604" y="1960761"/>
                  </a:cubicBezTo>
                  <a:cubicBezTo>
                    <a:pt x="1812052" y="2062679"/>
                    <a:pt x="1628029" y="2196791"/>
                    <a:pt x="1480010" y="2304614"/>
                  </a:cubicBezTo>
                  <a:close/>
                  <a:moveTo>
                    <a:pt x="875839" y="952254"/>
                  </a:moveTo>
                  <a:cubicBezTo>
                    <a:pt x="890032" y="970352"/>
                    <a:pt x="905081" y="989497"/>
                    <a:pt x="921179" y="1009404"/>
                  </a:cubicBezTo>
                  <a:cubicBezTo>
                    <a:pt x="1063101" y="1187712"/>
                    <a:pt x="1223978" y="1389737"/>
                    <a:pt x="1346565" y="1626148"/>
                  </a:cubicBezTo>
                  <a:cubicBezTo>
                    <a:pt x="1445625" y="1817219"/>
                    <a:pt x="1490202" y="2034770"/>
                    <a:pt x="1482868" y="2291088"/>
                  </a:cubicBezTo>
                  <a:cubicBezTo>
                    <a:pt x="1629839" y="2184027"/>
                    <a:pt x="1811861" y="2052487"/>
                    <a:pt x="2034365" y="1951998"/>
                  </a:cubicBezTo>
                  <a:cubicBezTo>
                    <a:pt x="2161048" y="1894848"/>
                    <a:pt x="2297446" y="1867035"/>
                    <a:pt x="2451465" y="1867035"/>
                  </a:cubicBezTo>
                  <a:cubicBezTo>
                    <a:pt x="2559859" y="1867035"/>
                    <a:pt x="2675493" y="1881037"/>
                    <a:pt x="2814939" y="1910945"/>
                  </a:cubicBezTo>
                  <a:cubicBezTo>
                    <a:pt x="2889996" y="1718445"/>
                    <a:pt x="2978769" y="1559854"/>
                    <a:pt x="3043539" y="1444220"/>
                  </a:cubicBezTo>
                  <a:cubicBezTo>
                    <a:pt x="3076400" y="1385546"/>
                    <a:pt x="3120882" y="1306013"/>
                    <a:pt x="3138789" y="1263245"/>
                  </a:cubicBezTo>
                  <a:cubicBezTo>
                    <a:pt x="3096974" y="1086842"/>
                    <a:pt x="2801985" y="893675"/>
                    <a:pt x="2489660" y="689269"/>
                  </a:cubicBezTo>
                  <a:lnTo>
                    <a:pt x="2471658" y="677458"/>
                  </a:lnTo>
                  <a:cubicBezTo>
                    <a:pt x="2412984" y="683935"/>
                    <a:pt x="2281158" y="732893"/>
                    <a:pt x="2185051" y="768707"/>
                  </a:cubicBezTo>
                  <a:cubicBezTo>
                    <a:pt x="2008553" y="834335"/>
                    <a:pt x="1789001" y="915964"/>
                    <a:pt x="1531731" y="957207"/>
                  </a:cubicBezTo>
                  <a:cubicBezTo>
                    <a:pt x="1440347" y="971382"/>
                    <a:pt x="1347981" y="978261"/>
                    <a:pt x="1255506" y="977781"/>
                  </a:cubicBezTo>
                  <a:cubicBezTo>
                    <a:pt x="1128579" y="976225"/>
                    <a:pt x="1001832" y="967704"/>
                    <a:pt x="875839" y="952254"/>
                  </a:cubicBezTo>
                  <a:close/>
                  <a:moveTo>
                    <a:pt x="1767284" y="1668915"/>
                  </a:moveTo>
                  <a:lnTo>
                    <a:pt x="1765475" y="1663676"/>
                  </a:lnTo>
                  <a:cubicBezTo>
                    <a:pt x="1740942" y="1592163"/>
                    <a:pt x="1711143" y="1522567"/>
                    <a:pt x="1676321" y="1455460"/>
                  </a:cubicBezTo>
                  <a:cubicBezTo>
                    <a:pt x="1654508" y="1413455"/>
                    <a:pt x="1630696" y="1370497"/>
                    <a:pt x="1605455" y="1327825"/>
                  </a:cubicBezTo>
                  <a:lnTo>
                    <a:pt x="1601930" y="1321824"/>
                  </a:lnTo>
                  <a:lnTo>
                    <a:pt x="1608788" y="1320681"/>
                  </a:lnTo>
                  <a:cubicBezTo>
                    <a:pt x="1894538" y="1273056"/>
                    <a:pt x="2137235" y="1182569"/>
                    <a:pt x="2314496" y="1116656"/>
                  </a:cubicBezTo>
                  <a:cubicBezTo>
                    <a:pt x="2338403" y="1107702"/>
                    <a:pt x="2373170" y="1094748"/>
                    <a:pt x="2408222" y="1082270"/>
                  </a:cubicBezTo>
                  <a:lnTo>
                    <a:pt x="2410508" y="1081413"/>
                  </a:lnTo>
                  <a:lnTo>
                    <a:pt x="2412508" y="1082747"/>
                  </a:lnTo>
                  <a:cubicBezTo>
                    <a:pt x="2511282" y="1148374"/>
                    <a:pt x="2580719" y="1197047"/>
                    <a:pt x="2637679" y="1240385"/>
                  </a:cubicBezTo>
                  <a:cubicBezTo>
                    <a:pt x="2660253" y="1257626"/>
                    <a:pt x="2681208" y="1274294"/>
                    <a:pt x="2699782" y="1290011"/>
                  </a:cubicBezTo>
                  <a:lnTo>
                    <a:pt x="2702830" y="1292582"/>
                  </a:lnTo>
                  <a:lnTo>
                    <a:pt x="2700925" y="1296011"/>
                  </a:lnTo>
                  <a:cubicBezTo>
                    <a:pt x="2668921" y="1353161"/>
                    <a:pt x="2631107" y="1422218"/>
                    <a:pt x="2592721" y="1498798"/>
                  </a:cubicBezTo>
                  <a:lnTo>
                    <a:pt x="2591292" y="1501656"/>
                  </a:lnTo>
                  <a:lnTo>
                    <a:pt x="2588149" y="1501656"/>
                  </a:lnTo>
                  <a:cubicBezTo>
                    <a:pt x="2541476" y="1497941"/>
                    <a:pt x="2496709" y="1496132"/>
                    <a:pt x="2451465" y="1496132"/>
                  </a:cubicBezTo>
                  <a:cubicBezTo>
                    <a:pt x="2243725" y="1496132"/>
                    <a:pt x="2057225" y="1534708"/>
                    <a:pt x="1881584" y="1614051"/>
                  </a:cubicBezTo>
                  <a:cubicBezTo>
                    <a:pt x="1845104" y="1630434"/>
                    <a:pt x="1808337" y="1648151"/>
                    <a:pt x="1772142" y="1666724"/>
                  </a:cubicBezTo>
                  <a:close/>
                  <a:moveTo>
                    <a:pt x="1617170" y="1328968"/>
                  </a:moveTo>
                  <a:cubicBezTo>
                    <a:pt x="1641173" y="1369830"/>
                    <a:pt x="1663938" y="1410883"/>
                    <a:pt x="1684798" y="1451078"/>
                  </a:cubicBezTo>
                  <a:cubicBezTo>
                    <a:pt x="1718931" y="1517002"/>
                    <a:pt x="1748311" y="1585279"/>
                    <a:pt x="1772714" y="1655390"/>
                  </a:cubicBezTo>
                  <a:cubicBezTo>
                    <a:pt x="1807385" y="1637768"/>
                    <a:pt x="1842722" y="1620814"/>
                    <a:pt x="1877489" y="1605002"/>
                  </a:cubicBezTo>
                  <a:cubicBezTo>
                    <a:pt x="2054463" y="1525183"/>
                    <a:pt x="2242201" y="1486321"/>
                    <a:pt x="2451370" y="1486321"/>
                  </a:cubicBezTo>
                  <a:cubicBezTo>
                    <a:pt x="2495852" y="1486321"/>
                    <a:pt x="2539762" y="1488035"/>
                    <a:pt x="2585577" y="1491655"/>
                  </a:cubicBezTo>
                  <a:cubicBezTo>
                    <a:pt x="2622724" y="1417550"/>
                    <a:pt x="2659396" y="1350780"/>
                    <a:pt x="2690352" y="1294773"/>
                  </a:cubicBezTo>
                  <a:cubicBezTo>
                    <a:pt x="2672636" y="1279914"/>
                    <a:pt x="2652919" y="1264198"/>
                    <a:pt x="2631583" y="1248005"/>
                  </a:cubicBezTo>
                  <a:cubicBezTo>
                    <a:pt x="2575195" y="1204952"/>
                    <a:pt x="2506424" y="1156851"/>
                    <a:pt x="2408888" y="1091986"/>
                  </a:cubicBezTo>
                  <a:cubicBezTo>
                    <a:pt x="2374694" y="1104273"/>
                    <a:pt x="2340880" y="1116846"/>
                    <a:pt x="2317544" y="1125514"/>
                  </a:cubicBezTo>
                  <a:cubicBezTo>
                    <a:pt x="2141522" y="1191141"/>
                    <a:pt x="1900730" y="1280676"/>
                    <a:pt x="1617170" y="1328968"/>
                  </a:cubicBezTo>
                  <a:close/>
                  <a:moveTo>
                    <a:pt x="1241981" y="3097761"/>
                  </a:moveTo>
                  <a:lnTo>
                    <a:pt x="1241981" y="3097761"/>
                  </a:lnTo>
                  <a:cubicBezTo>
                    <a:pt x="1143873" y="3097761"/>
                    <a:pt x="1047289" y="3065756"/>
                    <a:pt x="946705" y="2999939"/>
                  </a:cubicBezTo>
                  <a:cubicBezTo>
                    <a:pt x="793353" y="2899450"/>
                    <a:pt x="813832" y="2708569"/>
                    <a:pt x="837454" y="2487589"/>
                  </a:cubicBezTo>
                  <a:cubicBezTo>
                    <a:pt x="857361" y="2302042"/>
                    <a:pt x="879840" y="2091730"/>
                    <a:pt x="788686" y="1916089"/>
                  </a:cubicBezTo>
                  <a:cubicBezTo>
                    <a:pt x="694198" y="1734066"/>
                    <a:pt x="560086" y="1564997"/>
                    <a:pt x="429593" y="1401739"/>
                  </a:cubicBezTo>
                  <a:cubicBezTo>
                    <a:pt x="157178" y="1059601"/>
                    <a:pt x="-77994" y="764135"/>
                    <a:pt x="122793" y="457526"/>
                  </a:cubicBezTo>
                  <a:cubicBezTo>
                    <a:pt x="197183" y="343892"/>
                    <a:pt x="322818" y="293314"/>
                    <a:pt x="530558" y="293314"/>
                  </a:cubicBezTo>
                  <a:cubicBezTo>
                    <a:pt x="639238" y="293314"/>
                    <a:pt x="755920" y="306554"/>
                    <a:pt x="879364" y="320556"/>
                  </a:cubicBezTo>
                  <a:cubicBezTo>
                    <a:pt x="1004332" y="334653"/>
                    <a:pt x="1133491" y="349131"/>
                    <a:pt x="1255506" y="349131"/>
                  </a:cubicBezTo>
                  <a:cubicBezTo>
                    <a:pt x="1314746" y="349463"/>
                    <a:pt x="1373920" y="345132"/>
                    <a:pt x="1432481" y="336177"/>
                  </a:cubicBezTo>
                  <a:cubicBezTo>
                    <a:pt x="1628219" y="304840"/>
                    <a:pt x="1799764" y="240927"/>
                    <a:pt x="1965881" y="179205"/>
                  </a:cubicBezTo>
                  <a:cubicBezTo>
                    <a:pt x="2147617" y="111673"/>
                    <a:pt x="2319258" y="47760"/>
                    <a:pt x="2483183" y="47760"/>
                  </a:cubicBezTo>
                  <a:cubicBezTo>
                    <a:pt x="2600912" y="47760"/>
                    <a:pt x="2708926" y="81002"/>
                    <a:pt x="2813224" y="149297"/>
                  </a:cubicBezTo>
                  <a:lnTo>
                    <a:pt x="2834084" y="163013"/>
                  </a:lnTo>
                  <a:cubicBezTo>
                    <a:pt x="3295094" y="464764"/>
                    <a:pt x="3730387" y="749753"/>
                    <a:pt x="3770011" y="1240385"/>
                  </a:cubicBezTo>
                  <a:cubicBezTo>
                    <a:pt x="3783632" y="1409073"/>
                    <a:pt x="3699145" y="1559949"/>
                    <a:pt x="3592274" y="1751021"/>
                  </a:cubicBezTo>
                  <a:cubicBezTo>
                    <a:pt x="3476165" y="1958570"/>
                    <a:pt x="3344624" y="2193838"/>
                    <a:pt x="3298523" y="2525594"/>
                  </a:cubicBezTo>
                  <a:cubicBezTo>
                    <a:pt x="3291665" y="2575314"/>
                    <a:pt x="3269948" y="2621415"/>
                    <a:pt x="3160601" y="2621415"/>
                  </a:cubicBezTo>
                  <a:cubicBezTo>
                    <a:pt x="3073829" y="2621415"/>
                    <a:pt x="2959909" y="2592840"/>
                    <a:pt x="2839323" y="2563122"/>
                  </a:cubicBezTo>
                  <a:cubicBezTo>
                    <a:pt x="2706640" y="2530070"/>
                    <a:pt x="2569384" y="2495971"/>
                    <a:pt x="2451465" y="2495971"/>
                  </a:cubicBezTo>
                  <a:cubicBezTo>
                    <a:pt x="2388505" y="2495971"/>
                    <a:pt x="2336689" y="2505496"/>
                    <a:pt x="2293064" y="2525308"/>
                  </a:cubicBezTo>
                  <a:cubicBezTo>
                    <a:pt x="2125520" y="2600937"/>
                    <a:pt x="1978739" y="2707712"/>
                    <a:pt x="1837198" y="2811058"/>
                  </a:cubicBezTo>
                  <a:cubicBezTo>
                    <a:pt x="1634887" y="2958410"/>
                    <a:pt x="1443720" y="3097761"/>
                    <a:pt x="1241981" y="3097761"/>
                  </a:cubicBezTo>
                  <a:close/>
                  <a:moveTo>
                    <a:pt x="530368" y="302363"/>
                  </a:moveTo>
                  <a:cubicBezTo>
                    <a:pt x="326247" y="302363"/>
                    <a:pt x="202993" y="351703"/>
                    <a:pt x="130318" y="462193"/>
                  </a:cubicBezTo>
                  <a:cubicBezTo>
                    <a:pt x="-66755" y="763088"/>
                    <a:pt x="166417" y="1056077"/>
                    <a:pt x="436546" y="1395643"/>
                  </a:cubicBezTo>
                  <a:cubicBezTo>
                    <a:pt x="566944" y="1559473"/>
                    <a:pt x="701818" y="1729018"/>
                    <a:pt x="796687" y="1911803"/>
                  </a:cubicBezTo>
                  <a:cubicBezTo>
                    <a:pt x="889175" y="2090206"/>
                    <a:pt x="866505" y="2302328"/>
                    <a:pt x="846502" y="2488922"/>
                  </a:cubicBezTo>
                  <a:cubicBezTo>
                    <a:pt x="823166" y="2706854"/>
                    <a:pt x="802973" y="2895068"/>
                    <a:pt x="951277" y="2992319"/>
                  </a:cubicBezTo>
                  <a:cubicBezTo>
                    <a:pt x="1050147" y="3057089"/>
                    <a:pt x="1145016" y="3088616"/>
                    <a:pt x="1241218" y="3088616"/>
                  </a:cubicBezTo>
                  <a:lnTo>
                    <a:pt x="1241218" y="3088616"/>
                  </a:lnTo>
                  <a:cubicBezTo>
                    <a:pt x="1440005" y="3088616"/>
                    <a:pt x="1629934" y="2950218"/>
                    <a:pt x="1831006" y="2803724"/>
                  </a:cubicBezTo>
                  <a:cubicBezTo>
                    <a:pt x="1973120" y="2700092"/>
                    <a:pt x="2120090" y="2593031"/>
                    <a:pt x="2288207" y="2516926"/>
                  </a:cubicBezTo>
                  <a:cubicBezTo>
                    <a:pt x="2333069" y="2496638"/>
                    <a:pt x="2386219" y="2486827"/>
                    <a:pt x="2450132" y="2486827"/>
                  </a:cubicBezTo>
                  <a:cubicBezTo>
                    <a:pt x="2569194" y="2486827"/>
                    <a:pt x="2707307" y="2521117"/>
                    <a:pt x="2840657" y="2554264"/>
                  </a:cubicBezTo>
                  <a:cubicBezTo>
                    <a:pt x="2960672" y="2584077"/>
                    <a:pt x="3074019" y="2612271"/>
                    <a:pt x="3159649" y="2612271"/>
                  </a:cubicBezTo>
                  <a:cubicBezTo>
                    <a:pt x="3256518" y="2612271"/>
                    <a:pt x="3280616" y="2578743"/>
                    <a:pt x="3288141" y="2524641"/>
                  </a:cubicBezTo>
                  <a:cubicBezTo>
                    <a:pt x="3334433" y="2191266"/>
                    <a:pt x="3466449" y="1955046"/>
                    <a:pt x="3583416" y="1746734"/>
                  </a:cubicBezTo>
                  <a:cubicBezTo>
                    <a:pt x="3689524" y="1557091"/>
                    <a:pt x="3773345" y="1407263"/>
                    <a:pt x="3759914" y="1241909"/>
                  </a:cubicBezTo>
                  <a:cubicBezTo>
                    <a:pt x="3720766" y="756134"/>
                    <a:pt x="3287284" y="472194"/>
                    <a:pt x="2828369" y="171776"/>
                  </a:cubicBezTo>
                  <a:lnTo>
                    <a:pt x="2807414" y="158059"/>
                  </a:lnTo>
                  <a:cubicBezTo>
                    <a:pt x="2704735" y="90813"/>
                    <a:pt x="2598436" y="58047"/>
                    <a:pt x="2482612" y="58047"/>
                  </a:cubicBezTo>
                  <a:cubicBezTo>
                    <a:pt x="2320687" y="58047"/>
                    <a:pt x="2149237" y="121674"/>
                    <a:pt x="1968262" y="188921"/>
                  </a:cubicBezTo>
                  <a:cubicBezTo>
                    <a:pt x="1801860" y="250833"/>
                    <a:pt x="1629743" y="314841"/>
                    <a:pt x="1433052" y="346273"/>
                  </a:cubicBezTo>
                  <a:cubicBezTo>
                    <a:pt x="1373927" y="355312"/>
                    <a:pt x="1314173" y="359612"/>
                    <a:pt x="1254363" y="359132"/>
                  </a:cubicBezTo>
                  <a:cubicBezTo>
                    <a:pt x="1131872" y="359132"/>
                    <a:pt x="1002427" y="344464"/>
                    <a:pt x="877173" y="330557"/>
                  </a:cubicBezTo>
                  <a:cubicBezTo>
                    <a:pt x="754872" y="315508"/>
                    <a:pt x="638476" y="302363"/>
                    <a:pt x="530368" y="302363"/>
                  </a:cubicBezTo>
                  <a:close/>
                  <a:moveTo>
                    <a:pt x="1241981" y="2716761"/>
                  </a:moveTo>
                  <a:lnTo>
                    <a:pt x="1241981" y="2716761"/>
                  </a:lnTo>
                  <a:cubicBezTo>
                    <a:pt x="1229228" y="2716204"/>
                    <a:pt x="1216693" y="2713264"/>
                    <a:pt x="1205023" y="2708093"/>
                  </a:cubicBezTo>
                  <a:lnTo>
                    <a:pt x="1202071" y="2706854"/>
                  </a:lnTo>
                  <a:lnTo>
                    <a:pt x="1202071" y="2703521"/>
                  </a:lnTo>
                  <a:cubicBezTo>
                    <a:pt x="1202833" y="2654657"/>
                    <a:pt x="1210643" y="2581505"/>
                    <a:pt x="1216358" y="2528165"/>
                  </a:cubicBezTo>
                  <a:cubicBezTo>
                    <a:pt x="1239409" y="2312900"/>
                    <a:pt x="1271032" y="2018197"/>
                    <a:pt x="1127014" y="1740448"/>
                  </a:cubicBezTo>
                  <a:cubicBezTo>
                    <a:pt x="1015476" y="1525469"/>
                    <a:pt x="862600" y="1333349"/>
                    <a:pt x="727726" y="1163995"/>
                  </a:cubicBezTo>
                  <a:cubicBezTo>
                    <a:pt x="608663" y="1014452"/>
                    <a:pt x="496268" y="873197"/>
                    <a:pt x="448357" y="763945"/>
                  </a:cubicBezTo>
                  <a:cubicBezTo>
                    <a:pt x="430069" y="722225"/>
                    <a:pt x="425593" y="701461"/>
                    <a:pt x="431403" y="684602"/>
                  </a:cubicBezTo>
                  <a:lnTo>
                    <a:pt x="432260" y="682030"/>
                  </a:lnTo>
                  <a:lnTo>
                    <a:pt x="434927" y="681458"/>
                  </a:lnTo>
                  <a:cubicBezTo>
                    <a:pt x="466494" y="675670"/>
                    <a:pt x="498569" y="673117"/>
                    <a:pt x="530653" y="673838"/>
                  </a:cubicBezTo>
                  <a:cubicBezTo>
                    <a:pt x="617712" y="673838"/>
                    <a:pt x="723916" y="685840"/>
                    <a:pt x="836406" y="698603"/>
                  </a:cubicBezTo>
                  <a:cubicBezTo>
                    <a:pt x="965660" y="713272"/>
                    <a:pt x="1112060" y="729845"/>
                    <a:pt x="1255506" y="729845"/>
                  </a:cubicBezTo>
                  <a:cubicBezTo>
                    <a:pt x="1335000" y="730349"/>
                    <a:pt x="1414406" y="724488"/>
                    <a:pt x="1492964" y="712319"/>
                  </a:cubicBezTo>
                  <a:cubicBezTo>
                    <a:pt x="1725946" y="675077"/>
                    <a:pt x="1924066" y="601353"/>
                    <a:pt x="2098849" y="536297"/>
                  </a:cubicBezTo>
                  <a:cubicBezTo>
                    <a:pt x="2247630" y="481052"/>
                    <a:pt x="2388029" y="428760"/>
                    <a:pt x="2483374" y="428760"/>
                  </a:cubicBezTo>
                  <a:cubicBezTo>
                    <a:pt x="2526903" y="428760"/>
                    <a:pt x="2562050" y="440190"/>
                    <a:pt x="2604722" y="468098"/>
                  </a:cubicBezTo>
                  <a:lnTo>
                    <a:pt x="2625677" y="481814"/>
                  </a:lnTo>
                  <a:cubicBezTo>
                    <a:pt x="3086211" y="783281"/>
                    <a:pt x="3367484" y="986639"/>
                    <a:pt x="3390440" y="1271056"/>
                  </a:cubicBezTo>
                  <a:cubicBezTo>
                    <a:pt x="3394726" y="1324205"/>
                    <a:pt x="3326241" y="1446602"/>
                    <a:pt x="3259947" y="1564997"/>
                  </a:cubicBezTo>
                  <a:cubicBezTo>
                    <a:pt x="3162316" y="1739590"/>
                    <a:pt x="3051635" y="1937425"/>
                    <a:pt x="2978102" y="2200124"/>
                  </a:cubicBezTo>
                  <a:lnTo>
                    <a:pt x="2976864" y="2204601"/>
                  </a:lnTo>
                  <a:lnTo>
                    <a:pt x="2972387" y="2203458"/>
                  </a:lnTo>
                  <a:lnTo>
                    <a:pt x="2932573" y="2193933"/>
                  </a:lnTo>
                  <a:lnTo>
                    <a:pt x="2931525" y="2193933"/>
                  </a:lnTo>
                  <a:cubicBezTo>
                    <a:pt x="2783697" y="2157167"/>
                    <a:pt x="2616248" y="2115542"/>
                    <a:pt x="2451656" y="2115542"/>
                  </a:cubicBezTo>
                  <a:cubicBezTo>
                    <a:pt x="2333546" y="2115542"/>
                    <a:pt x="2230485" y="2136116"/>
                    <a:pt x="2136473" y="2178598"/>
                  </a:cubicBezTo>
                  <a:cubicBezTo>
                    <a:pt x="1933019" y="2270419"/>
                    <a:pt x="1762998" y="2394339"/>
                    <a:pt x="1613075" y="2503591"/>
                  </a:cubicBezTo>
                  <a:cubicBezTo>
                    <a:pt x="1489059" y="2593221"/>
                    <a:pt x="1319609" y="2716761"/>
                    <a:pt x="1241981" y="2716761"/>
                  </a:cubicBezTo>
                  <a:close/>
                  <a:moveTo>
                    <a:pt x="1211691" y="2700473"/>
                  </a:moveTo>
                  <a:cubicBezTo>
                    <a:pt x="1221307" y="2704505"/>
                    <a:pt x="1231563" y="2706795"/>
                    <a:pt x="1241981" y="2707236"/>
                  </a:cubicBezTo>
                  <a:cubicBezTo>
                    <a:pt x="1316847" y="2707236"/>
                    <a:pt x="1484773" y="2584744"/>
                    <a:pt x="1607455" y="2495399"/>
                  </a:cubicBezTo>
                  <a:cubicBezTo>
                    <a:pt x="1757855" y="2385767"/>
                    <a:pt x="1928352" y="2261561"/>
                    <a:pt x="2132663" y="2169358"/>
                  </a:cubicBezTo>
                  <a:cubicBezTo>
                    <a:pt x="2227913" y="2126306"/>
                    <a:pt x="2332688" y="2105446"/>
                    <a:pt x="2451751" y="2105446"/>
                  </a:cubicBezTo>
                  <a:cubicBezTo>
                    <a:pt x="2617486" y="2105446"/>
                    <a:pt x="2785126" y="2147261"/>
                    <a:pt x="2933906" y="2184122"/>
                  </a:cubicBezTo>
                  <a:lnTo>
                    <a:pt x="2934954" y="2184122"/>
                  </a:lnTo>
                  <a:lnTo>
                    <a:pt x="2970292" y="2192885"/>
                  </a:lnTo>
                  <a:cubicBezTo>
                    <a:pt x="3044111" y="1931233"/>
                    <a:pt x="3154410" y="1734161"/>
                    <a:pt x="3251756" y="1560044"/>
                  </a:cubicBezTo>
                  <a:cubicBezTo>
                    <a:pt x="3317288" y="1442887"/>
                    <a:pt x="3385106" y="1321919"/>
                    <a:pt x="3381010" y="1271532"/>
                  </a:cubicBezTo>
                  <a:cubicBezTo>
                    <a:pt x="3358436" y="991688"/>
                    <a:pt x="3078686" y="789377"/>
                    <a:pt x="2620534" y="489530"/>
                  </a:cubicBezTo>
                  <a:lnTo>
                    <a:pt x="2599579" y="475718"/>
                  </a:lnTo>
                  <a:cubicBezTo>
                    <a:pt x="2558621" y="448953"/>
                    <a:pt x="2524998" y="437618"/>
                    <a:pt x="2483469" y="437618"/>
                  </a:cubicBezTo>
                  <a:cubicBezTo>
                    <a:pt x="2389838" y="437618"/>
                    <a:pt x="2250202" y="489625"/>
                    <a:pt x="2102469" y="544584"/>
                  </a:cubicBezTo>
                  <a:cubicBezTo>
                    <a:pt x="1927209" y="609735"/>
                    <a:pt x="1728613" y="683649"/>
                    <a:pt x="1494679" y="721082"/>
                  </a:cubicBezTo>
                  <a:cubicBezTo>
                    <a:pt x="1415617" y="733329"/>
                    <a:pt x="1335700" y="739222"/>
                    <a:pt x="1255697" y="738704"/>
                  </a:cubicBezTo>
                  <a:cubicBezTo>
                    <a:pt x="1111583" y="738704"/>
                    <a:pt x="964993" y="722130"/>
                    <a:pt x="835549" y="707462"/>
                  </a:cubicBezTo>
                  <a:cubicBezTo>
                    <a:pt x="723249" y="694698"/>
                    <a:pt x="617236" y="682697"/>
                    <a:pt x="530749" y="682697"/>
                  </a:cubicBezTo>
                  <a:cubicBezTo>
                    <a:pt x="500248" y="682111"/>
                    <a:pt x="469759" y="684407"/>
                    <a:pt x="439690" y="689555"/>
                  </a:cubicBezTo>
                  <a:cubicBezTo>
                    <a:pt x="436737" y="701365"/>
                    <a:pt x="439118" y="718130"/>
                    <a:pt x="457216" y="759468"/>
                  </a:cubicBezTo>
                  <a:cubicBezTo>
                    <a:pt x="504841" y="867577"/>
                    <a:pt x="616664" y="1008356"/>
                    <a:pt x="735251" y="1157327"/>
                  </a:cubicBezTo>
                  <a:cubicBezTo>
                    <a:pt x="870410" y="1327158"/>
                    <a:pt x="1023572" y="1519277"/>
                    <a:pt x="1135301" y="1735399"/>
                  </a:cubicBezTo>
                  <a:cubicBezTo>
                    <a:pt x="1280557" y="2015720"/>
                    <a:pt x="1248839" y="2312043"/>
                    <a:pt x="1225693" y="2528451"/>
                  </a:cubicBezTo>
                  <a:cubicBezTo>
                    <a:pt x="1219978" y="2581220"/>
                    <a:pt x="1212453" y="2651991"/>
                    <a:pt x="1211405" y="2700473"/>
                  </a:cubicBezTo>
                  <a:close/>
                  <a:moveTo>
                    <a:pt x="1606407" y="2041343"/>
                  </a:moveTo>
                  <a:lnTo>
                    <a:pt x="1605550" y="2033627"/>
                  </a:lnTo>
                  <a:cubicBezTo>
                    <a:pt x="1587563" y="1870237"/>
                    <a:pt x="1540023" y="1711477"/>
                    <a:pt x="1465247" y="1565092"/>
                  </a:cubicBezTo>
                  <a:cubicBezTo>
                    <a:pt x="1393047" y="1425837"/>
                    <a:pt x="1300750" y="1283533"/>
                    <a:pt x="1174925" y="1117418"/>
                  </a:cubicBezTo>
                  <a:lnTo>
                    <a:pt x="1168924" y="1109512"/>
                  </a:lnTo>
                  <a:lnTo>
                    <a:pt x="1178449" y="1109512"/>
                  </a:lnTo>
                  <a:cubicBezTo>
                    <a:pt x="1303644" y="1114548"/>
                    <a:pt x="1429034" y="1107499"/>
                    <a:pt x="1552877" y="1088462"/>
                  </a:cubicBezTo>
                  <a:cubicBezTo>
                    <a:pt x="1823006" y="1045313"/>
                    <a:pt x="2049605" y="961017"/>
                    <a:pt x="2231533" y="893389"/>
                  </a:cubicBezTo>
                  <a:cubicBezTo>
                    <a:pt x="2296112" y="869387"/>
                    <a:pt x="2384504" y="836239"/>
                    <a:pt x="2443178" y="819856"/>
                  </a:cubicBezTo>
                  <a:lnTo>
                    <a:pt x="2445274" y="819285"/>
                  </a:lnTo>
                  <a:lnTo>
                    <a:pt x="2447083" y="820428"/>
                  </a:lnTo>
                  <a:cubicBezTo>
                    <a:pt x="2611390" y="928156"/>
                    <a:pt x="2917238" y="1128657"/>
                    <a:pt x="2992771" y="1254197"/>
                  </a:cubicBezTo>
                  <a:lnTo>
                    <a:pt x="2994199" y="1256482"/>
                  </a:lnTo>
                  <a:lnTo>
                    <a:pt x="2992961" y="1258864"/>
                  </a:lnTo>
                  <a:cubicBezTo>
                    <a:pt x="2972864" y="1297440"/>
                    <a:pt x="2946670" y="1344589"/>
                    <a:pt x="2927620" y="1378403"/>
                  </a:cubicBezTo>
                  <a:cubicBezTo>
                    <a:pt x="2866565" y="1487559"/>
                    <a:pt x="2797794" y="1610527"/>
                    <a:pt x="2733691" y="1756164"/>
                  </a:cubicBezTo>
                  <a:lnTo>
                    <a:pt x="2732167" y="1759593"/>
                  </a:lnTo>
                  <a:lnTo>
                    <a:pt x="2728547" y="1758926"/>
                  </a:lnTo>
                  <a:cubicBezTo>
                    <a:pt x="2637104" y="1742926"/>
                    <a:pt x="2544486" y="1734579"/>
                    <a:pt x="2451656" y="1733971"/>
                  </a:cubicBezTo>
                  <a:cubicBezTo>
                    <a:pt x="2278396" y="1733971"/>
                    <a:pt x="2123996" y="1765594"/>
                    <a:pt x="1979787" y="1830745"/>
                  </a:cubicBezTo>
                  <a:cubicBezTo>
                    <a:pt x="1851961" y="1889481"/>
                    <a:pt x="1729155" y="1958577"/>
                    <a:pt x="1612598" y="2037342"/>
                  </a:cubicBezTo>
                  <a:close/>
                  <a:moveTo>
                    <a:pt x="1188450" y="1119418"/>
                  </a:moveTo>
                  <a:cubicBezTo>
                    <a:pt x="1311608" y="1282772"/>
                    <a:pt x="1402381" y="1423170"/>
                    <a:pt x="1474200" y="1560711"/>
                  </a:cubicBezTo>
                  <a:cubicBezTo>
                    <a:pt x="1547955" y="1705875"/>
                    <a:pt x="1595117" y="1863074"/>
                    <a:pt x="1613456" y="2024864"/>
                  </a:cubicBezTo>
                  <a:cubicBezTo>
                    <a:pt x="1728461" y="1947653"/>
                    <a:pt x="1849503" y="1879838"/>
                    <a:pt x="1975406" y="1822077"/>
                  </a:cubicBezTo>
                  <a:cubicBezTo>
                    <a:pt x="2121043" y="1756355"/>
                    <a:pt x="2276586" y="1724446"/>
                    <a:pt x="2451656" y="1724446"/>
                  </a:cubicBezTo>
                  <a:cubicBezTo>
                    <a:pt x="2543836" y="1725002"/>
                    <a:pt x="2635813" y="1733190"/>
                    <a:pt x="2726642" y="1748925"/>
                  </a:cubicBezTo>
                  <a:cubicBezTo>
                    <a:pt x="2790460" y="1604336"/>
                    <a:pt x="2858754" y="1482225"/>
                    <a:pt x="2919142" y="1374497"/>
                  </a:cubicBezTo>
                  <a:cubicBezTo>
                    <a:pt x="2938192" y="1340398"/>
                    <a:pt x="2963624" y="1294868"/>
                    <a:pt x="2983436" y="1256864"/>
                  </a:cubicBezTo>
                  <a:cubicBezTo>
                    <a:pt x="2907236" y="1133515"/>
                    <a:pt x="2607008" y="936538"/>
                    <a:pt x="2443940" y="829572"/>
                  </a:cubicBezTo>
                  <a:cubicBezTo>
                    <a:pt x="2385647" y="846336"/>
                    <a:pt x="2298779" y="878626"/>
                    <a:pt x="2235057" y="902343"/>
                  </a:cubicBezTo>
                  <a:cubicBezTo>
                    <a:pt x="2052748" y="970161"/>
                    <a:pt x="1825482" y="1054743"/>
                    <a:pt x="1554686" y="1097987"/>
                  </a:cubicBezTo>
                  <a:cubicBezTo>
                    <a:pt x="1455714" y="1113393"/>
                    <a:pt x="1355669" y="1120878"/>
                    <a:pt x="1255506" y="1120370"/>
                  </a:cubicBezTo>
                  <a:cubicBezTo>
                    <a:pt x="1233503" y="1120370"/>
                    <a:pt x="1211024" y="1120085"/>
                    <a:pt x="1188164" y="1119418"/>
                  </a:cubicBezTo>
                  <a:close/>
                  <a:moveTo>
                    <a:pt x="1241981" y="2907261"/>
                  </a:moveTo>
                  <a:lnTo>
                    <a:pt x="1241981" y="2907261"/>
                  </a:lnTo>
                  <a:cubicBezTo>
                    <a:pt x="1181306" y="2907261"/>
                    <a:pt x="1120632" y="2886019"/>
                    <a:pt x="1051481" y="2840586"/>
                  </a:cubicBezTo>
                  <a:cubicBezTo>
                    <a:pt x="999284" y="2806486"/>
                    <a:pt x="1007570" y="2692186"/>
                    <a:pt x="1027287" y="2507972"/>
                  </a:cubicBezTo>
                  <a:cubicBezTo>
                    <a:pt x="1048909" y="2306138"/>
                    <a:pt x="1075769" y="2055058"/>
                    <a:pt x="958135" y="1828268"/>
                  </a:cubicBezTo>
                  <a:cubicBezTo>
                    <a:pt x="855170" y="1629672"/>
                    <a:pt x="714867" y="1453364"/>
                    <a:pt x="579040" y="1282772"/>
                  </a:cubicBezTo>
                  <a:cubicBezTo>
                    <a:pt x="451405" y="1122942"/>
                    <a:pt x="331486" y="972447"/>
                    <a:pt x="273669" y="840526"/>
                  </a:cubicBezTo>
                  <a:cubicBezTo>
                    <a:pt x="231664" y="744704"/>
                    <a:pt x="216519" y="660598"/>
                    <a:pt x="281956" y="561348"/>
                  </a:cubicBezTo>
                  <a:cubicBezTo>
                    <a:pt x="297291" y="538012"/>
                    <a:pt x="333105" y="483338"/>
                    <a:pt x="530368" y="483338"/>
                  </a:cubicBezTo>
                  <a:cubicBezTo>
                    <a:pt x="628189" y="483338"/>
                    <a:pt x="739918" y="495911"/>
                    <a:pt x="857551" y="509341"/>
                  </a:cubicBezTo>
                  <a:cubicBezTo>
                    <a:pt x="987949" y="524105"/>
                    <a:pt x="1122537" y="539345"/>
                    <a:pt x="1255315" y="539345"/>
                  </a:cubicBezTo>
                  <a:cubicBezTo>
                    <a:pt x="1324728" y="539830"/>
                    <a:pt x="1394069" y="534766"/>
                    <a:pt x="1462675" y="524201"/>
                  </a:cubicBezTo>
                  <a:cubicBezTo>
                    <a:pt x="1676987" y="489911"/>
                    <a:pt x="1857581" y="422759"/>
                    <a:pt x="2032270" y="357799"/>
                  </a:cubicBezTo>
                  <a:cubicBezTo>
                    <a:pt x="2197529" y="296363"/>
                    <a:pt x="2353548" y="238260"/>
                    <a:pt x="2483183" y="238260"/>
                  </a:cubicBezTo>
                  <a:cubicBezTo>
                    <a:pt x="2563765" y="238260"/>
                    <a:pt x="2635583" y="260644"/>
                    <a:pt x="2708831" y="308745"/>
                  </a:cubicBezTo>
                  <a:lnTo>
                    <a:pt x="2729786" y="322366"/>
                  </a:lnTo>
                  <a:cubicBezTo>
                    <a:pt x="3168888" y="609830"/>
                    <a:pt x="3547983" y="858052"/>
                    <a:pt x="3580082" y="1255816"/>
                  </a:cubicBezTo>
                  <a:cubicBezTo>
                    <a:pt x="3589036" y="1366687"/>
                    <a:pt x="3520646" y="1488988"/>
                    <a:pt x="3426063" y="1658152"/>
                  </a:cubicBezTo>
                  <a:cubicBezTo>
                    <a:pt x="3316907" y="1853129"/>
                    <a:pt x="3181175" y="2095826"/>
                    <a:pt x="3121930" y="2423962"/>
                  </a:cubicBezTo>
                  <a:lnTo>
                    <a:pt x="3121073" y="2428439"/>
                  </a:lnTo>
                  <a:lnTo>
                    <a:pt x="3116596" y="2427867"/>
                  </a:lnTo>
                  <a:cubicBezTo>
                    <a:pt x="3053350" y="2420152"/>
                    <a:pt x="2968006" y="2399292"/>
                    <a:pt x="2885329" y="2378337"/>
                  </a:cubicBezTo>
                  <a:cubicBezTo>
                    <a:pt x="2741501" y="2342523"/>
                    <a:pt x="2592721" y="2305566"/>
                    <a:pt x="2451465" y="2305566"/>
                  </a:cubicBezTo>
                  <a:cubicBezTo>
                    <a:pt x="2360978" y="2305566"/>
                    <a:pt x="2283444" y="2320711"/>
                    <a:pt x="2214674" y="2351762"/>
                  </a:cubicBezTo>
                  <a:cubicBezTo>
                    <a:pt x="2029127" y="2435487"/>
                    <a:pt x="1874536" y="2548168"/>
                    <a:pt x="1725089" y="2657134"/>
                  </a:cubicBezTo>
                  <a:cubicBezTo>
                    <a:pt x="1548400" y="2785721"/>
                    <a:pt x="1381712" y="2907261"/>
                    <a:pt x="1241981" y="2907261"/>
                  </a:cubicBezTo>
                  <a:close/>
                  <a:moveTo>
                    <a:pt x="530368" y="492863"/>
                  </a:moveTo>
                  <a:cubicBezTo>
                    <a:pt x="338248" y="492863"/>
                    <a:pt x="304339" y="544489"/>
                    <a:pt x="289957" y="566587"/>
                  </a:cubicBezTo>
                  <a:cubicBezTo>
                    <a:pt x="227282" y="661837"/>
                    <a:pt x="241570" y="743752"/>
                    <a:pt x="282337" y="836621"/>
                  </a:cubicBezTo>
                  <a:cubicBezTo>
                    <a:pt x="339487" y="967494"/>
                    <a:pt x="459311" y="1117608"/>
                    <a:pt x="585899" y="1276676"/>
                  </a:cubicBezTo>
                  <a:cubicBezTo>
                    <a:pt x="722011" y="1447649"/>
                    <a:pt x="862695" y="1624433"/>
                    <a:pt x="966041" y="1823791"/>
                  </a:cubicBezTo>
                  <a:cubicBezTo>
                    <a:pt x="1085009" y="2053154"/>
                    <a:pt x="1057957" y="2305757"/>
                    <a:pt x="1036145" y="2508830"/>
                  </a:cubicBezTo>
                  <a:cubicBezTo>
                    <a:pt x="1017095" y="2689805"/>
                    <a:pt x="1008523" y="2801437"/>
                    <a:pt x="1056052" y="2832680"/>
                  </a:cubicBezTo>
                  <a:cubicBezTo>
                    <a:pt x="1123966" y="2877066"/>
                    <a:pt x="1182926" y="2897831"/>
                    <a:pt x="1241695" y="2897831"/>
                  </a:cubicBezTo>
                  <a:lnTo>
                    <a:pt x="1241695" y="2897831"/>
                  </a:lnTo>
                  <a:cubicBezTo>
                    <a:pt x="1378569" y="2897831"/>
                    <a:pt x="1544114" y="2777149"/>
                    <a:pt x="1719373" y="2649419"/>
                  </a:cubicBezTo>
                  <a:cubicBezTo>
                    <a:pt x="1869297" y="2540167"/>
                    <a:pt x="2024173" y="2427200"/>
                    <a:pt x="2210768" y="2343095"/>
                  </a:cubicBezTo>
                  <a:cubicBezTo>
                    <a:pt x="2280777" y="2311376"/>
                    <a:pt x="2359549" y="2296041"/>
                    <a:pt x="2451465" y="2296041"/>
                  </a:cubicBezTo>
                  <a:cubicBezTo>
                    <a:pt x="2593864" y="2296041"/>
                    <a:pt x="2743216" y="2333189"/>
                    <a:pt x="2887615" y="2369098"/>
                  </a:cubicBezTo>
                  <a:cubicBezTo>
                    <a:pt x="2968101" y="2389100"/>
                    <a:pt x="3051159" y="2409770"/>
                    <a:pt x="3113357" y="2417866"/>
                  </a:cubicBezTo>
                  <a:cubicBezTo>
                    <a:pt x="3173270" y="2090396"/>
                    <a:pt x="3308715" y="1848271"/>
                    <a:pt x="3417681" y="1653580"/>
                  </a:cubicBezTo>
                  <a:cubicBezTo>
                    <a:pt x="3511502" y="1485749"/>
                    <a:pt x="3579606" y="1364591"/>
                    <a:pt x="3570653" y="1256578"/>
                  </a:cubicBezTo>
                  <a:cubicBezTo>
                    <a:pt x="3538934" y="863576"/>
                    <a:pt x="3161078" y="616498"/>
                    <a:pt x="2724642" y="330462"/>
                  </a:cubicBezTo>
                  <a:lnTo>
                    <a:pt x="2703687" y="316746"/>
                  </a:lnTo>
                  <a:cubicBezTo>
                    <a:pt x="2631869" y="269788"/>
                    <a:pt x="2561860" y="247880"/>
                    <a:pt x="2483183" y="247880"/>
                  </a:cubicBezTo>
                  <a:cubicBezTo>
                    <a:pt x="2355263" y="247880"/>
                    <a:pt x="2200005" y="305697"/>
                    <a:pt x="2035508" y="366847"/>
                  </a:cubicBezTo>
                  <a:cubicBezTo>
                    <a:pt x="1860439" y="431903"/>
                    <a:pt x="1679368" y="499245"/>
                    <a:pt x="1464008" y="533726"/>
                  </a:cubicBezTo>
                  <a:cubicBezTo>
                    <a:pt x="1394931" y="544373"/>
                    <a:pt x="1325111" y="549469"/>
                    <a:pt x="1255220" y="548966"/>
                  </a:cubicBezTo>
                  <a:cubicBezTo>
                    <a:pt x="1121870" y="548965"/>
                    <a:pt x="986996" y="533726"/>
                    <a:pt x="856599" y="518866"/>
                  </a:cubicBezTo>
                  <a:cubicBezTo>
                    <a:pt x="738775" y="505436"/>
                    <a:pt x="627618" y="492863"/>
                    <a:pt x="530368" y="492863"/>
                  </a:cubicBezTo>
                  <a:close/>
                  <a:moveTo>
                    <a:pt x="1419146" y="2407960"/>
                  </a:moveTo>
                  <a:lnTo>
                    <a:pt x="1419907" y="2397768"/>
                  </a:lnTo>
                  <a:cubicBezTo>
                    <a:pt x="1434290" y="2208316"/>
                    <a:pt x="1436957" y="1924947"/>
                    <a:pt x="1296082" y="1652723"/>
                  </a:cubicBezTo>
                  <a:cubicBezTo>
                    <a:pt x="1176068" y="1421360"/>
                    <a:pt x="1017095" y="1221621"/>
                    <a:pt x="876982" y="1045408"/>
                  </a:cubicBezTo>
                  <a:cubicBezTo>
                    <a:pt x="835358" y="993212"/>
                    <a:pt x="792686" y="939586"/>
                    <a:pt x="754491" y="889198"/>
                  </a:cubicBezTo>
                  <a:lnTo>
                    <a:pt x="747728" y="880340"/>
                  </a:lnTo>
                  <a:lnTo>
                    <a:pt x="758777" y="881579"/>
                  </a:lnTo>
                  <a:lnTo>
                    <a:pt x="813451" y="887674"/>
                  </a:lnTo>
                  <a:lnTo>
                    <a:pt x="814975" y="887674"/>
                  </a:lnTo>
                  <a:cubicBezTo>
                    <a:pt x="949277" y="902914"/>
                    <a:pt x="1101392" y="920155"/>
                    <a:pt x="1255697" y="920155"/>
                  </a:cubicBezTo>
                  <a:cubicBezTo>
                    <a:pt x="1345271" y="920680"/>
                    <a:pt x="1434743" y="914023"/>
                    <a:pt x="1523254" y="900247"/>
                  </a:cubicBezTo>
                  <a:cubicBezTo>
                    <a:pt x="1774904" y="859957"/>
                    <a:pt x="1982359" y="782804"/>
                    <a:pt x="2165524" y="714701"/>
                  </a:cubicBezTo>
                  <a:cubicBezTo>
                    <a:pt x="2273919" y="674314"/>
                    <a:pt x="2422699" y="619451"/>
                    <a:pt x="2483564" y="619451"/>
                  </a:cubicBezTo>
                  <a:lnTo>
                    <a:pt x="2486898" y="619927"/>
                  </a:lnTo>
                  <a:cubicBezTo>
                    <a:pt x="2491653" y="622101"/>
                    <a:pt x="2496210" y="624682"/>
                    <a:pt x="2500519" y="627642"/>
                  </a:cubicBezTo>
                  <a:lnTo>
                    <a:pt x="2521569" y="641358"/>
                  </a:lnTo>
                  <a:cubicBezTo>
                    <a:pt x="2867136" y="867672"/>
                    <a:pt x="3165459" y="1062935"/>
                    <a:pt x="3198416" y="1267817"/>
                  </a:cubicBezTo>
                  <a:lnTo>
                    <a:pt x="3198416" y="1268960"/>
                  </a:lnTo>
                  <a:lnTo>
                    <a:pt x="3198416" y="1270103"/>
                  </a:lnTo>
                  <a:cubicBezTo>
                    <a:pt x="3183747" y="1311918"/>
                    <a:pt x="3134027" y="1400786"/>
                    <a:pt x="3094117" y="1472129"/>
                  </a:cubicBezTo>
                  <a:cubicBezTo>
                    <a:pt x="3019822" y="1604907"/>
                    <a:pt x="2927429" y="1770166"/>
                    <a:pt x="2852182" y="1974001"/>
                  </a:cubicBezTo>
                  <a:lnTo>
                    <a:pt x="2850753" y="1977906"/>
                  </a:lnTo>
                  <a:lnTo>
                    <a:pt x="2846657" y="1976954"/>
                  </a:lnTo>
                  <a:cubicBezTo>
                    <a:pt x="2740358" y="1952570"/>
                    <a:pt x="2599007" y="1924661"/>
                    <a:pt x="2452037" y="1924661"/>
                  </a:cubicBezTo>
                  <a:cubicBezTo>
                    <a:pt x="2306304" y="1924661"/>
                    <a:pt x="2177621" y="1950760"/>
                    <a:pt x="2058464" y="2004576"/>
                  </a:cubicBezTo>
                  <a:cubicBezTo>
                    <a:pt x="1837198" y="2104493"/>
                    <a:pt x="1658414" y="2234510"/>
                    <a:pt x="1501346" y="2349191"/>
                  </a:cubicBezTo>
                  <a:cubicBezTo>
                    <a:pt x="1479629" y="2365002"/>
                    <a:pt x="1454483" y="2383385"/>
                    <a:pt x="1428004" y="2402245"/>
                  </a:cubicBezTo>
                  <a:close/>
                  <a:moveTo>
                    <a:pt x="768397" y="892247"/>
                  </a:moveTo>
                  <a:cubicBezTo>
                    <a:pt x="804783" y="939872"/>
                    <a:pt x="844597" y="990354"/>
                    <a:pt x="883745" y="1039122"/>
                  </a:cubicBezTo>
                  <a:cubicBezTo>
                    <a:pt x="1024525" y="1216001"/>
                    <a:pt x="1183878" y="1416122"/>
                    <a:pt x="1304274" y="1648722"/>
                  </a:cubicBezTo>
                  <a:cubicBezTo>
                    <a:pt x="1444006" y="1918280"/>
                    <a:pt x="1443910" y="2198220"/>
                    <a:pt x="1430194" y="2388720"/>
                  </a:cubicBezTo>
                  <a:cubicBezTo>
                    <a:pt x="1453531" y="2372051"/>
                    <a:pt x="1475724" y="2355858"/>
                    <a:pt x="1494964" y="2341856"/>
                  </a:cubicBezTo>
                  <a:cubicBezTo>
                    <a:pt x="1652889" y="2226699"/>
                    <a:pt x="1831769" y="2096397"/>
                    <a:pt x="2053987" y="1996099"/>
                  </a:cubicBezTo>
                  <a:cubicBezTo>
                    <a:pt x="2174383" y="1941711"/>
                    <a:pt x="2304399" y="1915327"/>
                    <a:pt x="2451465" y="1915327"/>
                  </a:cubicBezTo>
                  <a:cubicBezTo>
                    <a:pt x="2598531" y="1915327"/>
                    <a:pt x="2737406" y="1942092"/>
                    <a:pt x="2844181" y="1966571"/>
                  </a:cubicBezTo>
                  <a:cubicBezTo>
                    <a:pt x="2919333" y="1763879"/>
                    <a:pt x="3011249" y="1599573"/>
                    <a:pt x="3085258" y="1467366"/>
                  </a:cubicBezTo>
                  <a:cubicBezTo>
                    <a:pt x="3124597" y="1396881"/>
                    <a:pt x="3173555" y="1309441"/>
                    <a:pt x="3188509" y="1267913"/>
                  </a:cubicBezTo>
                  <a:cubicBezTo>
                    <a:pt x="3155172" y="1067888"/>
                    <a:pt x="2858945" y="873768"/>
                    <a:pt x="2516045" y="648788"/>
                  </a:cubicBezTo>
                  <a:lnTo>
                    <a:pt x="2494899" y="634976"/>
                  </a:lnTo>
                  <a:cubicBezTo>
                    <a:pt x="2491267" y="632514"/>
                    <a:pt x="2487481" y="630287"/>
                    <a:pt x="2483564" y="628309"/>
                  </a:cubicBezTo>
                  <a:lnTo>
                    <a:pt x="2483564" y="628309"/>
                  </a:lnTo>
                  <a:cubicBezTo>
                    <a:pt x="2424224" y="628309"/>
                    <a:pt x="2276586" y="683268"/>
                    <a:pt x="2168763" y="723559"/>
                  </a:cubicBezTo>
                  <a:cubicBezTo>
                    <a:pt x="1985312" y="791758"/>
                    <a:pt x="1777285" y="869196"/>
                    <a:pt x="1524778" y="909582"/>
                  </a:cubicBezTo>
                  <a:cubicBezTo>
                    <a:pt x="1435758" y="923388"/>
                    <a:pt x="1345779" y="930076"/>
                    <a:pt x="1255697" y="929585"/>
                  </a:cubicBezTo>
                  <a:cubicBezTo>
                    <a:pt x="1100820" y="929585"/>
                    <a:pt x="948420" y="912344"/>
                    <a:pt x="814022" y="897104"/>
                  </a:cubicBezTo>
                  <a:lnTo>
                    <a:pt x="812308" y="897104"/>
                  </a:lnTo>
                  <a:close/>
                  <a:moveTo>
                    <a:pt x="1739090" y="1737781"/>
                  </a:moveTo>
                  <a:lnTo>
                    <a:pt x="1737281" y="1732542"/>
                  </a:lnTo>
                  <a:cubicBezTo>
                    <a:pt x="1710775" y="1644601"/>
                    <a:pt x="1676178" y="1559306"/>
                    <a:pt x="1633934" y="1477748"/>
                  </a:cubicBezTo>
                  <a:cubicBezTo>
                    <a:pt x="1602502" y="1416979"/>
                    <a:pt x="1566688" y="1354495"/>
                    <a:pt x="1527540" y="1291820"/>
                  </a:cubicBezTo>
                  <a:lnTo>
                    <a:pt x="1523635" y="1285534"/>
                  </a:lnTo>
                  <a:lnTo>
                    <a:pt x="1530969" y="1284581"/>
                  </a:lnTo>
                  <a:cubicBezTo>
                    <a:pt x="1548400" y="1282295"/>
                    <a:pt x="1565926" y="1279819"/>
                    <a:pt x="1582976" y="1277057"/>
                  </a:cubicBezTo>
                  <a:cubicBezTo>
                    <a:pt x="1871869" y="1230860"/>
                    <a:pt x="2107994" y="1142945"/>
                    <a:pt x="2297350" y="1072364"/>
                  </a:cubicBezTo>
                  <a:cubicBezTo>
                    <a:pt x="2324783" y="1062173"/>
                    <a:pt x="2370598" y="1045123"/>
                    <a:pt x="2414413" y="1029788"/>
                  </a:cubicBezTo>
                  <a:lnTo>
                    <a:pt x="2416604" y="1029026"/>
                  </a:lnTo>
                  <a:lnTo>
                    <a:pt x="2418604" y="1030359"/>
                  </a:lnTo>
                  <a:cubicBezTo>
                    <a:pt x="2505091" y="1087509"/>
                    <a:pt x="2604151" y="1154184"/>
                    <a:pt x="2683399" y="1215906"/>
                  </a:cubicBezTo>
                  <a:cubicBezTo>
                    <a:pt x="2712545" y="1238480"/>
                    <a:pt x="2738263" y="1259912"/>
                    <a:pt x="2760075" y="1279628"/>
                  </a:cubicBezTo>
                  <a:lnTo>
                    <a:pt x="2762837" y="1282105"/>
                  </a:lnTo>
                  <a:lnTo>
                    <a:pt x="2760551" y="1286296"/>
                  </a:lnTo>
                  <a:cubicBezTo>
                    <a:pt x="2720165" y="1358495"/>
                    <a:pt x="2670159" y="1448221"/>
                    <a:pt x="2620248" y="1549376"/>
                  </a:cubicBezTo>
                  <a:lnTo>
                    <a:pt x="2618819" y="1552329"/>
                  </a:lnTo>
                  <a:lnTo>
                    <a:pt x="2615486" y="1552329"/>
                  </a:lnTo>
                  <a:cubicBezTo>
                    <a:pt x="2559383" y="1546900"/>
                    <a:pt x="2504043" y="1544138"/>
                    <a:pt x="2450989" y="1544138"/>
                  </a:cubicBezTo>
                  <a:cubicBezTo>
                    <a:pt x="2250107" y="1544138"/>
                    <a:pt x="2069989" y="1581285"/>
                    <a:pt x="1900634" y="1657866"/>
                  </a:cubicBezTo>
                  <a:cubicBezTo>
                    <a:pt x="1848723" y="1681298"/>
                    <a:pt x="1795859" y="1707396"/>
                    <a:pt x="1743757" y="1735590"/>
                  </a:cubicBezTo>
                  <a:close/>
                  <a:moveTo>
                    <a:pt x="1539637" y="1292678"/>
                  </a:moveTo>
                  <a:cubicBezTo>
                    <a:pt x="1577737" y="1353447"/>
                    <a:pt x="1611931" y="1414026"/>
                    <a:pt x="1642507" y="1472986"/>
                  </a:cubicBezTo>
                  <a:cubicBezTo>
                    <a:pt x="1684082" y="1553336"/>
                    <a:pt x="1718320" y="1637274"/>
                    <a:pt x="1744805" y="1723779"/>
                  </a:cubicBezTo>
                  <a:cubicBezTo>
                    <a:pt x="1795573" y="1696538"/>
                    <a:pt x="1846723" y="1671201"/>
                    <a:pt x="1897205" y="1648436"/>
                  </a:cubicBezTo>
                  <a:cubicBezTo>
                    <a:pt x="2067893" y="1571379"/>
                    <a:pt x="2249154" y="1534136"/>
                    <a:pt x="2451465" y="1534136"/>
                  </a:cubicBezTo>
                  <a:cubicBezTo>
                    <a:pt x="2503757" y="1534136"/>
                    <a:pt x="2558240" y="1536803"/>
                    <a:pt x="2613390" y="1542042"/>
                  </a:cubicBezTo>
                  <a:cubicBezTo>
                    <a:pt x="2662444" y="1442601"/>
                    <a:pt x="2711498" y="1354876"/>
                    <a:pt x="2751122" y="1284010"/>
                  </a:cubicBezTo>
                  <a:cubicBezTo>
                    <a:pt x="2730166" y="1264960"/>
                    <a:pt x="2705497" y="1244672"/>
                    <a:pt x="2677874" y="1223240"/>
                  </a:cubicBezTo>
                  <a:cubicBezTo>
                    <a:pt x="2599483" y="1162280"/>
                    <a:pt x="2501471" y="1096177"/>
                    <a:pt x="2415651" y="1039408"/>
                  </a:cubicBezTo>
                  <a:cubicBezTo>
                    <a:pt x="2372503" y="1054553"/>
                    <a:pt x="2327926" y="1071126"/>
                    <a:pt x="2301351" y="1081127"/>
                  </a:cubicBezTo>
                  <a:cubicBezTo>
                    <a:pt x="2110851" y="1151898"/>
                    <a:pt x="1874440" y="1239909"/>
                    <a:pt x="1584690" y="1286296"/>
                  </a:cubicBezTo>
                  <a:cubicBezTo>
                    <a:pt x="1569831" y="1288391"/>
                    <a:pt x="1554686" y="1290677"/>
                    <a:pt x="1539637" y="1292678"/>
                  </a:cubicBezTo>
                  <a:close/>
                  <a:moveTo>
                    <a:pt x="1241981" y="3002511"/>
                  </a:moveTo>
                  <a:lnTo>
                    <a:pt x="1241981" y="3002511"/>
                  </a:lnTo>
                  <a:cubicBezTo>
                    <a:pt x="1163018" y="3002511"/>
                    <a:pt x="1083485" y="2975555"/>
                    <a:pt x="998998" y="2920214"/>
                  </a:cubicBezTo>
                  <a:cubicBezTo>
                    <a:pt x="899461" y="2855063"/>
                    <a:pt x="908796" y="2717237"/>
                    <a:pt x="932323" y="2497685"/>
                  </a:cubicBezTo>
                  <a:cubicBezTo>
                    <a:pt x="952611" y="2308614"/>
                    <a:pt x="977852" y="2073347"/>
                    <a:pt x="873458" y="1871988"/>
                  </a:cubicBezTo>
                  <a:cubicBezTo>
                    <a:pt x="774684" y="1681488"/>
                    <a:pt x="637238" y="1508990"/>
                    <a:pt x="504269" y="1341922"/>
                  </a:cubicBezTo>
                  <a:cubicBezTo>
                    <a:pt x="216138" y="979972"/>
                    <a:pt x="47069" y="746133"/>
                    <a:pt x="202612" y="509246"/>
                  </a:cubicBezTo>
                  <a:cubicBezTo>
                    <a:pt x="272526" y="402471"/>
                    <a:pt x="407781" y="388088"/>
                    <a:pt x="530749" y="388088"/>
                  </a:cubicBezTo>
                  <a:cubicBezTo>
                    <a:pt x="634000" y="388088"/>
                    <a:pt x="748109" y="401042"/>
                    <a:pt x="868791" y="414663"/>
                  </a:cubicBezTo>
                  <a:cubicBezTo>
                    <a:pt x="996426" y="429141"/>
                    <a:pt x="1128347" y="444095"/>
                    <a:pt x="1255697" y="444095"/>
                  </a:cubicBezTo>
                  <a:cubicBezTo>
                    <a:pt x="1320067" y="444559"/>
                    <a:pt x="1384372" y="439909"/>
                    <a:pt x="1448006" y="430189"/>
                  </a:cubicBezTo>
                  <a:cubicBezTo>
                    <a:pt x="1652984" y="397423"/>
                    <a:pt x="1829006" y="331891"/>
                    <a:pt x="1999408" y="268264"/>
                  </a:cubicBezTo>
                  <a:cubicBezTo>
                    <a:pt x="2172954" y="203684"/>
                    <a:pt x="2336784" y="142724"/>
                    <a:pt x="2483564" y="142724"/>
                  </a:cubicBezTo>
                  <a:cubicBezTo>
                    <a:pt x="2582676" y="142818"/>
                    <a:pt x="2679474" y="172683"/>
                    <a:pt x="2761409" y="228449"/>
                  </a:cubicBezTo>
                  <a:lnTo>
                    <a:pt x="2782364" y="242165"/>
                  </a:lnTo>
                  <a:cubicBezTo>
                    <a:pt x="3011630" y="392279"/>
                    <a:pt x="3228229" y="534011"/>
                    <a:pt x="3392725" y="697365"/>
                  </a:cubicBezTo>
                  <a:cubicBezTo>
                    <a:pt x="3569509" y="872815"/>
                    <a:pt x="3659425" y="1047599"/>
                    <a:pt x="3675428" y="1247529"/>
                  </a:cubicBezTo>
                  <a:cubicBezTo>
                    <a:pt x="3686762" y="1387261"/>
                    <a:pt x="3612372" y="1520135"/>
                    <a:pt x="3509502" y="1703967"/>
                  </a:cubicBezTo>
                  <a:cubicBezTo>
                    <a:pt x="3389297" y="1918851"/>
                    <a:pt x="3253089" y="2162405"/>
                    <a:pt x="3204702" y="2511878"/>
                  </a:cubicBezTo>
                  <a:cubicBezTo>
                    <a:pt x="3204702" y="2514545"/>
                    <a:pt x="3203940" y="2516545"/>
                    <a:pt x="3203654" y="2518259"/>
                  </a:cubicBezTo>
                  <a:lnTo>
                    <a:pt x="3202988" y="2521212"/>
                  </a:lnTo>
                  <a:lnTo>
                    <a:pt x="3200130" y="2521879"/>
                  </a:lnTo>
                  <a:cubicBezTo>
                    <a:pt x="3187317" y="2524734"/>
                    <a:pt x="3174199" y="2525982"/>
                    <a:pt x="3161077" y="2525594"/>
                  </a:cubicBezTo>
                  <a:cubicBezTo>
                    <a:pt x="3085925" y="2525594"/>
                    <a:pt x="2977626" y="2498638"/>
                    <a:pt x="2862945" y="2470158"/>
                  </a:cubicBezTo>
                  <a:cubicBezTo>
                    <a:pt x="2724547" y="2435678"/>
                    <a:pt x="2581577" y="2400149"/>
                    <a:pt x="2451941" y="2400149"/>
                  </a:cubicBezTo>
                  <a:cubicBezTo>
                    <a:pt x="2375265" y="2400149"/>
                    <a:pt x="2310590" y="2412532"/>
                    <a:pt x="2254298" y="2438249"/>
                  </a:cubicBezTo>
                  <a:cubicBezTo>
                    <a:pt x="2077799" y="2517974"/>
                    <a:pt x="1927304" y="2627702"/>
                    <a:pt x="1781667" y="2733525"/>
                  </a:cubicBezTo>
                  <a:cubicBezTo>
                    <a:pt x="1591643" y="2872113"/>
                    <a:pt x="1412668" y="3002511"/>
                    <a:pt x="1241981" y="3002511"/>
                  </a:cubicBezTo>
                  <a:close/>
                  <a:moveTo>
                    <a:pt x="530368" y="397613"/>
                  </a:moveTo>
                  <a:cubicBezTo>
                    <a:pt x="409876" y="397613"/>
                    <a:pt x="277669" y="411520"/>
                    <a:pt x="210232" y="514390"/>
                  </a:cubicBezTo>
                  <a:cubicBezTo>
                    <a:pt x="58690" y="745943"/>
                    <a:pt x="225949" y="977400"/>
                    <a:pt x="511318" y="1336016"/>
                  </a:cubicBezTo>
                  <a:cubicBezTo>
                    <a:pt x="644668" y="1503371"/>
                    <a:pt x="782399" y="1676440"/>
                    <a:pt x="881459" y="1867607"/>
                  </a:cubicBezTo>
                  <a:cubicBezTo>
                    <a:pt x="987187" y="2071537"/>
                    <a:pt x="961850" y="2308424"/>
                    <a:pt x="941467" y="2498733"/>
                  </a:cubicBezTo>
                  <a:cubicBezTo>
                    <a:pt x="918130" y="2714569"/>
                    <a:pt x="908605" y="2850111"/>
                    <a:pt x="1003855" y="2912213"/>
                  </a:cubicBezTo>
                  <a:cubicBezTo>
                    <a:pt x="1086818" y="2966601"/>
                    <a:pt x="1164638" y="2992986"/>
                    <a:pt x="1241981" y="2992986"/>
                  </a:cubicBezTo>
                  <a:lnTo>
                    <a:pt x="1241981" y="2992986"/>
                  </a:lnTo>
                  <a:cubicBezTo>
                    <a:pt x="1409906" y="2992986"/>
                    <a:pt x="1587643" y="2863445"/>
                    <a:pt x="1775381" y="2726286"/>
                  </a:cubicBezTo>
                  <a:cubicBezTo>
                    <a:pt x="1921494" y="2619891"/>
                    <a:pt x="2072465" y="2509877"/>
                    <a:pt x="2249821" y="2429772"/>
                  </a:cubicBezTo>
                  <a:cubicBezTo>
                    <a:pt x="2306971" y="2403769"/>
                    <a:pt x="2373646" y="2391196"/>
                    <a:pt x="2451370" y="2391196"/>
                  </a:cubicBezTo>
                  <a:cubicBezTo>
                    <a:pt x="2582148" y="2391196"/>
                    <a:pt x="2725690" y="2426915"/>
                    <a:pt x="2864564" y="2461395"/>
                  </a:cubicBezTo>
                  <a:cubicBezTo>
                    <a:pt x="2978864" y="2489970"/>
                    <a:pt x="3086592" y="2516640"/>
                    <a:pt x="3160506" y="2516640"/>
                  </a:cubicBezTo>
                  <a:cubicBezTo>
                    <a:pt x="3171944" y="2516727"/>
                    <a:pt x="3183364" y="2515706"/>
                    <a:pt x="3194606" y="2513592"/>
                  </a:cubicBezTo>
                  <a:cubicBezTo>
                    <a:pt x="3194606" y="2512735"/>
                    <a:pt x="3194606" y="2511782"/>
                    <a:pt x="3194606" y="2510830"/>
                  </a:cubicBezTo>
                  <a:cubicBezTo>
                    <a:pt x="3243278" y="2159548"/>
                    <a:pt x="3380057" y="1915136"/>
                    <a:pt x="3500644" y="1699490"/>
                  </a:cubicBezTo>
                  <a:cubicBezTo>
                    <a:pt x="3602657" y="1517087"/>
                    <a:pt x="3676380" y="1385165"/>
                    <a:pt x="3665331" y="1248482"/>
                  </a:cubicBezTo>
                  <a:cubicBezTo>
                    <a:pt x="3649424" y="1050933"/>
                    <a:pt x="3560556" y="878054"/>
                    <a:pt x="3385391" y="704318"/>
                  </a:cubicBezTo>
                  <a:cubicBezTo>
                    <a:pt x="3221657" y="541631"/>
                    <a:pt x="3005439" y="400185"/>
                    <a:pt x="2776553" y="250357"/>
                  </a:cubicBezTo>
                  <a:lnTo>
                    <a:pt x="2755598" y="236641"/>
                  </a:lnTo>
                  <a:cubicBezTo>
                    <a:pt x="2675270" y="181755"/>
                    <a:pt x="2580282" y="152316"/>
                    <a:pt x="2482993" y="152154"/>
                  </a:cubicBezTo>
                  <a:cubicBezTo>
                    <a:pt x="2337927" y="152154"/>
                    <a:pt x="2174859" y="212828"/>
                    <a:pt x="2002171" y="277027"/>
                  </a:cubicBezTo>
                  <a:cubicBezTo>
                    <a:pt x="1831483" y="340558"/>
                    <a:pt x="1654889" y="406281"/>
                    <a:pt x="1448864" y="438952"/>
                  </a:cubicBezTo>
                  <a:cubicBezTo>
                    <a:pt x="1384758" y="448754"/>
                    <a:pt x="1319974" y="453436"/>
                    <a:pt x="1255125" y="452954"/>
                  </a:cubicBezTo>
                  <a:cubicBezTo>
                    <a:pt x="1127204" y="452954"/>
                    <a:pt x="995092" y="437999"/>
                    <a:pt x="867267" y="423521"/>
                  </a:cubicBezTo>
                  <a:cubicBezTo>
                    <a:pt x="746680" y="410472"/>
                    <a:pt x="633047" y="397613"/>
                    <a:pt x="530368" y="397613"/>
                  </a:cubicBezTo>
                  <a:close/>
                  <a:moveTo>
                    <a:pt x="1304941" y="2595412"/>
                  </a:moveTo>
                  <a:lnTo>
                    <a:pt x="1305798" y="2586363"/>
                  </a:lnTo>
                  <a:cubicBezTo>
                    <a:pt x="1307608" y="2568075"/>
                    <a:pt x="1309418" y="2551597"/>
                    <a:pt x="1310751" y="2539214"/>
                  </a:cubicBezTo>
                  <a:lnTo>
                    <a:pt x="1310751" y="2538262"/>
                  </a:lnTo>
                  <a:cubicBezTo>
                    <a:pt x="1333706" y="2323854"/>
                    <a:pt x="1368377" y="1999814"/>
                    <a:pt x="1211215" y="1696633"/>
                  </a:cubicBezTo>
                  <a:cubicBezTo>
                    <a:pt x="1095391" y="1473367"/>
                    <a:pt x="939467" y="1277533"/>
                    <a:pt x="801640" y="1104654"/>
                  </a:cubicBezTo>
                  <a:cubicBezTo>
                    <a:pt x="743442" y="1031597"/>
                    <a:pt x="622570" y="879769"/>
                    <a:pt x="561514" y="776899"/>
                  </a:cubicBezTo>
                  <a:lnTo>
                    <a:pt x="557133" y="769469"/>
                  </a:lnTo>
                  <a:lnTo>
                    <a:pt x="565801" y="769469"/>
                  </a:lnTo>
                  <a:cubicBezTo>
                    <a:pt x="640953" y="772136"/>
                    <a:pt x="730297" y="782233"/>
                    <a:pt x="824785" y="792901"/>
                  </a:cubicBezTo>
                  <a:cubicBezTo>
                    <a:pt x="956802" y="807950"/>
                    <a:pt x="1106059" y="824810"/>
                    <a:pt x="1254935" y="824810"/>
                  </a:cubicBezTo>
                  <a:cubicBezTo>
                    <a:pt x="1339476" y="825186"/>
                    <a:pt x="1423914" y="818816"/>
                    <a:pt x="1507442" y="805760"/>
                  </a:cubicBezTo>
                  <a:cubicBezTo>
                    <a:pt x="1749758" y="766993"/>
                    <a:pt x="1952546" y="691460"/>
                    <a:pt x="2131520" y="624785"/>
                  </a:cubicBezTo>
                  <a:cubicBezTo>
                    <a:pt x="2265728" y="574778"/>
                    <a:pt x="2404507" y="523153"/>
                    <a:pt x="2482802" y="523153"/>
                  </a:cubicBezTo>
                  <a:cubicBezTo>
                    <a:pt x="2499471" y="523153"/>
                    <a:pt x="2518521" y="524963"/>
                    <a:pt x="2551954" y="546870"/>
                  </a:cubicBezTo>
                  <a:lnTo>
                    <a:pt x="2572909" y="560586"/>
                  </a:lnTo>
                  <a:cubicBezTo>
                    <a:pt x="2785602" y="699841"/>
                    <a:pt x="2986389" y="831382"/>
                    <a:pt x="3123549" y="967399"/>
                  </a:cubicBezTo>
                  <a:cubicBezTo>
                    <a:pt x="3262805" y="1105702"/>
                    <a:pt x="3288141" y="1200380"/>
                    <a:pt x="3294999" y="1274771"/>
                  </a:cubicBezTo>
                  <a:lnTo>
                    <a:pt x="3294999" y="1275818"/>
                  </a:lnTo>
                  <a:cubicBezTo>
                    <a:pt x="3289284" y="1316299"/>
                    <a:pt x="3224228" y="1432695"/>
                    <a:pt x="3176699" y="1517658"/>
                  </a:cubicBezTo>
                  <a:cubicBezTo>
                    <a:pt x="3088021" y="1676059"/>
                    <a:pt x="2987723" y="1855415"/>
                    <a:pt x="2912761" y="2085253"/>
                  </a:cubicBezTo>
                  <a:lnTo>
                    <a:pt x="2911427" y="2089444"/>
                  </a:lnTo>
                  <a:lnTo>
                    <a:pt x="2907141" y="2088396"/>
                  </a:lnTo>
                  <a:cubicBezTo>
                    <a:pt x="2770267" y="2054773"/>
                    <a:pt x="2611009" y="2018864"/>
                    <a:pt x="2451465" y="2018864"/>
                  </a:cubicBezTo>
                  <a:cubicBezTo>
                    <a:pt x="2319544" y="2018864"/>
                    <a:pt x="2203815" y="2042200"/>
                    <a:pt x="2097135" y="2090301"/>
                  </a:cubicBezTo>
                  <a:cubicBezTo>
                    <a:pt x="1884728" y="2186218"/>
                    <a:pt x="1710610" y="2313091"/>
                    <a:pt x="1556877" y="2425105"/>
                  </a:cubicBezTo>
                  <a:cubicBezTo>
                    <a:pt x="1489154" y="2474445"/>
                    <a:pt x="1387046" y="2548930"/>
                    <a:pt x="1312847" y="2590078"/>
                  </a:cubicBezTo>
                  <a:close/>
                  <a:moveTo>
                    <a:pt x="574659" y="780042"/>
                  </a:moveTo>
                  <a:cubicBezTo>
                    <a:pt x="636667" y="882150"/>
                    <a:pt x="752872" y="1028168"/>
                    <a:pt x="809450" y="1099225"/>
                  </a:cubicBezTo>
                  <a:cubicBezTo>
                    <a:pt x="947277" y="1272294"/>
                    <a:pt x="1103487" y="1468604"/>
                    <a:pt x="1219692" y="1692728"/>
                  </a:cubicBezTo>
                  <a:cubicBezTo>
                    <a:pt x="1378283" y="1998480"/>
                    <a:pt x="1343517" y="2324235"/>
                    <a:pt x="1320276" y="2539786"/>
                  </a:cubicBezTo>
                  <a:lnTo>
                    <a:pt x="1320276" y="2540738"/>
                  </a:lnTo>
                  <a:cubicBezTo>
                    <a:pt x="1319228" y="2550930"/>
                    <a:pt x="1317800" y="2564075"/>
                    <a:pt x="1316276" y="2578838"/>
                  </a:cubicBezTo>
                  <a:cubicBezTo>
                    <a:pt x="1389237" y="2537119"/>
                    <a:pt x="1486297" y="2466348"/>
                    <a:pt x="1551257" y="2419009"/>
                  </a:cubicBezTo>
                  <a:cubicBezTo>
                    <a:pt x="1705467" y="2306709"/>
                    <a:pt x="1880060" y="2179455"/>
                    <a:pt x="2093230" y="2083157"/>
                  </a:cubicBezTo>
                  <a:cubicBezTo>
                    <a:pt x="2201053" y="2034485"/>
                    <a:pt x="2318306" y="2010863"/>
                    <a:pt x="2451560" y="2010863"/>
                  </a:cubicBezTo>
                  <a:cubicBezTo>
                    <a:pt x="2610437" y="2010863"/>
                    <a:pt x="2768838" y="2046105"/>
                    <a:pt x="2905236" y="2079633"/>
                  </a:cubicBezTo>
                  <a:cubicBezTo>
                    <a:pt x="2980293" y="1851033"/>
                    <a:pt x="3080115" y="1672344"/>
                    <a:pt x="3168316" y="1514705"/>
                  </a:cubicBezTo>
                  <a:cubicBezTo>
                    <a:pt x="3215370" y="1430599"/>
                    <a:pt x="3279664" y="1315728"/>
                    <a:pt x="3285569" y="1276580"/>
                  </a:cubicBezTo>
                  <a:cubicBezTo>
                    <a:pt x="3279188" y="1203905"/>
                    <a:pt x="3254041" y="1111417"/>
                    <a:pt x="3117263" y="975686"/>
                  </a:cubicBezTo>
                  <a:cubicBezTo>
                    <a:pt x="2980483" y="839954"/>
                    <a:pt x="2780363" y="708986"/>
                    <a:pt x="2568146" y="570111"/>
                  </a:cubicBezTo>
                  <a:lnTo>
                    <a:pt x="2547191" y="556395"/>
                  </a:lnTo>
                  <a:cubicBezTo>
                    <a:pt x="2515949" y="535916"/>
                    <a:pt x="2498423" y="534202"/>
                    <a:pt x="2483279" y="534202"/>
                  </a:cubicBezTo>
                  <a:cubicBezTo>
                    <a:pt x="2407079" y="534202"/>
                    <a:pt x="2268775" y="585541"/>
                    <a:pt x="2135330" y="635167"/>
                  </a:cubicBezTo>
                  <a:cubicBezTo>
                    <a:pt x="1955879" y="701842"/>
                    <a:pt x="1752616" y="777565"/>
                    <a:pt x="1509443" y="816142"/>
                  </a:cubicBezTo>
                  <a:cubicBezTo>
                    <a:pt x="1425413" y="829293"/>
                    <a:pt x="1340462" y="835664"/>
                    <a:pt x="1255411" y="835192"/>
                  </a:cubicBezTo>
                  <a:cubicBezTo>
                    <a:pt x="1105964" y="835192"/>
                    <a:pt x="956516" y="818237"/>
                    <a:pt x="824595" y="803283"/>
                  </a:cubicBezTo>
                  <a:cubicBezTo>
                    <a:pt x="733441" y="792424"/>
                    <a:pt x="647621" y="782709"/>
                    <a:pt x="574659" y="780042"/>
                  </a:cubicBezTo>
                  <a:close/>
                  <a:moveTo>
                    <a:pt x="1677559" y="1882942"/>
                  </a:moveTo>
                  <a:lnTo>
                    <a:pt x="1676130" y="1876465"/>
                  </a:lnTo>
                  <a:cubicBezTo>
                    <a:pt x="1649981" y="1752918"/>
                    <a:pt x="1607407" y="1633429"/>
                    <a:pt x="1549543" y="1521182"/>
                  </a:cubicBezTo>
                  <a:cubicBezTo>
                    <a:pt x="1493205" y="1413843"/>
                    <a:pt x="1430052" y="1310222"/>
                    <a:pt x="1360472" y="1210953"/>
                  </a:cubicBezTo>
                  <a:lnTo>
                    <a:pt x="1355614" y="1203905"/>
                  </a:lnTo>
                  <a:lnTo>
                    <a:pt x="1364186" y="1203905"/>
                  </a:lnTo>
                  <a:cubicBezTo>
                    <a:pt x="1432470" y="1200740"/>
                    <a:pt x="1500522" y="1193744"/>
                    <a:pt x="1568021" y="1182949"/>
                  </a:cubicBezTo>
                  <a:cubicBezTo>
                    <a:pt x="1847580" y="1138277"/>
                    <a:pt x="2078847" y="1052266"/>
                    <a:pt x="2264680" y="982924"/>
                  </a:cubicBezTo>
                  <a:cubicBezTo>
                    <a:pt x="2311638" y="965494"/>
                    <a:pt x="2375932" y="941491"/>
                    <a:pt x="2428319" y="924346"/>
                  </a:cubicBezTo>
                  <a:lnTo>
                    <a:pt x="2430415" y="923584"/>
                  </a:lnTo>
                  <a:lnTo>
                    <a:pt x="2432415" y="924917"/>
                  </a:lnTo>
                  <a:cubicBezTo>
                    <a:pt x="2592245" y="1029692"/>
                    <a:pt x="2756265" y="1140754"/>
                    <a:pt x="2855516" y="1239242"/>
                  </a:cubicBezTo>
                  <a:cubicBezTo>
                    <a:pt x="2863898" y="1247624"/>
                    <a:pt x="2871803" y="1255816"/>
                    <a:pt x="2878947" y="1263722"/>
                  </a:cubicBezTo>
                  <a:lnTo>
                    <a:pt x="2881233" y="1266198"/>
                  </a:lnTo>
                  <a:lnTo>
                    <a:pt x="2879614" y="1269246"/>
                  </a:lnTo>
                  <a:cubicBezTo>
                    <a:pt x="2866374" y="1293344"/>
                    <a:pt x="2853420" y="1316871"/>
                    <a:pt x="2844181" y="1332968"/>
                  </a:cubicBezTo>
                  <a:cubicBezTo>
                    <a:pt x="2792365" y="1425647"/>
                    <a:pt x="2733596" y="1530612"/>
                    <a:pt x="2676731" y="1651865"/>
                  </a:cubicBezTo>
                  <a:lnTo>
                    <a:pt x="2675207" y="1655008"/>
                  </a:lnTo>
                  <a:lnTo>
                    <a:pt x="2671778" y="1654532"/>
                  </a:lnTo>
                  <a:cubicBezTo>
                    <a:pt x="2598761" y="1644560"/>
                    <a:pt x="2525160" y="1639468"/>
                    <a:pt x="2451465" y="1639292"/>
                  </a:cubicBezTo>
                  <a:cubicBezTo>
                    <a:pt x="2264394" y="1639292"/>
                    <a:pt x="2097135" y="1673678"/>
                    <a:pt x="1940354" y="1744544"/>
                  </a:cubicBezTo>
                  <a:cubicBezTo>
                    <a:pt x="1852023" y="1784597"/>
                    <a:pt x="1766147" y="1829857"/>
                    <a:pt x="1683179" y="1880085"/>
                  </a:cubicBezTo>
                  <a:close/>
                  <a:moveTo>
                    <a:pt x="1372759" y="1212572"/>
                  </a:moveTo>
                  <a:cubicBezTo>
                    <a:pt x="1440723" y="1309973"/>
                    <a:pt x="1502442" y="1411587"/>
                    <a:pt x="1557544" y="1516801"/>
                  </a:cubicBezTo>
                  <a:cubicBezTo>
                    <a:pt x="1614806" y="1627790"/>
                    <a:pt x="1657207" y="1745835"/>
                    <a:pt x="1683655" y="1867892"/>
                  </a:cubicBezTo>
                  <a:cubicBezTo>
                    <a:pt x="1765142" y="1818882"/>
                    <a:pt x="1849387" y="1774613"/>
                    <a:pt x="1935972" y="1735304"/>
                  </a:cubicBezTo>
                  <a:cubicBezTo>
                    <a:pt x="2094087" y="1663867"/>
                    <a:pt x="2262584" y="1629196"/>
                    <a:pt x="2451084" y="1629196"/>
                  </a:cubicBezTo>
                  <a:cubicBezTo>
                    <a:pt x="2524038" y="1629373"/>
                    <a:pt x="2596902" y="1634337"/>
                    <a:pt x="2669207" y="1644055"/>
                  </a:cubicBezTo>
                  <a:cubicBezTo>
                    <a:pt x="2725785" y="1523849"/>
                    <a:pt x="2783983" y="1419741"/>
                    <a:pt x="2835513" y="1327825"/>
                  </a:cubicBezTo>
                  <a:cubicBezTo>
                    <a:pt x="2844276" y="1312013"/>
                    <a:pt x="2856563" y="1289725"/>
                    <a:pt x="2869232" y="1267055"/>
                  </a:cubicBezTo>
                  <a:cubicBezTo>
                    <a:pt x="2862850" y="1260102"/>
                    <a:pt x="2855801" y="1252768"/>
                    <a:pt x="2848372" y="1245433"/>
                  </a:cubicBezTo>
                  <a:cubicBezTo>
                    <a:pt x="2750645" y="1148374"/>
                    <a:pt x="2587577" y="1038360"/>
                    <a:pt x="2428700" y="933871"/>
                  </a:cubicBezTo>
                  <a:cubicBezTo>
                    <a:pt x="2376884" y="951016"/>
                    <a:pt x="2313829" y="974447"/>
                    <a:pt x="2267633" y="991688"/>
                  </a:cubicBezTo>
                  <a:cubicBezTo>
                    <a:pt x="2081419" y="1060934"/>
                    <a:pt x="1849580" y="1147136"/>
                    <a:pt x="1569069" y="1191713"/>
                  </a:cubicBezTo>
                  <a:cubicBezTo>
                    <a:pt x="1504185" y="1202210"/>
                    <a:pt x="1438779" y="1209173"/>
                    <a:pt x="1373140" y="1212572"/>
                  </a:cubicBezTo>
                  <a:close/>
                  <a:moveTo>
                    <a:pt x="1241981" y="2812011"/>
                  </a:moveTo>
                  <a:lnTo>
                    <a:pt x="1241981" y="2812011"/>
                  </a:lnTo>
                  <a:cubicBezTo>
                    <a:pt x="1203881" y="2812011"/>
                    <a:pt x="1161685" y="2797342"/>
                    <a:pt x="1113298" y="2767243"/>
                  </a:cubicBezTo>
                  <a:lnTo>
                    <a:pt x="1111679" y="2766195"/>
                  </a:lnTo>
                  <a:lnTo>
                    <a:pt x="1111679" y="2764290"/>
                  </a:lnTo>
                  <a:cubicBezTo>
                    <a:pt x="1100725" y="2718189"/>
                    <a:pt x="1114631" y="2587982"/>
                    <a:pt x="1122156" y="2518069"/>
                  </a:cubicBezTo>
                  <a:cubicBezTo>
                    <a:pt x="1143968" y="2314805"/>
                    <a:pt x="1173686" y="2036580"/>
                    <a:pt x="1042908" y="1784644"/>
                  </a:cubicBezTo>
                  <a:cubicBezTo>
                    <a:pt x="935656" y="1577856"/>
                    <a:pt x="792305" y="1397833"/>
                    <a:pt x="653717" y="1223621"/>
                  </a:cubicBezTo>
                  <a:cubicBezTo>
                    <a:pt x="524176" y="1060934"/>
                    <a:pt x="412829" y="916916"/>
                    <a:pt x="362442" y="803283"/>
                  </a:cubicBezTo>
                  <a:cubicBezTo>
                    <a:pt x="316246" y="698508"/>
                    <a:pt x="336058" y="654217"/>
                    <a:pt x="362442" y="613926"/>
                  </a:cubicBezTo>
                  <a:cubicBezTo>
                    <a:pt x="372824" y="598019"/>
                    <a:pt x="410638" y="578969"/>
                    <a:pt x="531130" y="578969"/>
                  </a:cubicBezTo>
                  <a:cubicBezTo>
                    <a:pt x="623617" y="578969"/>
                    <a:pt x="732488" y="591256"/>
                    <a:pt x="847741" y="604401"/>
                  </a:cubicBezTo>
                  <a:cubicBezTo>
                    <a:pt x="981091" y="619451"/>
                    <a:pt x="1117965" y="634976"/>
                    <a:pt x="1256077" y="634976"/>
                  </a:cubicBezTo>
                  <a:cubicBezTo>
                    <a:pt x="1330289" y="635230"/>
                    <a:pt x="1404404" y="629593"/>
                    <a:pt x="1477724" y="618117"/>
                  </a:cubicBezTo>
                  <a:cubicBezTo>
                    <a:pt x="1701371" y="582303"/>
                    <a:pt x="1886442" y="513342"/>
                    <a:pt x="2065417" y="446667"/>
                  </a:cubicBezTo>
                  <a:cubicBezTo>
                    <a:pt x="2222389" y="388279"/>
                    <a:pt x="2370693" y="333129"/>
                    <a:pt x="2483183" y="333129"/>
                  </a:cubicBezTo>
                  <a:cubicBezTo>
                    <a:pt x="2545231" y="333370"/>
                    <a:pt x="2605733" y="352508"/>
                    <a:pt x="2656633" y="387993"/>
                  </a:cubicBezTo>
                  <a:lnTo>
                    <a:pt x="2677589" y="401709"/>
                  </a:lnTo>
                  <a:cubicBezTo>
                    <a:pt x="2898569" y="546394"/>
                    <a:pt x="3107357" y="682982"/>
                    <a:pt x="3258137" y="832715"/>
                  </a:cubicBezTo>
                  <a:cubicBezTo>
                    <a:pt x="3402727" y="976257"/>
                    <a:pt x="3472736" y="1108940"/>
                    <a:pt x="3485213" y="1262960"/>
                  </a:cubicBezTo>
                  <a:cubicBezTo>
                    <a:pt x="3491786" y="1344970"/>
                    <a:pt x="3429302" y="1456603"/>
                    <a:pt x="3342910" y="1611098"/>
                  </a:cubicBezTo>
                  <a:cubicBezTo>
                    <a:pt x="3241659" y="1792073"/>
                    <a:pt x="3115548" y="2017435"/>
                    <a:pt x="3047635" y="2313662"/>
                  </a:cubicBezTo>
                  <a:lnTo>
                    <a:pt x="3046587" y="2318234"/>
                  </a:lnTo>
                  <a:lnTo>
                    <a:pt x="3041920" y="2317187"/>
                  </a:lnTo>
                  <a:cubicBezTo>
                    <a:pt x="2999819" y="2307662"/>
                    <a:pt x="2954195" y="2296708"/>
                    <a:pt x="2910094" y="2285754"/>
                  </a:cubicBezTo>
                  <a:lnTo>
                    <a:pt x="2908760" y="2285754"/>
                  </a:lnTo>
                  <a:cubicBezTo>
                    <a:pt x="2759313" y="2248512"/>
                    <a:pt x="2604817" y="2210126"/>
                    <a:pt x="2451560" y="2210126"/>
                  </a:cubicBezTo>
                  <a:cubicBezTo>
                    <a:pt x="2346785" y="2210126"/>
                    <a:pt x="2256965" y="2227937"/>
                    <a:pt x="2175335" y="2264704"/>
                  </a:cubicBezTo>
                  <a:cubicBezTo>
                    <a:pt x="1980835" y="2352524"/>
                    <a:pt x="1822148" y="2468158"/>
                    <a:pt x="1668796" y="2579886"/>
                  </a:cubicBezTo>
                  <a:cubicBezTo>
                    <a:pt x="1512490" y="2694567"/>
                    <a:pt x="1350661" y="2812011"/>
                    <a:pt x="1241981" y="2812011"/>
                  </a:cubicBezTo>
                  <a:close/>
                  <a:moveTo>
                    <a:pt x="1120060" y="2760195"/>
                  </a:moveTo>
                  <a:cubicBezTo>
                    <a:pt x="1166161" y="2788770"/>
                    <a:pt x="1205785" y="2802486"/>
                    <a:pt x="1241981" y="2802486"/>
                  </a:cubicBezTo>
                  <a:cubicBezTo>
                    <a:pt x="1347803" y="2802486"/>
                    <a:pt x="1508681" y="2685423"/>
                    <a:pt x="1663652" y="2572266"/>
                  </a:cubicBezTo>
                  <a:cubicBezTo>
                    <a:pt x="1817481" y="2460252"/>
                    <a:pt x="1976453" y="2344333"/>
                    <a:pt x="2171811" y="2256131"/>
                  </a:cubicBezTo>
                  <a:cubicBezTo>
                    <a:pt x="2254488" y="2218793"/>
                    <a:pt x="2346023" y="2200696"/>
                    <a:pt x="2451751" y="2200696"/>
                  </a:cubicBezTo>
                  <a:cubicBezTo>
                    <a:pt x="2605865" y="2200696"/>
                    <a:pt x="2761028" y="2239272"/>
                    <a:pt x="2910951" y="2276896"/>
                  </a:cubicBezTo>
                  <a:lnTo>
                    <a:pt x="2912284" y="2276896"/>
                  </a:lnTo>
                  <a:cubicBezTo>
                    <a:pt x="2954766" y="2287469"/>
                    <a:pt x="2998581" y="2298327"/>
                    <a:pt x="3039348" y="2307281"/>
                  </a:cubicBezTo>
                  <a:cubicBezTo>
                    <a:pt x="3108214" y="2012006"/>
                    <a:pt x="3233849" y="1787501"/>
                    <a:pt x="3334623" y="1606907"/>
                  </a:cubicBezTo>
                  <a:cubicBezTo>
                    <a:pt x="3420348" y="1453840"/>
                    <a:pt x="3482070" y="1343255"/>
                    <a:pt x="3475688" y="1264007"/>
                  </a:cubicBezTo>
                  <a:cubicBezTo>
                    <a:pt x="3463401" y="1112465"/>
                    <a:pt x="3394249" y="981591"/>
                    <a:pt x="3251374" y="839764"/>
                  </a:cubicBezTo>
                  <a:cubicBezTo>
                    <a:pt x="3101356" y="690793"/>
                    <a:pt x="2892949" y="554014"/>
                    <a:pt x="2672350" y="409996"/>
                  </a:cubicBezTo>
                  <a:lnTo>
                    <a:pt x="2651681" y="396375"/>
                  </a:lnTo>
                  <a:cubicBezTo>
                    <a:pt x="2602293" y="361923"/>
                    <a:pt x="2543590" y="343318"/>
                    <a:pt x="2483374" y="343035"/>
                  </a:cubicBezTo>
                  <a:cubicBezTo>
                    <a:pt x="2372598" y="343035"/>
                    <a:pt x="2225056" y="397899"/>
                    <a:pt x="2069036" y="456002"/>
                  </a:cubicBezTo>
                  <a:cubicBezTo>
                    <a:pt x="1889490" y="522677"/>
                    <a:pt x="1704038" y="591733"/>
                    <a:pt x="1479343" y="627452"/>
                  </a:cubicBezTo>
                  <a:cubicBezTo>
                    <a:pt x="1405286" y="638862"/>
                    <a:pt x="1330436" y="644340"/>
                    <a:pt x="1255506" y="643835"/>
                  </a:cubicBezTo>
                  <a:cubicBezTo>
                    <a:pt x="1116917" y="643835"/>
                    <a:pt x="979281" y="628214"/>
                    <a:pt x="845931" y="613164"/>
                  </a:cubicBezTo>
                  <a:cubicBezTo>
                    <a:pt x="730869" y="600115"/>
                    <a:pt x="622284" y="587828"/>
                    <a:pt x="530272" y="587828"/>
                  </a:cubicBezTo>
                  <a:cubicBezTo>
                    <a:pt x="403304" y="587828"/>
                    <a:pt x="375586" y="609259"/>
                    <a:pt x="369490" y="618498"/>
                  </a:cubicBezTo>
                  <a:cubicBezTo>
                    <a:pt x="344630" y="656598"/>
                    <a:pt x="326056" y="698794"/>
                    <a:pt x="370348" y="798806"/>
                  </a:cubicBezTo>
                  <a:cubicBezTo>
                    <a:pt x="420163" y="911392"/>
                    <a:pt x="531130" y="1054838"/>
                    <a:pt x="660289" y="1217049"/>
                  </a:cubicBezTo>
                  <a:cubicBezTo>
                    <a:pt x="799163" y="1391547"/>
                    <a:pt x="942800" y="1571951"/>
                    <a:pt x="1050814" y="1779596"/>
                  </a:cubicBezTo>
                  <a:cubicBezTo>
                    <a:pt x="1182926" y="2034485"/>
                    <a:pt x="1152922" y="2314329"/>
                    <a:pt x="1131110" y="2518736"/>
                  </a:cubicBezTo>
                  <a:cubicBezTo>
                    <a:pt x="1124061" y="2582648"/>
                    <a:pt x="1110059" y="2713617"/>
                    <a:pt x="1119775" y="2760195"/>
                  </a:cubicBezTo>
                  <a:close/>
                  <a:moveTo>
                    <a:pt x="1521444" y="2216507"/>
                  </a:moveTo>
                  <a:lnTo>
                    <a:pt x="1521444" y="2207458"/>
                  </a:lnTo>
                  <a:cubicBezTo>
                    <a:pt x="1517539" y="1979525"/>
                    <a:pt x="1471533" y="1783787"/>
                    <a:pt x="1380855" y="1608907"/>
                  </a:cubicBezTo>
                  <a:cubicBezTo>
                    <a:pt x="1257030" y="1370021"/>
                    <a:pt x="1090628" y="1161232"/>
                    <a:pt x="969280" y="1008261"/>
                  </a:cubicBezTo>
                  <a:lnTo>
                    <a:pt x="962326" y="999593"/>
                  </a:lnTo>
                  <a:lnTo>
                    <a:pt x="973471" y="1000641"/>
                  </a:lnTo>
                  <a:cubicBezTo>
                    <a:pt x="1081675" y="1010833"/>
                    <a:pt x="1171400" y="1015595"/>
                    <a:pt x="1255792" y="1015595"/>
                  </a:cubicBezTo>
                  <a:cubicBezTo>
                    <a:pt x="1350405" y="1016123"/>
                    <a:pt x="1444908" y="1009084"/>
                    <a:pt x="1538398" y="994545"/>
                  </a:cubicBezTo>
                  <a:cubicBezTo>
                    <a:pt x="1799288" y="952730"/>
                    <a:pt x="2011505" y="873863"/>
                    <a:pt x="2198767" y="804045"/>
                  </a:cubicBezTo>
                  <a:cubicBezTo>
                    <a:pt x="2279063" y="774232"/>
                    <a:pt x="2400506" y="728988"/>
                    <a:pt x="2461752" y="717368"/>
                  </a:cubicBezTo>
                  <a:lnTo>
                    <a:pt x="2463562" y="717368"/>
                  </a:lnTo>
                  <a:lnTo>
                    <a:pt x="2469372" y="721082"/>
                  </a:lnTo>
                  <a:cubicBezTo>
                    <a:pt x="2673683" y="854908"/>
                    <a:pt x="2866755" y="981305"/>
                    <a:pt x="2990199" y="1103797"/>
                  </a:cubicBezTo>
                  <a:cubicBezTo>
                    <a:pt x="3050588" y="1163804"/>
                    <a:pt x="3086402" y="1214001"/>
                    <a:pt x="3099451" y="1257340"/>
                  </a:cubicBezTo>
                  <a:lnTo>
                    <a:pt x="3099927" y="1259149"/>
                  </a:lnTo>
                  <a:lnTo>
                    <a:pt x="3099165" y="1260769"/>
                  </a:lnTo>
                  <a:cubicBezTo>
                    <a:pt x="3080115" y="1301631"/>
                    <a:pt x="3042015" y="1370402"/>
                    <a:pt x="3010964" y="1425551"/>
                  </a:cubicBezTo>
                  <a:cubicBezTo>
                    <a:pt x="2945336" y="1542899"/>
                    <a:pt x="2863898" y="1688537"/>
                    <a:pt x="2792555" y="1863701"/>
                  </a:cubicBezTo>
                  <a:lnTo>
                    <a:pt x="2791127" y="1867321"/>
                  </a:lnTo>
                  <a:lnTo>
                    <a:pt x="2787221" y="1866559"/>
                  </a:lnTo>
                  <a:cubicBezTo>
                    <a:pt x="2677007" y="1842848"/>
                    <a:pt x="2564673" y="1830370"/>
                    <a:pt x="2451941" y="1829316"/>
                  </a:cubicBezTo>
                  <a:cubicBezTo>
                    <a:pt x="2292398" y="1829316"/>
                    <a:pt x="2150856" y="1857891"/>
                    <a:pt x="2019221" y="1917708"/>
                  </a:cubicBezTo>
                  <a:cubicBezTo>
                    <a:pt x="1827101" y="2004386"/>
                    <a:pt x="1670129" y="2110018"/>
                    <a:pt x="1528969" y="2211364"/>
                  </a:cubicBezTo>
                  <a:close/>
                  <a:moveTo>
                    <a:pt x="983186" y="1011119"/>
                  </a:moveTo>
                  <a:cubicBezTo>
                    <a:pt x="1104154" y="1163519"/>
                    <a:pt x="1266841" y="1369354"/>
                    <a:pt x="1388856" y="1604526"/>
                  </a:cubicBezTo>
                  <a:cubicBezTo>
                    <a:pt x="1478963" y="1778453"/>
                    <a:pt x="1525349" y="1972667"/>
                    <a:pt x="1530302" y="2198220"/>
                  </a:cubicBezTo>
                  <a:cubicBezTo>
                    <a:pt x="1669939" y="2098302"/>
                    <a:pt x="1825577" y="1994384"/>
                    <a:pt x="2014839" y="1908850"/>
                  </a:cubicBezTo>
                  <a:cubicBezTo>
                    <a:pt x="2147713" y="1848842"/>
                    <a:pt x="2290588" y="1819696"/>
                    <a:pt x="2451465" y="1819696"/>
                  </a:cubicBezTo>
                  <a:cubicBezTo>
                    <a:pt x="2563603" y="1820681"/>
                    <a:pt x="2675357" y="1832966"/>
                    <a:pt x="2785031" y="1856367"/>
                  </a:cubicBezTo>
                  <a:cubicBezTo>
                    <a:pt x="2856182" y="1682155"/>
                    <a:pt x="2937431" y="1537375"/>
                    <a:pt x="3002391" y="1420884"/>
                  </a:cubicBezTo>
                  <a:cubicBezTo>
                    <a:pt x="3032871" y="1366306"/>
                    <a:pt x="3070590" y="1298869"/>
                    <a:pt x="3089640" y="1258102"/>
                  </a:cubicBezTo>
                  <a:cubicBezTo>
                    <a:pt x="3076591" y="1216763"/>
                    <a:pt x="3042015" y="1168281"/>
                    <a:pt x="2983246" y="1110274"/>
                  </a:cubicBezTo>
                  <a:cubicBezTo>
                    <a:pt x="2860564" y="988449"/>
                    <a:pt x="2667873" y="862624"/>
                    <a:pt x="2463943" y="728797"/>
                  </a:cubicBezTo>
                  <a:lnTo>
                    <a:pt x="2461466" y="727178"/>
                  </a:lnTo>
                  <a:cubicBezTo>
                    <a:pt x="2400316" y="739275"/>
                    <a:pt x="2281063" y="783662"/>
                    <a:pt x="2201910" y="812903"/>
                  </a:cubicBezTo>
                  <a:cubicBezTo>
                    <a:pt x="2014267" y="882722"/>
                    <a:pt x="1801860" y="961779"/>
                    <a:pt x="1539732" y="1003403"/>
                  </a:cubicBezTo>
                  <a:cubicBezTo>
                    <a:pt x="1445740" y="1018054"/>
                    <a:pt x="1350726" y="1025157"/>
                    <a:pt x="1255601" y="1024644"/>
                  </a:cubicBezTo>
                  <a:cubicBezTo>
                    <a:pt x="1173591" y="1025120"/>
                    <a:pt x="1086818" y="1020644"/>
                    <a:pt x="983186" y="1011119"/>
                  </a:cubicBezTo>
                  <a:close/>
                  <a:moveTo>
                    <a:pt x="1793573" y="1602431"/>
                  </a:moveTo>
                  <a:lnTo>
                    <a:pt x="1791764" y="1597573"/>
                  </a:lnTo>
                  <a:cubicBezTo>
                    <a:pt x="1770470" y="1541513"/>
                    <a:pt x="1745917" y="1486746"/>
                    <a:pt x="1718231" y="1433552"/>
                  </a:cubicBezTo>
                  <a:cubicBezTo>
                    <a:pt x="1706039" y="1409930"/>
                    <a:pt x="1693180" y="1385927"/>
                    <a:pt x="1680131" y="1362591"/>
                  </a:cubicBezTo>
                  <a:lnTo>
                    <a:pt x="1676892" y="1356876"/>
                  </a:lnTo>
                  <a:lnTo>
                    <a:pt x="1683369" y="1355638"/>
                  </a:lnTo>
                  <a:cubicBezTo>
                    <a:pt x="1942354" y="1305727"/>
                    <a:pt x="2157619" y="1225622"/>
                    <a:pt x="2330593" y="1161328"/>
                  </a:cubicBezTo>
                  <a:cubicBezTo>
                    <a:pt x="2346976" y="1155232"/>
                    <a:pt x="2373074" y="1145516"/>
                    <a:pt x="2401364" y="1135229"/>
                  </a:cubicBezTo>
                  <a:lnTo>
                    <a:pt x="2403649" y="1134372"/>
                  </a:lnTo>
                  <a:lnTo>
                    <a:pt x="2405650" y="1135706"/>
                  </a:lnTo>
                  <a:cubicBezTo>
                    <a:pt x="2509663" y="1205238"/>
                    <a:pt x="2581386" y="1256387"/>
                    <a:pt x="2638250" y="1301726"/>
                  </a:cubicBezTo>
                  <a:lnTo>
                    <a:pt x="2641394" y="1304203"/>
                  </a:lnTo>
                  <a:lnTo>
                    <a:pt x="2639489" y="1307727"/>
                  </a:lnTo>
                  <a:cubicBezTo>
                    <a:pt x="2610056" y="1360972"/>
                    <a:pt x="2586053" y="1405930"/>
                    <a:pt x="2563860" y="1448983"/>
                  </a:cubicBezTo>
                  <a:lnTo>
                    <a:pt x="2562431" y="1451745"/>
                  </a:lnTo>
                  <a:lnTo>
                    <a:pt x="2559383" y="1451745"/>
                  </a:lnTo>
                  <a:cubicBezTo>
                    <a:pt x="2523283" y="1449554"/>
                    <a:pt x="2486898" y="1448411"/>
                    <a:pt x="2451084" y="1448411"/>
                  </a:cubicBezTo>
                  <a:cubicBezTo>
                    <a:pt x="2236391" y="1448411"/>
                    <a:pt x="2043509" y="1488321"/>
                    <a:pt x="1861582" y="1570522"/>
                  </a:cubicBezTo>
                  <a:cubicBezTo>
                    <a:pt x="1840341" y="1580047"/>
                    <a:pt x="1818910" y="1590143"/>
                    <a:pt x="1797860" y="1600335"/>
                  </a:cubicBezTo>
                  <a:close/>
                  <a:moveTo>
                    <a:pt x="1691942" y="1363734"/>
                  </a:moveTo>
                  <a:cubicBezTo>
                    <a:pt x="1704038" y="1385356"/>
                    <a:pt x="1715754" y="1407358"/>
                    <a:pt x="1727089" y="1429171"/>
                  </a:cubicBezTo>
                  <a:cubicBezTo>
                    <a:pt x="1754027" y="1481263"/>
                    <a:pt x="1777974" y="1534849"/>
                    <a:pt x="1798812" y="1589667"/>
                  </a:cubicBezTo>
                  <a:cubicBezTo>
                    <a:pt x="1818434" y="1580142"/>
                    <a:pt x="1838341" y="1570617"/>
                    <a:pt x="1858057" y="1562045"/>
                  </a:cubicBezTo>
                  <a:cubicBezTo>
                    <a:pt x="2041319" y="1479272"/>
                    <a:pt x="2235343" y="1439077"/>
                    <a:pt x="2451465" y="1439077"/>
                  </a:cubicBezTo>
                  <a:cubicBezTo>
                    <a:pt x="2486422" y="1439077"/>
                    <a:pt x="2521950" y="1440124"/>
                    <a:pt x="2557192" y="1442220"/>
                  </a:cubicBezTo>
                  <a:cubicBezTo>
                    <a:pt x="2578529" y="1400882"/>
                    <a:pt x="2601579" y="1357733"/>
                    <a:pt x="2629583" y="1307060"/>
                  </a:cubicBezTo>
                  <a:cubicBezTo>
                    <a:pt x="2573766" y="1262769"/>
                    <a:pt x="2503472" y="1212763"/>
                    <a:pt x="2402792" y="1145135"/>
                  </a:cubicBezTo>
                  <a:cubicBezTo>
                    <a:pt x="2375360" y="1154660"/>
                    <a:pt x="2350309" y="1164185"/>
                    <a:pt x="2334403" y="1170281"/>
                  </a:cubicBezTo>
                  <a:cubicBezTo>
                    <a:pt x="2162477" y="1234194"/>
                    <a:pt x="1948926" y="1313442"/>
                    <a:pt x="1691942" y="1363734"/>
                  </a:cubicBezTo>
                  <a:close/>
                  <a:moveTo>
                    <a:pt x="1819196" y="1537470"/>
                  </a:moveTo>
                  <a:lnTo>
                    <a:pt x="1817386" y="1532898"/>
                  </a:lnTo>
                  <a:cubicBezTo>
                    <a:pt x="1800146" y="1491560"/>
                    <a:pt x="1781191" y="1450793"/>
                    <a:pt x="1760902" y="1411645"/>
                  </a:cubicBezTo>
                  <a:lnTo>
                    <a:pt x="1749949" y="1390785"/>
                  </a:lnTo>
                  <a:lnTo>
                    <a:pt x="1756331" y="1389642"/>
                  </a:lnTo>
                  <a:cubicBezTo>
                    <a:pt x="1990931" y="1338874"/>
                    <a:pt x="2188766" y="1265246"/>
                    <a:pt x="2347738" y="1206190"/>
                  </a:cubicBezTo>
                  <a:cubicBezTo>
                    <a:pt x="2359644" y="1201714"/>
                    <a:pt x="2376313" y="1195427"/>
                    <a:pt x="2395363" y="1188474"/>
                  </a:cubicBezTo>
                  <a:lnTo>
                    <a:pt x="2397649" y="1187617"/>
                  </a:lnTo>
                  <a:lnTo>
                    <a:pt x="2399649" y="1188950"/>
                  </a:lnTo>
                  <a:cubicBezTo>
                    <a:pt x="2472896" y="1238290"/>
                    <a:pt x="2530999" y="1279343"/>
                    <a:pt x="2577290" y="1314490"/>
                  </a:cubicBezTo>
                  <a:lnTo>
                    <a:pt x="2580529" y="1316966"/>
                  </a:lnTo>
                  <a:lnTo>
                    <a:pt x="2578624" y="1320586"/>
                  </a:lnTo>
                  <a:cubicBezTo>
                    <a:pt x="2562908" y="1349161"/>
                    <a:pt x="2549096" y="1375259"/>
                    <a:pt x="2536142" y="1400024"/>
                  </a:cubicBezTo>
                  <a:lnTo>
                    <a:pt x="2534714" y="1402691"/>
                  </a:lnTo>
                  <a:lnTo>
                    <a:pt x="2531666" y="1402691"/>
                  </a:lnTo>
                  <a:cubicBezTo>
                    <a:pt x="2504900" y="1401453"/>
                    <a:pt x="2477849" y="1400882"/>
                    <a:pt x="2451465" y="1400882"/>
                  </a:cubicBezTo>
                  <a:cubicBezTo>
                    <a:pt x="2229914" y="1400882"/>
                    <a:pt x="2030650" y="1442220"/>
                    <a:pt x="1841865" y="1527183"/>
                  </a:cubicBezTo>
                  <a:lnTo>
                    <a:pt x="1823291" y="1535660"/>
                  </a:lnTo>
                  <a:close/>
                  <a:moveTo>
                    <a:pt x="1764236" y="1397357"/>
                  </a:moveTo>
                  <a:lnTo>
                    <a:pt x="1769380" y="1406882"/>
                  </a:lnTo>
                  <a:cubicBezTo>
                    <a:pt x="1789001" y="1444982"/>
                    <a:pt x="1807480" y="1484321"/>
                    <a:pt x="1824244" y="1524326"/>
                  </a:cubicBezTo>
                  <a:lnTo>
                    <a:pt x="1838436" y="1517848"/>
                  </a:lnTo>
                  <a:cubicBezTo>
                    <a:pt x="2027983" y="1432123"/>
                    <a:pt x="2228485" y="1390690"/>
                    <a:pt x="2451465" y="1390690"/>
                  </a:cubicBezTo>
                  <a:cubicBezTo>
                    <a:pt x="2476992" y="1390690"/>
                    <a:pt x="2503091" y="1391261"/>
                    <a:pt x="2529094" y="1392404"/>
                  </a:cubicBezTo>
                  <a:cubicBezTo>
                    <a:pt x="2541095" y="1369354"/>
                    <a:pt x="2553954" y="1345351"/>
                    <a:pt x="2568241" y="1319062"/>
                  </a:cubicBezTo>
                  <a:cubicBezTo>
                    <a:pt x="2523093" y="1284867"/>
                    <a:pt x="2466800" y="1245148"/>
                    <a:pt x="2396315" y="1197713"/>
                  </a:cubicBezTo>
                  <a:lnTo>
                    <a:pt x="2350976" y="1214477"/>
                  </a:lnTo>
                  <a:cubicBezTo>
                    <a:pt x="2193052" y="1273628"/>
                    <a:pt x="1996932" y="1346589"/>
                    <a:pt x="1764236" y="1397357"/>
                  </a:cubicBezTo>
                  <a:close/>
                  <a:moveTo>
                    <a:pt x="1843865" y="1474129"/>
                  </a:moveTo>
                  <a:lnTo>
                    <a:pt x="1841960" y="1469843"/>
                  </a:lnTo>
                  <a:cubicBezTo>
                    <a:pt x="1835610" y="1456127"/>
                    <a:pt x="1829260" y="1442538"/>
                    <a:pt x="1822910" y="1429076"/>
                  </a:cubicBezTo>
                  <a:lnTo>
                    <a:pt x="1820339" y="1423741"/>
                  </a:lnTo>
                  <a:lnTo>
                    <a:pt x="1826054" y="1422313"/>
                  </a:lnTo>
                  <a:cubicBezTo>
                    <a:pt x="2037889" y="1371926"/>
                    <a:pt x="2218769" y="1304679"/>
                    <a:pt x="2364216" y="1250863"/>
                  </a:cubicBezTo>
                  <a:lnTo>
                    <a:pt x="2391172" y="1241338"/>
                  </a:lnTo>
                  <a:lnTo>
                    <a:pt x="2393267" y="1242671"/>
                  </a:lnTo>
                  <a:cubicBezTo>
                    <a:pt x="2440892" y="1274961"/>
                    <a:pt x="2480992" y="1303060"/>
                    <a:pt x="2515759" y="1328396"/>
                  </a:cubicBezTo>
                  <a:lnTo>
                    <a:pt x="2519092" y="1330873"/>
                  </a:lnTo>
                  <a:lnTo>
                    <a:pt x="2506520" y="1354399"/>
                  </a:lnTo>
                  <a:lnTo>
                    <a:pt x="2503567" y="1354399"/>
                  </a:lnTo>
                  <a:cubicBezTo>
                    <a:pt x="2486041" y="1353923"/>
                    <a:pt x="2468515" y="1353638"/>
                    <a:pt x="2451465" y="1353638"/>
                  </a:cubicBezTo>
                  <a:cubicBezTo>
                    <a:pt x="2232390" y="1353638"/>
                    <a:pt x="2035318" y="1392690"/>
                    <a:pt x="1848152" y="1472986"/>
                  </a:cubicBezTo>
                  <a:close/>
                  <a:moveTo>
                    <a:pt x="1834340" y="1430219"/>
                  </a:moveTo>
                  <a:cubicBezTo>
                    <a:pt x="1839293" y="1440696"/>
                    <a:pt x="1843865" y="1451173"/>
                    <a:pt x="1849009" y="1461746"/>
                  </a:cubicBezTo>
                  <a:cubicBezTo>
                    <a:pt x="2036080" y="1382117"/>
                    <a:pt x="2233247" y="1343446"/>
                    <a:pt x="2451751" y="1343446"/>
                  </a:cubicBezTo>
                  <a:cubicBezTo>
                    <a:pt x="2467943" y="1343446"/>
                    <a:pt x="2484612" y="1343446"/>
                    <a:pt x="2501186" y="1344113"/>
                  </a:cubicBezTo>
                  <a:lnTo>
                    <a:pt x="2507091" y="1333064"/>
                  </a:lnTo>
                  <a:cubicBezTo>
                    <a:pt x="2473658" y="1308680"/>
                    <a:pt x="2435368" y="1281819"/>
                    <a:pt x="2390219" y="1251148"/>
                  </a:cubicBezTo>
                  <a:lnTo>
                    <a:pt x="2367740" y="1259531"/>
                  </a:lnTo>
                  <a:cubicBezTo>
                    <a:pt x="2223056" y="1313442"/>
                    <a:pt x="2043890" y="1380117"/>
                    <a:pt x="1834055" y="1430219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40000"/>
                    <a:lumOff val="60000"/>
                    <a:alpha val="41000"/>
                  </a:schemeClr>
                </a:gs>
                <a:gs pos="100000">
                  <a:schemeClr val="accent1"/>
                </a:gs>
              </a:gsLst>
              <a:lin ang="2729382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04" name="图片 103" descr="健康检查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2475" r="2475"/>
            <a:stretch>
              <a:fillRect/>
            </a:stretch>
          </p:blipFill>
          <p:spPr>
            <a:xfrm>
              <a:off x="2764" y="4409"/>
              <a:ext cx="13410" cy="1038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09" h="8520">
                  <a:moveTo>
                    <a:pt x="8419" y="0"/>
                  </a:moveTo>
                  <a:cubicBezTo>
                    <a:pt x="9077" y="-4"/>
                    <a:pt x="9711" y="264"/>
                    <a:pt x="10314" y="1103"/>
                  </a:cubicBezTo>
                  <a:cubicBezTo>
                    <a:pt x="11227" y="2373"/>
                    <a:pt x="11192" y="4207"/>
                    <a:pt x="10490" y="5633"/>
                  </a:cubicBezTo>
                  <a:cubicBezTo>
                    <a:pt x="9424" y="7801"/>
                    <a:pt x="7361" y="8652"/>
                    <a:pt x="5566" y="8504"/>
                  </a:cubicBezTo>
                  <a:cubicBezTo>
                    <a:pt x="3730" y="8352"/>
                    <a:pt x="1829" y="7176"/>
                    <a:pt x="709" y="5068"/>
                  </a:cubicBezTo>
                  <a:cubicBezTo>
                    <a:pt x="192" y="4097"/>
                    <a:pt x="-392" y="2371"/>
                    <a:pt x="356" y="1328"/>
                  </a:cubicBezTo>
                  <a:cubicBezTo>
                    <a:pt x="906" y="565"/>
                    <a:pt x="1886" y="810"/>
                    <a:pt x="2586" y="885"/>
                  </a:cubicBezTo>
                  <a:cubicBezTo>
                    <a:pt x="3564" y="989"/>
                    <a:pt x="4540" y="1045"/>
                    <a:pt x="5509" y="805"/>
                  </a:cubicBezTo>
                  <a:cubicBezTo>
                    <a:pt x="6511" y="557"/>
                    <a:pt x="7488" y="6"/>
                    <a:pt x="8419" y="0"/>
                  </a:cubicBezTo>
                  <a:close/>
                </a:path>
              </a:pathLst>
            </a:custGeom>
            <a:effectLst/>
          </p:spPr>
        </p:pic>
      </p:grpSp>
      <p:sp>
        <p:nvSpPr>
          <p:cNvPr id="9" name="矩形 8"/>
          <p:cNvSpPr/>
          <p:nvPr/>
        </p:nvSpPr>
        <p:spPr bwMode="auto">
          <a:xfrm>
            <a:off x="7587836" y="3403770"/>
            <a:ext cx="263144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457200">
              <a:lnSpc>
                <a:spcPct val="100000"/>
              </a:lnSpc>
              <a:buNone/>
            </a:pPr>
            <a:r>
              <a:rPr lang="zh-CN" altLang="en-US" sz="4800" b="1" kern="100" dirty="0">
                <a:solidFill>
                  <a:srgbClr val="003E87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总结展望</a:t>
            </a:r>
            <a:endParaRPr lang="zh-CN" altLang="en-US" sz="4800" b="1" kern="100" dirty="0">
              <a:solidFill>
                <a:srgbClr val="003E87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522845" y="2334260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 defTabSz="457200">
              <a:lnSpc>
                <a:spcPct val="15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05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pic>
        <p:nvPicPr>
          <p:cNvPr id="30" name="图片 1" descr="http://www.gzu.edu.cn/gzu/biaoshi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7690" y="73660"/>
            <a:ext cx="90106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30" descr="贵大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755" y="19050"/>
            <a:ext cx="1833245" cy="785495"/>
          </a:xfrm>
          <a:prstGeom prst="rect">
            <a:avLst/>
          </a:prstGeom>
        </p:spPr>
      </p:pic>
      <p:sp>
        <p:nvSpPr>
          <p:cNvPr id="105" name="流程图: 可选过程 104"/>
          <p:cNvSpPr/>
          <p:nvPr/>
        </p:nvSpPr>
        <p:spPr>
          <a:xfrm rot="19020000">
            <a:off x="-2320290" y="-626110"/>
            <a:ext cx="4852035" cy="3648710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6" name="流程图: 可选过程 105"/>
          <p:cNvSpPr/>
          <p:nvPr/>
        </p:nvSpPr>
        <p:spPr>
          <a:xfrm rot="19020000">
            <a:off x="-684530" y="3819525"/>
            <a:ext cx="2685415" cy="2512695"/>
          </a:xfrm>
          <a:prstGeom prst="flowChartAlternateProcess">
            <a:avLst/>
          </a:prstGeom>
          <a:solidFill>
            <a:srgbClr val="C2D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07" name="流程图: 可选过程 106"/>
          <p:cNvSpPr/>
          <p:nvPr/>
        </p:nvSpPr>
        <p:spPr>
          <a:xfrm rot="19020000">
            <a:off x="1064895" y="5755640"/>
            <a:ext cx="2685415" cy="2531745"/>
          </a:xfrm>
          <a:prstGeom prst="flowChartAlternateProcess">
            <a:avLst/>
          </a:prstGeom>
          <a:solidFill>
            <a:srgbClr val="96D0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9310" y="193675"/>
            <a:ext cx="404685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2700" y="-93345"/>
            <a:ext cx="1980565" cy="7077710"/>
          </a:xfrm>
          <a:prstGeom prst="rect">
            <a:avLst/>
          </a:prstGeom>
          <a:solidFill>
            <a:srgbClr val="8AB8E2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150" y="256984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数据工程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图片 1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73660"/>
            <a:ext cx="1230630" cy="10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84150" y="1640205"/>
            <a:ext cx="1957705" cy="62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16AB5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立项背景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25" y="4509770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结果验证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60" y="5622290"/>
            <a:ext cx="1957705" cy="621030"/>
          </a:xfrm>
          <a:prstGeom prst="rect">
            <a:avLst/>
          </a:prstGeom>
          <a:solidFill>
            <a:srgbClr val="416AB5"/>
          </a:solidFill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总结展望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4150" y="3502025"/>
            <a:ext cx="1957705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AACEEE"/>
                </a:solidFill>
                <a:latin typeface="黑体" panose="02010609060101010101" charset="-122"/>
                <a:ea typeface="黑体" panose="02010609060101010101" charset="-122"/>
              </a:rPr>
              <a:t>模型调参</a:t>
            </a:r>
            <a:endParaRPr lang="zh-CN" altLang="en-US" sz="2400" b="1">
              <a:solidFill>
                <a:srgbClr val="AACEE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1" name="图片 60" descr="http://www.gzu.edu.cn/gzu/biaosh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57690" y="73660"/>
            <a:ext cx="841375" cy="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图片 61" descr="贵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610" y="10795"/>
            <a:ext cx="1833245" cy="785495"/>
          </a:xfrm>
          <a:prstGeom prst="rect">
            <a:avLst/>
          </a:prstGeom>
        </p:spPr>
      </p:pic>
      <p:cxnSp>
        <p:nvCxnSpPr>
          <p:cNvPr id="63" name="直接连接符 62"/>
          <p:cNvCxnSpPr/>
          <p:nvPr/>
        </p:nvCxnSpPr>
        <p:spPr>
          <a:xfrm>
            <a:off x="2689860" y="668020"/>
            <a:ext cx="6767830" cy="16510"/>
          </a:xfrm>
          <a:prstGeom prst="line">
            <a:avLst/>
          </a:prstGeom>
          <a:ln>
            <a:solidFill>
              <a:srgbClr val="003E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7522978" y="6243617"/>
            <a:ext cx="4592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28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28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67" name="菱形 66"/>
          <p:cNvSpPr/>
          <p:nvPr/>
        </p:nvSpPr>
        <p:spPr>
          <a:xfrm>
            <a:off x="1961515" y="227330"/>
            <a:ext cx="567690" cy="56769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0" name="矩形 139"/>
          <p:cNvSpPr/>
          <p:nvPr/>
        </p:nvSpPr>
        <p:spPr>
          <a:xfrm>
            <a:off x="2689778" y="173261"/>
            <a:ext cx="190055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5.1 </a:t>
            </a:r>
            <a:r>
              <a:rPr lang="zh-CN" altLang="en-US" sz="2400" b="1" dirty="0">
                <a:solidFill>
                  <a:srgbClr val="003E87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rPr>
              <a:t>总结展望</a:t>
            </a:r>
            <a:endParaRPr lang="zh-CN" altLang="en-US" sz="2400" b="1" dirty="0">
              <a:solidFill>
                <a:srgbClr val="003E87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lt"/>
            </a:endParaRPr>
          </a:p>
        </p:txBody>
      </p:sp>
      <p:sp>
        <p:nvSpPr>
          <p:cNvPr id="141" name="任意多边形 140"/>
          <p:cNvSpPr/>
          <p:nvPr>
            <p:custDataLst>
              <p:tags r:id="rId3"/>
            </p:custDataLst>
          </p:nvPr>
        </p:nvSpPr>
        <p:spPr>
          <a:xfrm>
            <a:off x="2248535" y="1059815"/>
            <a:ext cx="2287111" cy="5057140"/>
          </a:xfrm>
          <a:custGeom>
            <a:avLst/>
            <a:gdLst>
              <a:gd name="sw" fmla="*/ 1 w 3601"/>
              <a:gd name="sh" fmla="*/ 1 h 7964"/>
              <a:gd name="mins" fmla="min sw sh"/>
              <a:gd name="dsw" fmla="+- 0 sw mins"/>
              <a:gd name="dsh" fmla="+- 0 sh mins"/>
              <a:gd name="p0x0" fmla="*/ 240 w 3601"/>
              <a:gd name="p0y0" fmla="*/ 0 h 7964"/>
              <a:gd name="p0x1" fmla="*/ 3361 w 3601"/>
              <a:gd name="p0y1" fmla="*/ 0 h 7964"/>
              <a:gd name="p0x2" fmla="*/ 3494 w 3601"/>
              <a:gd name="p0y2" fmla="*/ 0 h 7964"/>
              <a:gd name="p0x3" fmla="*/ 3601 w 3601"/>
              <a:gd name="p0y3" fmla="*/ 107 h 7964"/>
              <a:gd name="p0x4" fmla="*/ 3601 w 3601"/>
              <a:gd name="p0y4" fmla="*/ 240 h 7964"/>
              <a:gd name="p0x5" fmla="*/ 3601 w 3601"/>
              <a:gd name="p0y5" fmla="*/ 7724 h 7964"/>
              <a:gd name="p0x6" fmla="*/ 3601 w 3601"/>
              <a:gd name="p0y6" fmla="*/ 7856 h 7964"/>
              <a:gd name="p0x7" fmla="*/ 3494 w 3601"/>
              <a:gd name="p0y7" fmla="*/ 7964 h 7964"/>
              <a:gd name="p0x8" fmla="*/ 3361 w 3601"/>
              <a:gd name="p0y8" fmla="*/ 7964 h 7964"/>
              <a:gd name="p0x9" fmla="*/ 240 w 3601"/>
              <a:gd name="p0y9" fmla="*/ 7964 h 7964"/>
              <a:gd name="p0x10" fmla="*/ 107 w 3601"/>
              <a:gd name="p0y10" fmla="*/ 7964 h 7964"/>
              <a:gd name="p0x11" fmla="*/ 0 w 3601"/>
              <a:gd name="p0y11" fmla="*/ 7856 h 7964"/>
              <a:gd name="p0x12" fmla="*/ 0 w 3601"/>
              <a:gd name="p0y12" fmla="*/ 7724 h 7964"/>
              <a:gd name="p0x13" fmla="*/ 0 w 3601"/>
              <a:gd name="p0y13" fmla="*/ 240 h 7964"/>
              <a:gd name="p0x14" fmla="*/ 0 w 3601"/>
              <a:gd name="p0y14" fmla="*/ 107 h 7964"/>
              <a:gd name="p0x15" fmla="*/ 107 w 3601"/>
              <a:gd name="p0y15" fmla="*/ 0 h 7964"/>
              <a:gd name="p0x16" fmla="*/ 240 w 3601"/>
              <a:gd name="p0y16" fmla="*/ 0 h 796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2" name="任意多边形 141"/>
          <p:cNvSpPr/>
          <p:nvPr>
            <p:custDataLst>
              <p:tags r:id="rId4"/>
            </p:custDataLst>
          </p:nvPr>
        </p:nvSpPr>
        <p:spPr>
          <a:xfrm>
            <a:off x="2934891" y="133413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43" name="图片 142"/>
          <p:cNvPicPr preferRelativeResize="0"/>
          <p:nvPr>
            <p:custDataLst>
              <p:tags r:id="rId5"/>
            </p:custDataLst>
          </p:nvPr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8091" y="1537335"/>
            <a:ext cx="508000" cy="508000"/>
          </a:xfrm>
          <a:prstGeom prst="rect">
            <a:avLst/>
          </a:prstGeom>
          <a:noFill/>
        </p:spPr>
      </p:pic>
      <p:sp>
        <p:nvSpPr>
          <p:cNvPr id="144" name="文本框 143"/>
          <p:cNvSpPr txBox="1"/>
          <p:nvPr>
            <p:custDataLst>
              <p:tags r:id="rId8"/>
            </p:custDataLst>
          </p:nvPr>
        </p:nvSpPr>
        <p:spPr>
          <a:xfrm>
            <a:off x="2477135" y="2451735"/>
            <a:ext cx="1829911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sz="21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项目结论</a:t>
            </a:r>
            <a:endParaRPr sz="21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9"/>
            </p:custDataLst>
          </p:nvPr>
        </p:nvSpPr>
        <p:spPr>
          <a:xfrm>
            <a:off x="2477135" y="2908935"/>
            <a:ext cx="1829911" cy="29337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IBM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食品数据三分类逻辑回归系统，测试集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Macro F1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69.9%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，准确率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74.9%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。采用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作在线推荐，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作系数解释，通过温和权重加阈值校准解决「多吃」召回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0%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问题。</a:t>
            </a:r>
            <a:endParaRPr lang="zh-CN" altLang="en-US" sz="1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任意多边形 145"/>
          <p:cNvSpPr/>
          <p:nvPr>
            <p:custDataLst>
              <p:tags r:id="rId10"/>
            </p:custDataLst>
          </p:nvPr>
        </p:nvSpPr>
        <p:spPr>
          <a:xfrm>
            <a:off x="4738846" y="1059815"/>
            <a:ext cx="2287111" cy="5057140"/>
          </a:xfrm>
          <a:custGeom>
            <a:avLst/>
            <a:gdLst>
              <a:gd name="sw" fmla="*/ 1 w 3601"/>
              <a:gd name="sh" fmla="*/ 1 h 7964"/>
              <a:gd name="mins" fmla="min sw sh"/>
              <a:gd name="dsw" fmla="+- 0 sw mins"/>
              <a:gd name="dsh" fmla="+- 0 sh mins"/>
              <a:gd name="p0x0" fmla="*/ 240 w 3601"/>
              <a:gd name="p0y0" fmla="*/ 0 h 7964"/>
              <a:gd name="p0x1" fmla="*/ 3361 w 3601"/>
              <a:gd name="p0y1" fmla="*/ 0 h 7964"/>
              <a:gd name="p0x2" fmla="*/ 3494 w 3601"/>
              <a:gd name="p0y2" fmla="*/ 0 h 7964"/>
              <a:gd name="p0x3" fmla="*/ 3601 w 3601"/>
              <a:gd name="p0y3" fmla="*/ 107 h 7964"/>
              <a:gd name="p0x4" fmla="*/ 3601 w 3601"/>
              <a:gd name="p0y4" fmla="*/ 240 h 7964"/>
              <a:gd name="p0x5" fmla="*/ 3601 w 3601"/>
              <a:gd name="p0y5" fmla="*/ 7724 h 7964"/>
              <a:gd name="p0x6" fmla="*/ 3601 w 3601"/>
              <a:gd name="p0y6" fmla="*/ 7856 h 7964"/>
              <a:gd name="p0x7" fmla="*/ 3494 w 3601"/>
              <a:gd name="p0y7" fmla="*/ 7964 h 7964"/>
              <a:gd name="p0x8" fmla="*/ 3361 w 3601"/>
              <a:gd name="p0y8" fmla="*/ 7964 h 7964"/>
              <a:gd name="p0x9" fmla="*/ 240 w 3601"/>
              <a:gd name="p0y9" fmla="*/ 7964 h 7964"/>
              <a:gd name="p0x10" fmla="*/ 107 w 3601"/>
              <a:gd name="p0y10" fmla="*/ 7964 h 7964"/>
              <a:gd name="p0x11" fmla="*/ 0 w 3601"/>
              <a:gd name="p0y11" fmla="*/ 7856 h 7964"/>
              <a:gd name="p0x12" fmla="*/ 0 w 3601"/>
              <a:gd name="p0y12" fmla="*/ 7724 h 7964"/>
              <a:gd name="p0x13" fmla="*/ 0 w 3601"/>
              <a:gd name="p0y13" fmla="*/ 240 h 7964"/>
              <a:gd name="p0x14" fmla="*/ 0 w 3601"/>
              <a:gd name="p0y14" fmla="*/ 107 h 7964"/>
              <a:gd name="p0x15" fmla="*/ 107 w 3601"/>
              <a:gd name="p0y15" fmla="*/ 0 h 7964"/>
              <a:gd name="p0x16" fmla="*/ 240 w 3601"/>
              <a:gd name="p0y16" fmla="*/ 0 h 796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7" name="任意多边形 146"/>
          <p:cNvSpPr/>
          <p:nvPr>
            <p:custDataLst>
              <p:tags r:id="rId11"/>
            </p:custDataLst>
          </p:nvPr>
        </p:nvSpPr>
        <p:spPr>
          <a:xfrm>
            <a:off x="5425202" y="133413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48" name="图片 147"/>
          <p:cNvPicPr preferRelativeResize="0"/>
          <p:nvPr>
            <p:custDataLst>
              <p:tags r:id="rId12"/>
            </p:custDataLst>
          </p:nvPr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8402" y="1537335"/>
            <a:ext cx="508000" cy="508000"/>
          </a:xfrm>
          <a:prstGeom prst="rect">
            <a:avLst/>
          </a:prstGeom>
          <a:noFill/>
        </p:spPr>
      </p:pic>
      <p:sp>
        <p:nvSpPr>
          <p:cNvPr id="149" name="文本框 148"/>
          <p:cNvSpPr txBox="1"/>
          <p:nvPr>
            <p:custDataLst>
              <p:tags r:id="rId15"/>
            </p:custDataLst>
          </p:nvPr>
        </p:nvSpPr>
        <p:spPr>
          <a:xfrm>
            <a:off x="4967446" y="2451735"/>
            <a:ext cx="1829911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sz="21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创新亮点</a:t>
            </a:r>
            <a:endParaRPr sz="21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/>
          <p:cNvSpPr txBox="1"/>
          <p:nvPr>
            <p:custDataLst>
              <p:tags r:id="rId16"/>
            </p:custDataLst>
          </p:nvPr>
        </p:nvSpPr>
        <p:spPr>
          <a:xfrm>
            <a:off x="4967446" y="2908935"/>
            <a:ext cx="1829911" cy="29337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mild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权重加「多吃」阈值自动校准，兼顾少数类识别与精确率；</a:t>
            </a:r>
            <a:endParaRPr lang="zh-CN" altLang="en-US" sz="1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A/B/C/D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对照实验加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Phase01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可视化闭环；</a:t>
            </a:r>
            <a:endParaRPr lang="zh-CN" altLang="en-US" sz="1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L2/L1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双模型分工，兼顾推荐与可解释性；自研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 Softmax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逻辑回归加全栈可演示系统。</a:t>
            </a:r>
            <a:endParaRPr lang="zh-CN" altLang="en-US" sz="1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任意多边形 150"/>
          <p:cNvSpPr/>
          <p:nvPr>
            <p:custDataLst>
              <p:tags r:id="rId17"/>
            </p:custDataLst>
          </p:nvPr>
        </p:nvSpPr>
        <p:spPr>
          <a:xfrm>
            <a:off x="7229158" y="1059815"/>
            <a:ext cx="2287111" cy="5057140"/>
          </a:xfrm>
          <a:custGeom>
            <a:avLst/>
            <a:gdLst>
              <a:gd name="sw" fmla="*/ 1 w 3601"/>
              <a:gd name="sh" fmla="*/ 1 h 7964"/>
              <a:gd name="mins" fmla="min sw sh"/>
              <a:gd name="dsw" fmla="+- 0 sw mins"/>
              <a:gd name="dsh" fmla="+- 0 sh mins"/>
              <a:gd name="p0x0" fmla="*/ 240 w 3601"/>
              <a:gd name="p0y0" fmla="*/ 0 h 7964"/>
              <a:gd name="p0x1" fmla="*/ 3361 w 3601"/>
              <a:gd name="p0y1" fmla="*/ 0 h 7964"/>
              <a:gd name="p0x2" fmla="*/ 3494 w 3601"/>
              <a:gd name="p0y2" fmla="*/ 0 h 7964"/>
              <a:gd name="p0x3" fmla="*/ 3601 w 3601"/>
              <a:gd name="p0y3" fmla="*/ 107 h 7964"/>
              <a:gd name="p0x4" fmla="*/ 3601 w 3601"/>
              <a:gd name="p0y4" fmla="*/ 240 h 7964"/>
              <a:gd name="p0x5" fmla="*/ 3601 w 3601"/>
              <a:gd name="p0y5" fmla="*/ 7724 h 7964"/>
              <a:gd name="p0x6" fmla="*/ 3601 w 3601"/>
              <a:gd name="p0y6" fmla="*/ 7856 h 7964"/>
              <a:gd name="p0x7" fmla="*/ 3494 w 3601"/>
              <a:gd name="p0y7" fmla="*/ 7964 h 7964"/>
              <a:gd name="p0x8" fmla="*/ 3361 w 3601"/>
              <a:gd name="p0y8" fmla="*/ 7964 h 7964"/>
              <a:gd name="p0x9" fmla="*/ 240 w 3601"/>
              <a:gd name="p0y9" fmla="*/ 7964 h 7964"/>
              <a:gd name="p0x10" fmla="*/ 107 w 3601"/>
              <a:gd name="p0y10" fmla="*/ 7964 h 7964"/>
              <a:gd name="p0x11" fmla="*/ 0 w 3601"/>
              <a:gd name="p0y11" fmla="*/ 7856 h 7964"/>
              <a:gd name="p0x12" fmla="*/ 0 w 3601"/>
              <a:gd name="p0y12" fmla="*/ 7724 h 7964"/>
              <a:gd name="p0x13" fmla="*/ 0 w 3601"/>
              <a:gd name="p0y13" fmla="*/ 240 h 7964"/>
              <a:gd name="p0x14" fmla="*/ 0 w 3601"/>
              <a:gd name="p0y14" fmla="*/ 107 h 7964"/>
              <a:gd name="p0x15" fmla="*/ 107 w 3601"/>
              <a:gd name="p0y15" fmla="*/ 0 h 7964"/>
              <a:gd name="p0x16" fmla="*/ 240 w 3601"/>
              <a:gd name="p0y16" fmla="*/ 0 h 796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2" name="任意多边形 151"/>
          <p:cNvSpPr/>
          <p:nvPr>
            <p:custDataLst>
              <p:tags r:id="rId18"/>
            </p:custDataLst>
          </p:nvPr>
        </p:nvSpPr>
        <p:spPr>
          <a:xfrm>
            <a:off x="7915513" y="133413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53" name="图片 152"/>
          <p:cNvPicPr preferRelativeResize="0"/>
          <p:nvPr>
            <p:custDataLst>
              <p:tags r:id="rId19"/>
            </p:custDataLst>
          </p:nvPr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18713" y="1537335"/>
            <a:ext cx="508000" cy="508000"/>
          </a:xfrm>
          <a:prstGeom prst="rect">
            <a:avLst/>
          </a:prstGeom>
          <a:noFill/>
        </p:spPr>
      </p:pic>
      <p:sp>
        <p:nvSpPr>
          <p:cNvPr id="154" name="文本框 153"/>
          <p:cNvSpPr txBox="1"/>
          <p:nvPr>
            <p:custDataLst>
              <p:tags r:id="rId22"/>
            </p:custDataLst>
          </p:nvPr>
        </p:nvSpPr>
        <p:spPr>
          <a:xfrm>
            <a:off x="7457758" y="2451735"/>
            <a:ext cx="1829911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sz="21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个人收获</a:t>
            </a:r>
            <a:endParaRPr sz="21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>
            <p:custDataLst>
              <p:tags r:id="rId23"/>
            </p:custDataLst>
          </p:nvPr>
        </p:nvSpPr>
        <p:spPr>
          <a:xfrm>
            <a:off x="7457758" y="2908935"/>
            <a:ext cx="1829911" cy="29337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掌握数据预处理、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L1/L2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正则化、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 F1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与不平衡分类处理方法，理解训练指标与测试指标的区别，完成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+ React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前后端联调与模型持久化。</a:t>
            </a:r>
            <a:endParaRPr lang="zh-CN" altLang="en-US" sz="1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任意多边形 155"/>
          <p:cNvSpPr/>
          <p:nvPr>
            <p:custDataLst>
              <p:tags r:id="rId24"/>
            </p:custDataLst>
          </p:nvPr>
        </p:nvSpPr>
        <p:spPr>
          <a:xfrm>
            <a:off x="9719469" y="1059815"/>
            <a:ext cx="2287111" cy="5057140"/>
          </a:xfrm>
          <a:custGeom>
            <a:avLst/>
            <a:gdLst>
              <a:gd name="sw" fmla="*/ 1 w 3601"/>
              <a:gd name="sh" fmla="*/ 1 h 7964"/>
              <a:gd name="mins" fmla="min sw sh"/>
              <a:gd name="dsw" fmla="+- 0 sw mins"/>
              <a:gd name="dsh" fmla="+- 0 sh mins"/>
              <a:gd name="p0x0" fmla="*/ 240 w 3601"/>
              <a:gd name="p0y0" fmla="*/ 0 h 7964"/>
              <a:gd name="p0x1" fmla="*/ 3361 w 3601"/>
              <a:gd name="p0y1" fmla="*/ 0 h 7964"/>
              <a:gd name="p0x2" fmla="*/ 3494 w 3601"/>
              <a:gd name="p0y2" fmla="*/ 0 h 7964"/>
              <a:gd name="p0x3" fmla="*/ 3601 w 3601"/>
              <a:gd name="p0y3" fmla="*/ 107 h 7964"/>
              <a:gd name="p0x4" fmla="*/ 3601 w 3601"/>
              <a:gd name="p0y4" fmla="*/ 240 h 7964"/>
              <a:gd name="p0x5" fmla="*/ 3601 w 3601"/>
              <a:gd name="p0y5" fmla="*/ 7724 h 7964"/>
              <a:gd name="p0x6" fmla="*/ 3601 w 3601"/>
              <a:gd name="p0y6" fmla="*/ 7856 h 7964"/>
              <a:gd name="p0x7" fmla="*/ 3494 w 3601"/>
              <a:gd name="p0y7" fmla="*/ 7964 h 7964"/>
              <a:gd name="p0x8" fmla="*/ 3361 w 3601"/>
              <a:gd name="p0y8" fmla="*/ 7964 h 7964"/>
              <a:gd name="p0x9" fmla="*/ 240 w 3601"/>
              <a:gd name="p0y9" fmla="*/ 7964 h 7964"/>
              <a:gd name="p0x10" fmla="*/ 107 w 3601"/>
              <a:gd name="p0y10" fmla="*/ 7964 h 7964"/>
              <a:gd name="p0x11" fmla="*/ 0 w 3601"/>
              <a:gd name="p0y11" fmla="*/ 7856 h 7964"/>
              <a:gd name="p0x12" fmla="*/ 0 w 3601"/>
              <a:gd name="p0y12" fmla="*/ 7724 h 7964"/>
              <a:gd name="p0x13" fmla="*/ 0 w 3601"/>
              <a:gd name="p0y13" fmla="*/ 240 h 7964"/>
              <a:gd name="p0x14" fmla="*/ 0 w 3601"/>
              <a:gd name="p0y14" fmla="*/ 107 h 7964"/>
              <a:gd name="p0x15" fmla="*/ 107 w 3601"/>
              <a:gd name="p0y15" fmla="*/ 0 h 7964"/>
              <a:gd name="p0x16" fmla="*/ 240 w 3601"/>
              <a:gd name="p0y16" fmla="*/ 0 h 796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7" name="任意多边形 156"/>
          <p:cNvSpPr/>
          <p:nvPr>
            <p:custDataLst>
              <p:tags r:id="rId25"/>
            </p:custDataLst>
          </p:nvPr>
        </p:nvSpPr>
        <p:spPr>
          <a:xfrm>
            <a:off x="10405824" y="133413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58" name="图片 157"/>
          <p:cNvPicPr preferRelativeResize="0"/>
          <p:nvPr>
            <p:custDataLst>
              <p:tags r:id="rId26"/>
            </p:custDataLst>
          </p:nvPr>
        </p:nvPicPr>
        <p:blipFill rotWithShape="1"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09025" y="1537335"/>
            <a:ext cx="508000" cy="508000"/>
          </a:xfrm>
          <a:prstGeom prst="rect">
            <a:avLst/>
          </a:prstGeom>
          <a:noFill/>
        </p:spPr>
      </p:pic>
      <p:sp>
        <p:nvSpPr>
          <p:cNvPr id="159" name="文本框 158"/>
          <p:cNvSpPr txBox="1"/>
          <p:nvPr>
            <p:custDataLst>
              <p:tags r:id="rId29"/>
            </p:custDataLst>
          </p:nvPr>
        </p:nvSpPr>
        <p:spPr>
          <a:xfrm>
            <a:off x="9948069" y="2451735"/>
            <a:ext cx="1829911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sz="21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未来</a:t>
            </a:r>
            <a:r>
              <a:rPr sz="21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  <a:endParaRPr sz="21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/>
          <p:cNvSpPr txBox="1"/>
          <p:nvPr>
            <p:custDataLst>
              <p:tags r:id="rId30"/>
            </p:custDataLst>
          </p:nvPr>
        </p:nvSpPr>
        <p:spPr>
          <a:xfrm>
            <a:off x="9948069" y="2908935"/>
            <a:ext cx="1829911" cy="29337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少吃与适量边界仍有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397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条混淆，多吃召回约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；后续可尝试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SMOTE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过采样、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</a:t>
            </a:r>
            <a:r>
              <a:rPr lang="zh-CN" altLang="en-US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加权，引入个体化血糖特征与临床数据验证。</a:t>
            </a:r>
            <a:endParaRPr lang="zh-CN" altLang="en-US" sz="1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1" cstate="screen"/>
          <a:srcRect l="-165" r="24812"/>
          <a:stretch>
            <a:fillRect/>
          </a:stretch>
        </p:blipFill>
        <p:spPr>
          <a:xfrm>
            <a:off x="-506730" y="0"/>
            <a:ext cx="2605405" cy="6834505"/>
          </a:xfrm>
          <a:custGeom>
            <a:avLst/>
            <a:gdLst>
              <a:gd name="connsiteX0" fmla="*/ 0 w 3457575"/>
              <a:gd name="connsiteY0" fmla="*/ 0 h 6834453"/>
              <a:gd name="connsiteX1" fmla="*/ 3457575 w 3457575"/>
              <a:gd name="connsiteY1" fmla="*/ 0 h 6834453"/>
              <a:gd name="connsiteX2" fmla="*/ 3457575 w 3457575"/>
              <a:gd name="connsiteY2" fmla="*/ 6834453 h 6834453"/>
              <a:gd name="connsiteX3" fmla="*/ 0 w 3457575"/>
              <a:gd name="connsiteY3" fmla="*/ 6834453 h 683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7575" h="6834453">
                <a:moveTo>
                  <a:pt x="0" y="0"/>
                </a:moveTo>
                <a:lnTo>
                  <a:pt x="3457575" y="0"/>
                </a:lnTo>
                <a:lnTo>
                  <a:pt x="3457575" y="6834453"/>
                </a:lnTo>
                <a:lnTo>
                  <a:pt x="0" y="6834453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0" y="0"/>
            <a:ext cx="2098040" cy="6858000"/>
          </a:xfrm>
          <a:prstGeom prst="rect">
            <a:avLst/>
          </a:prstGeom>
          <a:solidFill>
            <a:srgbClr val="5392CE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65400" y="2680970"/>
            <a:ext cx="87274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b="1" dirty="0">
                <a:solidFill>
                  <a:srgbClr val="003E87"/>
                </a:solidFill>
                <a:latin typeface="华文隶书" panose="02010800040101010101" charset="-122"/>
                <a:ea typeface="华文隶书" panose="02010800040101010101" charset="-122"/>
                <a:sym typeface="+mn-ea"/>
              </a:rPr>
              <a:t>请评审老师批评指正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03E87"/>
              </a:solidFill>
              <a:effectLst/>
              <a:uLnTx/>
              <a:uFillTx/>
              <a:latin typeface="华文隶书" panose="02010800040101010101" charset="-122"/>
              <a:ea typeface="华文隶书" panose="02010800040101010101" charset="-122"/>
              <a:cs typeface="+mn-cs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354953" y="6321811"/>
            <a:ext cx="1015461" cy="204082"/>
            <a:chOff x="4474642" y="5659814"/>
            <a:chExt cx="1570806" cy="315693"/>
          </a:xfrm>
          <a:solidFill>
            <a:schemeClr val="bg1"/>
          </a:solidFill>
        </p:grpSpPr>
        <p:sp>
          <p:nvSpPr>
            <p:cNvPr id="13" name="平行四边形 12"/>
            <p:cNvSpPr/>
            <p:nvPr/>
          </p:nvSpPr>
          <p:spPr>
            <a:xfrm>
              <a:off x="4474642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4795154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>
              <a:off x="5115666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6" name="平行四边形 15"/>
            <p:cNvSpPr/>
            <p:nvPr/>
          </p:nvSpPr>
          <p:spPr>
            <a:xfrm>
              <a:off x="5436178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  <p:sp>
          <p:nvSpPr>
            <p:cNvPr id="17" name="平行四边形 16"/>
            <p:cNvSpPr/>
            <p:nvPr/>
          </p:nvSpPr>
          <p:spPr>
            <a:xfrm>
              <a:off x="5756690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YakuHei 65W" panose="020B0604020202020204" pitchFamily="34" charset="-122"/>
                <a:ea typeface="HYYakuHei 65W" panose="020B0604020202020204" pitchFamily="34" charset="-122"/>
                <a:cs typeface="+mn-cs"/>
              </a:endParaRPr>
            </a:p>
          </p:txBody>
        </p:sp>
      </p:grpSp>
      <p:cxnSp>
        <p:nvCxnSpPr>
          <p:cNvPr id="19" name="直线连接符 18"/>
          <p:cNvCxnSpPr/>
          <p:nvPr/>
        </p:nvCxnSpPr>
        <p:spPr>
          <a:xfrm flipV="1">
            <a:off x="3960479" y="4351053"/>
            <a:ext cx="4447540" cy="2159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0798175" y="0"/>
            <a:ext cx="1393825" cy="6858000"/>
          </a:xfrm>
          <a:prstGeom prst="rect">
            <a:avLst/>
          </a:prstGeom>
          <a:solidFill>
            <a:srgbClr val="5392CE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3784860" y="4267872"/>
            <a:ext cx="209542" cy="209542"/>
          </a:xfrm>
          <a:prstGeom prst="diamond">
            <a:avLst/>
          </a:prstGeom>
          <a:solidFill>
            <a:srgbClr val="416A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27" name="对象 -2147482624"/>
          <p:cNvGraphicFramePr>
            <a:graphicFrameLocks noChangeAspect="1"/>
          </p:cNvGraphicFramePr>
          <p:nvPr/>
        </p:nvGraphicFramePr>
        <p:xfrm>
          <a:off x="8507095" y="81915"/>
          <a:ext cx="185991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2" imgW="1696085" imgH="698500" progId="PBrush">
                  <p:embed/>
                </p:oleObj>
              </mc:Choice>
              <mc:Fallback>
                <p:oleObj name="" r:id="rId2" imgW="1696085" imgH="6985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07095" y="81915"/>
                        <a:ext cx="1859915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 descr="http://www.gzu.edu.cn/gzu/biaoshi.png"/>
          <p:cNvPicPr>
            <a:picLocks noChangeAspect="1" noChangeArrowheads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18425" y="76200"/>
            <a:ext cx="90106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/>
          <p:cNvSpPr txBox="1"/>
          <p:nvPr/>
        </p:nvSpPr>
        <p:spPr>
          <a:xfrm>
            <a:off x="6113913" y="6179482"/>
            <a:ext cx="459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defTabSz="457200"/>
            <a:r>
              <a:rPr lang="zh-CN" altLang="en-US" sz="3200" dirty="0">
                <a:solidFill>
                  <a:srgbClr val="003E87"/>
                </a:solidFill>
                <a:latin typeface="方正舒体" panose="02010601030101010101" charset="-122"/>
                <a:ea typeface="方正舒体" panose="02010601030101010101" charset="-122"/>
                <a:cs typeface="方正舒体" panose="02010601030101010101" charset="-122"/>
              </a:rPr>
              <a:t>明德至善  博学笃行</a:t>
            </a:r>
            <a:endParaRPr lang="zh-CN" altLang="en-US" sz="3200" dirty="0">
              <a:solidFill>
                <a:srgbClr val="003E87"/>
              </a:solidFill>
              <a:latin typeface="方正舒体" panose="02010601030101010101" charset="-122"/>
              <a:ea typeface="方正舒体" panose="02010601030101010101" charset="-122"/>
              <a:cs typeface="方正舒体" panose="02010601030101010101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457825" y="4527550"/>
            <a:ext cx="3657600" cy="753745"/>
          </a:xfrm>
          <a:prstGeom prst="roundRect">
            <a:avLst/>
          </a:prstGeom>
          <a:solidFill>
            <a:srgbClr val="003E87"/>
          </a:solidFill>
          <a:ln>
            <a:solidFill>
              <a:srgbClr val="416A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 defTabSz="457200"/>
            <a:r>
              <a:rPr lang="zh-CN" altLang="en-US" b="1"/>
              <a:t>软工</a:t>
            </a:r>
            <a:r>
              <a:rPr lang="en-US" altLang="zh-CN" b="1"/>
              <a:t>2301-2300770279-</a:t>
            </a:r>
            <a:r>
              <a:rPr lang="zh-CN" altLang="en-US" b="1"/>
              <a:t>李蕊</a:t>
            </a:r>
            <a:endParaRPr lang="zh-CN" altLang="en-US" b="1"/>
          </a:p>
          <a:p>
            <a:pPr algn="l" defTabSz="457200"/>
            <a:r>
              <a:rPr lang="zh-CN" altLang="en-US" b="1"/>
              <a:t>软工</a:t>
            </a:r>
            <a:r>
              <a:rPr lang="en-US" altLang="zh-CN" b="1"/>
              <a:t>2303-2300770255-</a:t>
            </a:r>
            <a:r>
              <a:rPr lang="zh-CN" altLang="en-US" b="1"/>
              <a:t>李宇彤</a:t>
            </a:r>
            <a:endParaRPr lang="zh-CN" altLang="en-US" b="1"/>
          </a:p>
        </p:txBody>
      </p:sp>
      <p:sp>
        <p:nvSpPr>
          <p:cNvPr id="5" name="圆角矩形 4"/>
          <p:cNvSpPr/>
          <p:nvPr/>
        </p:nvSpPr>
        <p:spPr>
          <a:xfrm>
            <a:off x="3425825" y="4692650"/>
            <a:ext cx="1863090" cy="422910"/>
          </a:xfrm>
          <a:prstGeom prst="roundRect">
            <a:avLst/>
          </a:prstGeom>
          <a:solidFill>
            <a:srgbClr val="003E87"/>
          </a:solidFill>
          <a:ln>
            <a:solidFill>
              <a:srgbClr val="416A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r>
              <a:rPr lang="zh-CN" altLang="en-US" b="1"/>
              <a:t>指导老师：胡滨</a:t>
            </a:r>
            <a:endParaRPr lang="zh-CN" altLang="en-US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168513733&quot;,&quot;origin&quot;:0,&quot;type&quot;:&quot;pictures&quot;,&quot;user&quot;:&quot;1849849052&quot;}"/>
</p:tagLst>
</file>

<file path=ppt/tags/tag64.xml><?xml version="1.0" encoding="utf-8"?>
<p:tagLst xmlns:p="http://schemas.openxmlformats.org/presentationml/2006/main">
  <p:tag name="KSO_WM_UNIT_PLACING_PICTURE_USER_VIEWPORT" val="{&quot;height&quot;:10800,&quot;width&quot;:16204}"/>
</p:tagLst>
</file>

<file path=ppt/tags/tag65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66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67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68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69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0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1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2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3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4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5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6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7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8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79.xml><?xml version="1.0" encoding="utf-8"?>
<p:tagLst xmlns:p="http://schemas.openxmlformats.org/presentationml/2006/main">
  <p:tag name="KSO_WM_DIAGRAM_VIRTUALLY_FRAME" val="{&quot;height&quot;:402.5,&quot;left&quot;:529.5,&quot;top&quot;:76.85,&quot;width&quot;:377.6}"/>
</p:tagLst>
</file>

<file path=ppt/tags/tag80.xml><?xml version="1.0" encoding="utf-8"?>
<p:tagLst xmlns:p="http://schemas.openxmlformats.org/presentationml/2006/main">
  <p:tag name="KSO_WM_UNIT_PIC_EFFECT" val="1"/>
  <p:tag name="KSO_WM_UNIT_PLACING_PICTURE_USER_VIEWPORT" val="{&quot;height&quot;:8301.332015991211,&quot;width&quot;:10072.420430806491}"/>
  <p:tag name="KSO_DOCER_RESOURCE_TRACE_INFO" val="{&quot;id&quot;:&quot;221469985&quot;,&quot;origin&quot;:0,&quot;type&quot;:&quot;pictures&quot;,&quot;user&quot;:&quot;1849849052&quot;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79_1*i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82.xml><?xml version="1.0" encoding="utf-8"?>
<p:tagLst xmlns:p="http://schemas.openxmlformats.org/presentationml/2006/main">
  <p:tag name="KSO_WM_UNIT_VALUE" val="1830*236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079_1*d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83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84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85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86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87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88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89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0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1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2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194696977&quot;,&quot;product_name&quot;:&quot;wps-wpp-pc&quot;,&quot;intention_code&quot;:&quot;wps_wpp_generate_doc_pay&quot;}*auto_gallery_ai_v2.1.6_ONLINE*3937653666663038386161373864313863316131643134633134313235666131-slide-7"/>
</p:tagLst>
</file>

<file path=ppt/tags/tag94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5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6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7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8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99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0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0/1817240c-80e1-4550-9a7c-b8aaac17d93a.jpg?Expires=1792400085\u0026AWSAccessKeyId=AKLT9NSy7kh8TIS1UzNqLRY2\u0026Signature=RikvUx0%2F5o7tMbJHtVqqcAfDe80%3D&quot;,&quot;product_name&quot;:&quot;wps-wpp-pc&quot;,&quot;intention_code&quot;:&quot;wps_wpp_generate_doc_pay&quot;}*auto_qingqiu_ai_v2.1.6_ONLINE*3937653666663038386161373864313863316131643134633134313235666131-slide-25"/>
</p:tagLst>
</file>

<file path=ppt/tags/tag102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3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4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5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6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7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155840326&quot;,&quot;product_name&quot;:&quot;wps-wpp-pc&quot;,&quot;intention_code&quot;:&quot;wps_wpp_generate_doc_pay&quot;}*auto_gallery_ai_v2.1.6_ONLINE*3937653666663038386161373864313863316131643134633134313235666131-slide-7"/>
</p:tagLst>
</file>

<file path=ppt/tags/tag109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KSO_DOCER_RESOURCE_TRACE_INFO" val="{&quot;id&quot;:&quot;54444383&quot;,&quot;origin&quot;:0,&quot;type&quot;:&quot;pictures&quot;,&quot;user&quot;:&quot;1856117204&quot;}"/>
</p:tagLst>
</file>

<file path=ppt/tags/tag111.xml><?xml version="1.0" encoding="utf-8"?>
<p:tagLst xmlns:p="http://schemas.openxmlformats.org/presentationml/2006/main">
  <p:tag name="KSO_WM_UNIT_PIC_EFFECT" val="1"/>
  <p:tag name="KSO_WM_UNIT_PLACING_PICTURE_USER_VIEWPORT" val="{&quot;height&quot;:8301.332015991211,&quot;width&quot;:10072.420430806491}"/>
  <p:tag name="KSO_DOCER_RESOURCE_TRACE_INFO" val="{&quot;id&quot;:&quot;221469985&quot;,&quot;origin&quot;:0,&quot;type&quot;:&quot;pictures&quot;,&quot;user&quot;:&quot;1849849052&quot;}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79_1*i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113.xml><?xml version="1.0" encoding="utf-8"?>
<p:tagLst xmlns:p="http://schemas.openxmlformats.org/presentationml/2006/main">
  <p:tag name="KSO_WM_UNIT_VALUE" val="1830*236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079_1*d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114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15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1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PIC_EFFECT" val="1"/>
  <p:tag name="KSO_WM_UNIT_PLACING_PICTURE_USER_VIEWPORT" val="{&quot;height&quot;:8301.332015991211,&quot;width&quot;:10072.420430806491}"/>
  <p:tag name="KSO_DOCER_RESOURCE_TRACE_INFO" val="{&quot;id&quot;:&quot;221469985&quot;,&quot;origin&quot;:0,&quot;type&quot;:&quot;pictures&quot;,&quot;user&quot;:&quot;1849849052&quot;}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79_1*i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202.xml><?xml version="1.0" encoding="utf-8"?>
<p:tagLst xmlns:p="http://schemas.openxmlformats.org/presentationml/2006/main">
  <p:tag name="KSO_WM_UNIT_VALUE" val="1830*236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079_1*d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203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204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20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  <p:tag name="TABLE_ENDDRAG_ORIGIN_RECT" val="701*238"/>
  <p:tag name="TABLE_ENDDRAG_RECT" val="184*86*701*238"/>
</p:tagLst>
</file>

<file path=ppt/tags/tag2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268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2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DIAGRAM_VIRTUALLY_FRAME" val="{&quot;height&quot;:612.7,&quot;left&quot;:6.3,&quot;top&quot;:27.8,&quot;width&quot;:934.05}"/>
</p:tagLst>
</file>

<file path=ppt/tags/tag27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  <p:tag name="TABLE_ENDDRAG_ORIGIN_RECT" val="703*236"/>
  <p:tag name="TABLE_ENDDRAG_RECT" val="211*87*703*236"/>
</p:tagLst>
</file>

<file path=ppt/tags/tag2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PIC_EFFECT" val="1"/>
  <p:tag name="KSO_WM_UNIT_PLACING_PICTURE_USER_VIEWPORT" val="{&quot;height&quot;:8301.332015991211,&quot;width&quot;:10072.420430806491}"/>
  <p:tag name="KSO_DOCER_RESOURCE_TRACE_INFO" val="{&quot;id&quot;:&quot;221469985&quot;,&quot;origin&quot;:0,&quot;type&quot;:&quot;pictures&quot;,&quot;user&quot;:&quot;1849849052&quot;}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79_1*i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310.xml><?xml version="1.0" encoding="utf-8"?>
<p:tagLst xmlns:p="http://schemas.openxmlformats.org/presentationml/2006/main">
  <p:tag name="KSO_WM_UNIT_VALUE" val="1830*236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079_1*d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3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  <p:tag name="TABLE_ENDDRAG_ORIGIN_RECT" val="628*166"/>
  <p:tag name="TABLE_ENDDRAG_RECT" val="300*92*628*166"/>
</p:tagLst>
</file>

<file path=ppt/tags/tag369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  <p:tag name="TABLE_ENDDRAG_ORIGIN_RECT" val="647*186"/>
  <p:tag name="TABLE_ENDDRAG_RECT" val="300*302*647*186"/>
</p:tagLst>
</file>

<file path=ppt/tags/tag3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PIC_EFFECT" val="1"/>
  <p:tag name="KSO_WM_UNIT_PLACING_PICTURE_USER_VIEWPORT" val="{&quot;height&quot;:8301.332015991211,&quot;width&quot;:10072.420430806491}"/>
  <p:tag name="KSO_DOCER_RESOURCE_TRACE_INFO" val="{&quot;id&quot;:&quot;221469985&quot;,&quot;origin&quot;:0,&quot;type&quot;:&quot;pictures&quot;,&quot;user&quot;:&quot;1849849052&quot;}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79_1*i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379.xml><?xml version="1.0" encoding="utf-8"?>
<p:tagLst xmlns:p="http://schemas.openxmlformats.org/presentationml/2006/main">
  <p:tag name="KSO_WM_UNIT_VALUE" val="1830*236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079_1*d*1"/>
  <p:tag name="KSO_WM_TEMPLATE_CATEGORY" val="custom"/>
  <p:tag name="KSO_WM_TEMPLATE_INDEX" val="20235079"/>
  <p:tag name="KSO_WM_UNIT_LAYERLEVEL" val="1"/>
  <p:tag name="KSO_WM_TAG_VERSION" val="3.0"/>
  <p:tag name="KSO_WM_BEAUTIFY_FLAG" val="#wm#"/>
  <p:tag name="KSO_WM_UNIT_PIC_EFFECT" val="1"/>
</p:tagLst>
</file>

<file path=ppt/tags/tag380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1_1*l_h_y*"/>
  <p:tag name="KSO_WM_NEWLAYOUT_GROUP_ID" val="1"/>
  <p:tag name="KSO_WM_NEWLAYOUT_ID" val="lay_c718b4c607e8575d4a9025b6e45ce3da3a012d9c"/>
  <p:tag name="KSO_WM_SLIDE_FIGMA_DIAGRAM" val="1"/>
  <p:tag name="KSO_WM_UNIT_INDEX" val="1_1_1"/>
  <p:tag name="KSO_WM_UNIT_TYPE" val="l_h_i"/>
  <p:tag name="KSO_WM_CARDGROUP_LAYOUT_DATA" val="{&quot;cardRct&quot;:[3541,1669,3601.75,7964],&quot;lytRct&quot;:[3541,1669,15367,7964],&quot;rct&quot;:[3541,1669,15367,7964],&quot;spRct&quot;:[0,0,3601,7963]}"/>
  <p:tag name="KSO_WM_CARDGROUP_REVERSE_POSITION" val="0"/>
</p:tagLst>
</file>

<file path=ppt/tags/tag381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1_1*l_h_x*"/>
  <p:tag name="KSO_WM_NEWLAYOUT_GROUP_ID" val="1"/>
  <p:tag name="KSO_WM_NEWLAYOUT_ID" val="lay_c718b4c607e8575d4a9025b6e45ce3da3a012d9c"/>
  <p:tag name="KSO_WM_SLIDE_FIGMA_DIAGRAM" val="1"/>
  <p:tag name="KSO_WM_UNIT_INDEX" val="1_1_2"/>
  <p:tag name="KSO_WM_UNIT_TYPE" val="l_h_i"/>
  <p:tag name="KSO_WM_CARDGROUP_LAYOUT_DATA" val="{&quot;cardRct&quot;:[3541,1669,3601.75,7964],&quot;lytRct&quot;:[3541,1669,15367,7964],&quot;rct&quot;:[3541,1669,15367,7964],&quot;spRct&quot;:[1080,432,2520,1871]}"/>
  <p:tag name="KSO_WM_CARDGROUP_REVERSE_POSITION" val="0"/>
</p:tagLst>
</file>

<file path=ppt/tags/tag382.xml><?xml version="1.0" encoding="utf-8"?>
<p:tagLst xmlns:p="http://schemas.openxmlformats.org/presentationml/2006/main">
  <p:tag name="KSO_WM_ICON_DRAW_MD4" val="04df74c3ad947ed48a84bfef5acddbcb"/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1_1"/>
  <p:tag name="KSO_WM_UNIT_TYPE" val="l_h_x"/>
  <p:tag name="KSO_WM_CARDGROUP_LAYOUT_DATA" val="{&quot;cardRct&quot;:[3541,1669,3601.75,7964],&quot;lytRct&quot;:[3541,1669,15367,7964],&quot;rct&quot;:[3541,1669,15367,7964],&quot;spRct&quot;:[1400,752,2200,1552]}"/>
  <p:tag name="KSO_WM_UNIT_PRESET_IMAGE_MD4" val="pZ3CqpUC6j1zFOHtOTIxVQ=="/>
  <p:tag name="KSO_WM_CARDGROUP_REVERSE_POSITION" val="0"/>
</p:tagLst>
</file>

<file path=ppt/tags/tag383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3541,1669,3601.75,7964],&quot;lytRct&quot;:[3541,1669,15367,7964],&quot;rct&quot;:[3541,1669,15367,7964],&quot;spRct&quot;:[360,2192,3241,2751]}"/>
  <p:tag name="KSO_WM_CARDGROUP_REVERSE_POSITION" val="0"/>
</p:tagLst>
</file>

<file path=ppt/tags/tag384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1_1"/>
  <p:tag name="KSO_WM_UNIT_PRESET_TEXT" val="请在此输入您的文本。"/>
  <p:tag name="KSO_WM_UNIT_TYPE" val="l_h_f"/>
  <p:tag name="KSO_WM_CARDGROUP_LAYOUT_DATA" val="{&quot;cardRct&quot;:[3541,1669,3601.75,7964],&quot;lytRct&quot;:[3541,1669,15367,7964],&quot;rct&quot;:[3541,1669,15367,7964],&quot;spRct&quot;:[360,2912,3241,7531]}"/>
  <p:tag name="KSO_WM_CARDGROUP_REVERSE_POSITION" val="0"/>
</p:tagLst>
</file>

<file path=ppt/tags/tag385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2_1*l_h_y*"/>
  <p:tag name="KSO_WM_NEWLAYOUT_GROUP_ID" val="1"/>
  <p:tag name="KSO_WM_NEWLAYOUT_ID" val="lay_c718b4c607e8575d4a9025b6e45ce3da3a012d9c"/>
  <p:tag name="KSO_WM_SLIDE_FIGMA_DIAGRAM" val="1"/>
  <p:tag name="KSO_WM_UNIT_INDEX" val="1_2_1"/>
  <p:tag name="KSO_WM_UNIT_TYPE" val="l_h_i"/>
  <p:tag name="KSO_WM_CARDGROUP_LAYOUT_DATA" val="{&quot;cardRct&quot;:[7462.750000000001,1669,3601.75,7964],&quot;lytRct&quot;:[3541,1669,15367,7964],&quot;rct&quot;:[3541,1669,15367,7964],&quot;spRct&quot;:[3921,0,7523,7963]}"/>
  <p:tag name="KSO_WM_CARDGROUP_REVERSE_POSITION" val="0"/>
</p:tagLst>
</file>

<file path=ppt/tags/tag386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2_1*l_h_x*"/>
  <p:tag name="KSO_WM_NEWLAYOUT_GROUP_ID" val="1"/>
  <p:tag name="KSO_WM_NEWLAYOUT_ID" val="lay_c718b4c607e8575d4a9025b6e45ce3da3a012d9c"/>
  <p:tag name="KSO_WM_SLIDE_FIGMA_DIAGRAM" val="1"/>
  <p:tag name="KSO_WM_UNIT_INDEX" val="1_2_2"/>
  <p:tag name="KSO_WM_UNIT_TYPE" val="l_h_i"/>
  <p:tag name="KSO_WM_CARDGROUP_LAYOUT_DATA" val="{&quot;cardRct&quot;:[7462.750000000001,1669,3601.75,7964],&quot;lytRct&quot;:[3541,1669,15367,7964],&quot;rct&quot;:[3541,1669,15367,7964],&quot;spRct&quot;:[5002,432,6442,1871]}"/>
  <p:tag name="KSO_WM_CARDGROUP_REVERSE_POSITION" val="0"/>
</p:tagLst>
</file>

<file path=ppt/tags/tag387.xml><?xml version="1.0" encoding="utf-8"?>
<p:tagLst xmlns:p="http://schemas.openxmlformats.org/presentationml/2006/main">
  <p:tag name="KSO_WM_ICON_DRAW_MD4" val="057bc861ae2130e01d64a328f0666989"/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2_1"/>
  <p:tag name="KSO_WM_UNIT_TYPE" val="l_h_x"/>
  <p:tag name="KSO_WM_CARDGROUP_LAYOUT_DATA" val="{&quot;cardRct&quot;:[7462.750000000001,1669,3601.75,7964],&quot;lytRct&quot;:[3541,1669,15367,7964],&quot;rct&quot;:[3541,1669,15367,7964],&quot;spRct&quot;:[5322,752,6122,1552]}"/>
  <p:tag name="KSO_WM_UNIT_PRESET_IMAGE_MD4" val="V8o9i7rBqwYKpMybbTA2Ag=="/>
  <p:tag name="KSO_WM_CARDGROUP_REVERSE_POSITION" val="0"/>
</p:tagLst>
</file>

<file path=ppt/tags/tag388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2_1"/>
  <p:tag name="KSO_WM_UNIT_PRESET_TEXT" val="请在此输入您的标题"/>
  <p:tag name="KSO_WM_UNIT_TYPE" val="l_h_a"/>
  <p:tag name="KSO_WM_CARDGROUP_LAYOUT_DATA" val="{&quot;cardRct&quot;:[7462.750000000001,1669,3601.75,7964],&quot;lytRct&quot;:[3541,1669,15367,7964],&quot;rct&quot;:[3541,1669,15367,7964],&quot;spRct&quot;:[4281,2192,7163,2751]}"/>
  <p:tag name="KSO_WM_CARDGROUP_REVERSE_POSITION" val="0"/>
</p:tagLst>
</file>

<file path=ppt/tags/tag389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2_1"/>
  <p:tag name="KSO_WM_UNIT_PRESET_TEXT" val="请在此输入您的文本。"/>
  <p:tag name="KSO_WM_UNIT_TYPE" val="l_h_f"/>
  <p:tag name="KSO_WM_CARDGROUP_LAYOUT_DATA" val="{&quot;cardRct&quot;:[7462.750000000001,1669,3601.75,7964],&quot;lytRct&quot;:[3541,1669,15367,7964],&quot;rct&quot;:[3541,1669,15367,7964],&quot;spRct&quot;:[4281,2912,7163,7531]}"/>
  <p:tag name="KSO_WM_CARDGROUP_REVERSE_POSITION" val="0"/>
</p:tagLst>
</file>

<file path=ppt/tags/tag390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3_1*l_h_y*"/>
  <p:tag name="KSO_WM_NEWLAYOUT_GROUP_ID" val="1"/>
  <p:tag name="KSO_WM_NEWLAYOUT_ID" val="lay_c718b4c607e8575d4a9025b6e45ce3da3a012d9c"/>
  <p:tag name="KSO_WM_SLIDE_FIGMA_DIAGRAM" val="1"/>
  <p:tag name="KSO_WM_UNIT_INDEX" val="1_3_1"/>
  <p:tag name="KSO_WM_UNIT_TYPE" val="l_h_i"/>
  <p:tag name="KSO_WM_CARDGROUP_LAYOUT_DATA" val="{&quot;cardRct&quot;:[11384.5,1669,3601.75,7964],&quot;lytRct&quot;:[3541,1669,15367,7964],&quot;rct&quot;:[3541,1669,15367,7964],&quot;spRct&quot;:[7843,0,11445,7963]}"/>
  <p:tag name="KSO_WM_CARDGROUP_REVERSE_POSITION" val="0"/>
</p:tagLst>
</file>

<file path=ppt/tags/tag391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3_1*l_h_x*"/>
  <p:tag name="KSO_WM_NEWLAYOUT_GROUP_ID" val="1"/>
  <p:tag name="KSO_WM_NEWLAYOUT_ID" val="lay_c718b4c607e8575d4a9025b6e45ce3da3a012d9c"/>
  <p:tag name="KSO_WM_SLIDE_FIGMA_DIAGRAM" val="1"/>
  <p:tag name="KSO_WM_UNIT_INDEX" val="1_3_2"/>
  <p:tag name="KSO_WM_UNIT_TYPE" val="l_h_i"/>
  <p:tag name="KSO_WM_CARDGROUP_LAYOUT_DATA" val="{&quot;cardRct&quot;:[11384.5,1669,3601.75,7964],&quot;lytRct&quot;:[3541,1669,15367,7964],&quot;rct&quot;:[3541,1669,15367,7964],&quot;spRct&quot;:[8924,432,10364,1871]}"/>
  <p:tag name="KSO_WM_CARDGROUP_REVERSE_POSITION" val="0"/>
</p:tagLst>
</file>

<file path=ppt/tags/tag392.xml><?xml version="1.0" encoding="utf-8"?>
<p:tagLst xmlns:p="http://schemas.openxmlformats.org/presentationml/2006/main">
  <p:tag name="KSO_WM_ICON_DRAW_MD4" val="25857cf22980ec3213e59aba32425a66"/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3_1"/>
  <p:tag name="KSO_WM_UNIT_TYPE" val="l_h_x"/>
  <p:tag name="KSO_WM_CARDGROUP_LAYOUT_DATA" val="{&quot;cardRct&quot;:[11384.5,1669,3601.75,7964],&quot;lytRct&quot;:[3541,1669,15367,7964],&quot;rct&quot;:[3541,1669,15367,7964],&quot;spRct&quot;:[9244,752,10044,1552]}"/>
  <p:tag name="KSO_WM_UNIT_PRESET_IMAGE_MD4" val="WOntvdhuYn4EGOzgUAZBFQ=="/>
  <p:tag name="KSO_WM_CARDGROUP_REVERSE_POSITION" val="0"/>
</p:tagLst>
</file>

<file path=ppt/tags/tag393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3_1"/>
  <p:tag name="KSO_WM_UNIT_PRESET_TEXT" val="请在此输入您的标题"/>
  <p:tag name="KSO_WM_UNIT_TYPE" val="l_h_a"/>
  <p:tag name="KSO_WM_CARDGROUP_LAYOUT_DATA" val="{&quot;cardRct&quot;:[11384.5,1669,3601.75,7964],&quot;lytRct&quot;:[3541,1669,15367,7964],&quot;rct&quot;:[3541,1669,15367,7964],&quot;spRct&quot;:[8203,2192,11085,2751]}"/>
  <p:tag name="KSO_WM_CARDGROUP_REVERSE_POSITION" val="0"/>
</p:tagLst>
</file>

<file path=ppt/tags/tag394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3_1"/>
  <p:tag name="KSO_WM_UNIT_PRESET_TEXT" val="请在此输入您的文本。"/>
  <p:tag name="KSO_WM_UNIT_TYPE" val="l_h_f"/>
  <p:tag name="KSO_WM_CARDGROUP_LAYOUT_DATA" val="{&quot;cardRct&quot;:[11384.5,1669,3601.75,7964],&quot;lytRct&quot;:[3541,1669,15367,7964],&quot;rct&quot;:[3541,1669,15367,7964],&quot;spRct&quot;:[8203,2912,11085,7531]}"/>
  <p:tag name="KSO_WM_CARDGROUP_REVERSE_POSITION" val="0"/>
</p:tagLst>
</file>

<file path=ppt/tags/tag395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4_1*l_h_y*"/>
  <p:tag name="KSO_WM_NEWLAYOUT_GROUP_ID" val="1"/>
  <p:tag name="KSO_WM_NEWLAYOUT_ID" val="lay_c718b4c607e8575d4a9025b6e45ce3da3a012d9c"/>
  <p:tag name="KSO_WM_SLIDE_FIGMA_DIAGRAM" val="1"/>
  <p:tag name="KSO_WM_UNIT_INDEX" val="1_4_1"/>
  <p:tag name="KSO_WM_UNIT_TYPE" val="l_h_i"/>
  <p:tag name="KSO_WM_CARDGROUP_LAYOUT_DATA" val="{&quot;cardRct&quot;:[15306.25,1669,3601.75,7964],&quot;lytRct&quot;:[3541,1669,15367,7964],&quot;rct&quot;:[3541,1669,15367,7964],&quot;spRct&quot;:[11765,0,15366,7963]}"/>
  <p:tag name="KSO_WM_CARDGROUP_REVERSE_POSITION" val="0"/>
</p:tagLst>
</file>

<file path=ppt/tags/tag396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FOLLOW_SHAPE_UNIT_TAG" val="1_4_1*l_h_x*"/>
  <p:tag name="KSO_WM_NEWLAYOUT_GROUP_ID" val="1"/>
  <p:tag name="KSO_WM_NEWLAYOUT_ID" val="lay_c718b4c607e8575d4a9025b6e45ce3da3a012d9c"/>
  <p:tag name="KSO_WM_SLIDE_FIGMA_DIAGRAM" val="1"/>
  <p:tag name="KSO_WM_UNIT_INDEX" val="1_4_2"/>
  <p:tag name="KSO_WM_UNIT_TYPE" val="l_h_i"/>
  <p:tag name="KSO_WM_CARDGROUP_LAYOUT_DATA" val="{&quot;cardRct&quot;:[15306.25,1669,3601.75,7964],&quot;lytRct&quot;:[3541,1669,15367,7964],&quot;rct&quot;:[3541,1669,15367,7964],&quot;spRct&quot;:[12846,432,14286,1871]}"/>
  <p:tag name="KSO_WM_CARDGROUP_REVERSE_POSITION" val="0"/>
</p:tagLst>
</file>

<file path=ppt/tags/tag397.xml><?xml version="1.0" encoding="utf-8"?>
<p:tagLst xmlns:p="http://schemas.openxmlformats.org/presentationml/2006/main">
  <p:tag name="KSO_WM_ICON_DRAW_MD4" val="9c71d6262f650ec50bb98816cd1f9bdd"/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4_1"/>
  <p:tag name="KSO_WM_UNIT_TYPE" val="l_h_x"/>
  <p:tag name="KSO_WM_CARDGROUP_LAYOUT_DATA" val="{&quot;cardRct&quot;:[15306.25,1669,3601.75,7964],&quot;lytRct&quot;:[3541,1669,15367,7964],&quot;rct&quot;:[3541,1669,15367,7964],&quot;spRct&quot;:[13166,752,13966,1552]}"/>
  <p:tag name="KSO_WM_UNIT_PRESET_IMAGE_MD4" val="jX6ClX3lza+tmhYik3QG8Q=="/>
  <p:tag name="KSO_WM_CARDGROUP_REVERSE_POSITION" val="0"/>
</p:tagLst>
</file>

<file path=ppt/tags/tag398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4_1"/>
  <p:tag name="KSO_WM_UNIT_PRESET_TEXT" val="请在此输入您的标题"/>
  <p:tag name="KSO_WM_UNIT_TYPE" val="l_h_a"/>
  <p:tag name="KSO_WM_CARDGROUP_LAYOUT_DATA" val="{&quot;cardRct&quot;:[15306.25,1669,3601.75,7964],&quot;lytRct&quot;:[3541,1669,15367,7964],&quot;rct&quot;:[3541,1669,15367,7964],&quot;spRct&quot;:[12125,2192,15006,2751]}"/>
  <p:tag name="KSO_WM_CARDGROUP_REVERSE_POSITION" val="0"/>
</p:tagLst>
</file>

<file path=ppt/tags/tag399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3*6*1*1"/>
  <p:tag name="KSO_WM_CARDGROUP_ID" val="9a2059f88ab6422ea7c81cd3ba00f10f"/>
  <p:tag name="KSO_WM_CARDGROUP_STYLE_INFO" val="C1_sc_p2*standard*0"/>
  <p:tag name="KSO_WM_FIGMA_FLAG" val="#fgm#"/>
  <p:tag name="KSO_WM_NEWLAYOUT_GROUP_ID" val="1"/>
  <p:tag name="KSO_WM_NEWLAYOUT_ID" val="lay_c718b4c607e8575d4a9025b6e45ce3da3a012d9c"/>
  <p:tag name="KSO_WM_SLIDE_FIGMA_DIAGRAM" val="1"/>
  <p:tag name="KSO_WM_UNIT_INDEX" val="1_4_1"/>
  <p:tag name="KSO_WM_UNIT_PRESET_TEXT" val="请在此输入您的文本。"/>
  <p:tag name="KSO_WM_UNIT_TYPE" val="l_h_f"/>
  <p:tag name="KSO_WM_CARDGROUP_LAYOUT_DATA" val="{&quot;cardRct&quot;:[15306.25,1669,3601.75,7964],&quot;lytRct&quot;:[3541,1669,15367,7964],&quot;rct&quot;:[3541,1669,15367,7964],&quot;spRct&quot;:[12125,2912,15006,7531]}"/>
  <p:tag name="KSO_WM_CARDGROUP_REVERSE_POSITION" val="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3876</Words>
  <Application>WPS 演示</Application>
  <PresentationFormat>宽屏</PresentationFormat>
  <Paragraphs>795</Paragraphs>
  <Slides>21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56" baseType="lpstr">
      <vt:lpstr>Arial</vt:lpstr>
      <vt:lpstr>宋体</vt:lpstr>
      <vt:lpstr>Wingdings</vt:lpstr>
      <vt:lpstr>Wingdings</vt:lpstr>
      <vt:lpstr>HYYakuHei 65W</vt:lpstr>
      <vt:lpstr>方正舒体</vt:lpstr>
      <vt:lpstr>黑体</vt:lpstr>
      <vt:lpstr>Calibri</vt:lpstr>
      <vt:lpstr>微软雅黑</vt:lpstr>
      <vt:lpstr>Arial Nova Light</vt:lpstr>
      <vt:lpstr>Times New Roman</vt:lpstr>
      <vt:lpstr>MiSans</vt:lpstr>
      <vt:lpstr>MiSans Normal</vt:lpstr>
      <vt:lpstr>Arial Black</vt:lpstr>
      <vt:lpstr>Arial Black</vt:lpstr>
      <vt:lpstr>Arial Black</vt:lpstr>
      <vt:lpstr>思源黑体 CN Regular</vt:lpstr>
      <vt:lpstr>Noto Sans SC</vt:lpstr>
      <vt:lpstr>Noto Sans SC</vt:lpstr>
      <vt:lpstr>Arial Unicode MS</vt:lpstr>
      <vt:lpstr>华文隶书</vt:lpstr>
      <vt:lpstr>Arial Nova Light</vt:lpstr>
      <vt:lpstr>HYYakuHei 65W</vt:lpstr>
      <vt:lpstr>MiSans</vt:lpstr>
      <vt:lpstr>Noto Sans SC</vt:lpstr>
      <vt:lpstr>思源黑体 CN Regular</vt:lpstr>
      <vt:lpstr>KSOF28C8D4D9</vt:lpstr>
      <vt:lpstr>汉仪正圆-65W</vt:lpstr>
      <vt:lpstr>Wonder Arial</vt:lpstr>
      <vt:lpstr>MiSans Semibold</vt:lpstr>
      <vt:lpstr>方正大黑体_GBK</vt:lpstr>
      <vt:lpstr>Saturday Sans Regular</vt:lpstr>
      <vt:lpstr>WPS</vt:lpstr>
      <vt:lpstr>PBrush</vt:lpstr>
      <vt:lpstr>PBrush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兜兜</cp:lastModifiedBy>
  <cp:revision>163</cp:revision>
  <dcterms:created xsi:type="dcterms:W3CDTF">2019-06-19T02:08:00Z</dcterms:created>
  <dcterms:modified xsi:type="dcterms:W3CDTF">2026-06-16T09:53:43Z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7A887060B8B94EB0BCCA4215E25DF645_11</vt:lpwstr>
  </property>
</Properties>
</file>